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b5f3b23a9ec4be8" /><Relationship Type="http://schemas.openxmlformats.org/officeDocument/2006/relationships/extended-properties" Target="/docProps/app.xml" Id="Rd08508dc1f894d99" /><Relationship Type="http://schemas.openxmlformats.org/officeDocument/2006/relationships/officeDocument" Target="/ppt/presentation.xml" Id="Rd497febbb4ee4d41" /></Relationships>
</file>

<file path=ppt/presentation.xml><?xml version="1.0" encoding="utf-8"?>
<p:presentation xmlns:p="http://schemas.openxmlformats.org/presentationml/2006/main">
  <p:sldMasterIdLst>
    <p:sldMasterId xmlns:r="http://schemas.openxmlformats.org/officeDocument/2006/relationships" id="2147483648" r:id="Re0c0f2e40907495a"/>
  </p:sldMasterIdLst>
  <p:notesMasterIdLst>
    <p:notesMasterId xmlns:r="http://schemas.openxmlformats.org/officeDocument/2006/relationships" r:id="Rfc4e11b618bb42c6"/>
  </p:notesMasterIdLst>
  <p:sldIdLst>
    <p:sldId xmlns:r="http://schemas.openxmlformats.org/officeDocument/2006/relationships" id="256" r:id="Re322eb89e2304da9"/>
    <p:sldId xmlns:r="http://schemas.openxmlformats.org/officeDocument/2006/relationships" id="257" r:id="R1ba770f040e849e9"/>
    <p:sldId xmlns:r="http://schemas.openxmlformats.org/officeDocument/2006/relationships" id="258" r:id="R4a0ac0d9c6184ca4"/>
    <p:sldId xmlns:r="http://schemas.openxmlformats.org/officeDocument/2006/relationships" id="259" r:id="Rdb0bc2d6b5b74eff"/>
    <p:sldId xmlns:r="http://schemas.openxmlformats.org/officeDocument/2006/relationships" id="260" r:id="Rb5b1c7a7650a4116"/>
    <p:sldId xmlns:r="http://schemas.openxmlformats.org/officeDocument/2006/relationships" id="261" r:id="R132d319745934992"/>
    <p:sldId xmlns:r="http://schemas.openxmlformats.org/officeDocument/2006/relationships" id="262" r:id="Ra3e00331d8e24c79"/>
    <p:sldId xmlns:r="http://schemas.openxmlformats.org/officeDocument/2006/relationships" id="263" r:id="Rfc7139088c6143b5"/>
    <p:sldId xmlns:r="http://schemas.openxmlformats.org/officeDocument/2006/relationships" id="264" r:id="Re0945cc0129f474c"/>
    <p:sldId xmlns:r="http://schemas.openxmlformats.org/officeDocument/2006/relationships" id="265" r:id="R33736d0d20fc46b8"/>
    <p:sldId xmlns:r="http://schemas.openxmlformats.org/officeDocument/2006/relationships" id="266" r:id="R5b7508ea021a480f"/>
    <p:sldId xmlns:r="http://schemas.openxmlformats.org/officeDocument/2006/relationships" id="267" r:id="R58f445c7521b4019"/>
    <p:sldId xmlns:r="http://schemas.openxmlformats.org/officeDocument/2006/relationships" id="268" r:id="R49cfe8ee96aa42cc"/>
    <p:sldId xmlns:r="http://schemas.openxmlformats.org/officeDocument/2006/relationships" id="269" r:id="Rc66e9253f9e44e4f"/>
    <p:sldId xmlns:r="http://schemas.openxmlformats.org/officeDocument/2006/relationships" id="270" r:id="R7568c273ba4540f2"/>
    <p:sldId xmlns:r="http://schemas.openxmlformats.org/officeDocument/2006/relationships" id="271" r:id="R339f307f177144e9"/>
    <p:sldId xmlns:r="http://schemas.openxmlformats.org/officeDocument/2006/relationships" id="272" r:id="R5ad3850dcda34671"/>
    <p:sldId xmlns:r="http://schemas.openxmlformats.org/officeDocument/2006/relationships" id="273" r:id="R7dc804e5228f4bc4"/>
    <p:sldId xmlns:r="http://schemas.openxmlformats.org/officeDocument/2006/relationships" id="274" r:id="R882f59757ce14045"/>
    <p:sldId xmlns:r="http://schemas.openxmlformats.org/officeDocument/2006/relationships" id="275" r:id="R5424d2717edc474d"/>
    <p:sldId xmlns:r="http://schemas.openxmlformats.org/officeDocument/2006/relationships" id="276" r:id="Rad1d5f7a4aa84e33"/>
    <p:sldId xmlns:r="http://schemas.openxmlformats.org/officeDocument/2006/relationships" id="277" r:id="R31d12b5d49884449"/>
    <p:sldId xmlns:r="http://schemas.openxmlformats.org/officeDocument/2006/relationships" id="278" r:id="Re579f7d2aca14972"/>
    <p:sldId xmlns:r="http://schemas.openxmlformats.org/officeDocument/2006/relationships" id="279" r:id="Ra9e51706e8e24574"/>
    <p:sldId xmlns:r="http://schemas.openxmlformats.org/officeDocument/2006/relationships" id="280" r:id="R2f5bb23541dd4efb"/>
    <p:sldId xmlns:r="http://schemas.openxmlformats.org/officeDocument/2006/relationships" id="281" r:id="R268bd48552254e9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df59ac0a2354083" /><Relationship Type="http://schemas.openxmlformats.org/officeDocument/2006/relationships/slideMaster" Target="/ppt/slideMasters/slideMaster1.xml" Id="Re0c0f2e40907495a" /><Relationship Type="http://schemas.openxmlformats.org/officeDocument/2006/relationships/notesMaster" Target="/ppt/notesMasters/notesMaster1.xml" Id="Rfc4e11b618bb42c6" /><Relationship Type="http://schemas.openxmlformats.org/officeDocument/2006/relationships/presProps" Target="/ppt/presProps.xml" Id="R8768a02d9fb44db1" /><Relationship Type="http://schemas.openxmlformats.org/officeDocument/2006/relationships/tableStyles" Target="/ppt/tableStyles.xml" Id="R62c9674079e44068" /><Relationship Type="http://schemas.openxmlformats.org/officeDocument/2006/relationships/slide" Target="/ppt/slides/slide1.xml" Id="Re322eb89e2304da9" /><Relationship Type="http://schemas.openxmlformats.org/officeDocument/2006/relationships/slide" Target="/ppt/slides/slide2.xml" Id="R1ba770f040e849e9" /><Relationship Type="http://schemas.openxmlformats.org/officeDocument/2006/relationships/slide" Target="/ppt/slides/slide3.xml" Id="R4a0ac0d9c6184ca4" /><Relationship Type="http://schemas.openxmlformats.org/officeDocument/2006/relationships/slide" Target="/ppt/slides/slide4.xml" Id="Rdb0bc2d6b5b74eff" /><Relationship Type="http://schemas.openxmlformats.org/officeDocument/2006/relationships/slide" Target="/ppt/slides/slide5.xml" Id="Rb5b1c7a7650a4116" /><Relationship Type="http://schemas.openxmlformats.org/officeDocument/2006/relationships/slide" Target="/ppt/slides/slide6.xml" Id="R132d319745934992" /><Relationship Type="http://schemas.openxmlformats.org/officeDocument/2006/relationships/slide" Target="/ppt/slides/slide7.xml" Id="Ra3e00331d8e24c79" /><Relationship Type="http://schemas.openxmlformats.org/officeDocument/2006/relationships/slide" Target="/ppt/slides/slide8.xml" Id="Rfc7139088c6143b5" /><Relationship Type="http://schemas.openxmlformats.org/officeDocument/2006/relationships/slide" Target="/ppt/slides/slide9.xml" Id="Re0945cc0129f474c" /><Relationship Type="http://schemas.openxmlformats.org/officeDocument/2006/relationships/slide" Target="/ppt/slides/slide10.xml" Id="R33736d0d20fc46b8" /><Relationship Type="http://schemas.openxmlformats.org/officeDocument/2006/relationships/slide" Target="/ppt/slides/slide11.xml" Id="R5b7508ea021a480f" /><Relationship Type="http://schemas.openxmlformats.org/officeDocument/2006/relationships/slide" Target="/ppt/slides/slide12.xml" Id="R58f445c7521b4019" /><Relationship Type="http://schemas.openxmlformats.org/officeDocument/2006/relationships/slide" Target="/ppt/slides/slide13.xml" Id="R49cfe8ee96aa42cc" /><Relationship Type="http://schemas.openxmlformats.org/officeDocument/2006/relationships/slide" Target="/ppt/slides/slide14.xml" Id="Rc66e9253f9e44e4f" /><Relationship Type="http://schemas.openxmlformats.org/officeDocument/2006/relationships/slide" Target="/ppt/slides/slide15.xml" Id="R7568c273ba4540f2" /><Relationship Type="http://schemas.openxmlformats.org/officeDocument/2006/relationships/slide" Target="/ppt/slides/slide16.xml" Id="R339f307f177144e9" /><Relationship Type="http://schemas.openxmlformats.org/officeDocument/2006/relationships/slide" Target="/ppt/slides/slide17.xml" Id="R5ad3850dcda34671" /><Relationship Type="http://schemas.openxmlformats.org/officeDocument/2006/relationships/slide" Target="/ppt/slides/slide18.xml" Id="R7dc804e5228f4bc4" /><Relationship Type="http://schemas.openxmlformats.org/officeDocument/2006/relationships/slide" Target="/ppt/slides/slide19.xml" Id="R882f59757ce14045" /><Relationship Type="http://schemas.openxmlformats.org/officeDocument/2006/relationships/slide" Target="/ppt/slides/slide20.xml" Id="R5424d2717edc474d" /><Relationship Type="http://schemas.openxmlformats.org/officeDocument/2006/relationships/slide" Target="/ppt/slides/slide21.xml" Id="Rad1d5f7a4aa84e33" /><Relationship Type="http://schemas.openxmlformats.org/officeDocument/2006/relationships/slide" Target="/ppt/slides/slide22.xml" Id="R31d12b5d49884449" /><Relationship Type="http://schemas.openxmlformats.org/officeDocument/2006/relationships/slide" Target="/ppt/slides/slide23.xml" Id="Re579f7d2aca14972" /><Relationship Type="http://schemas.openxmlformats.org/officeDocument/2006/relationships/slide" Target="/ppt/slides/slide24.xml" Id="Ra9e51706e8e24574" /><Relationship Type="http://schemas.openxmlformats.org/officeDocument/2006/relationships/slide" Target="/ppt/slides/slide25.xml" Id="R2f5bb23541dd4efb" /><Relationship Type="http://schemas.openxmlformats.org/officeDocument/2006/relationships/slide" Target="/ppt/slides/slide26.xml" Id="R268bd48552254e9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f77a0b47edd407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576558daa364380" /><Relationship Type="http://schemas.openxmlformats.org/officeDocument/2006/relationships/notesMaster" Target="/ppt/notesMasters/notesMaster1.xml" Id="R5ed77d7abb6d4732" /></Relationships>
</file>

<file path=ppt/notesSlides/_rels/notesSlide2.xml.rels>&#65279;<?xml version="1.0" encoding="utf-8"?><Relationships xmlns="http://schemas.openxmlformats.org/package/2006/relationships"><Relationship Type="http://schemas.openxmlformats.org/officeDocument/2006/relationships/slide" Target="/ppt/slides/slide2.xml" Id="R30b1f2f7d117478d" /><Relationship Type="http://schemas.openxmlformats.org/officeDocument/2006/relationships/notesMaster" Target="/ppt/notesMasters/notesMaster1.xml" Id="Rdbf56032857a409b" /></Relationships>
</file>

<file path=ppt/notesSlides/_rels/notesSlide3.xml.rels>&#65279;<?xml version="1.0" encoding="utf-8"?><Relationships xmlns="http://schemas.openxmlformats.org/package/2006/relationships"><Relationship Type="http://schemas.openxmlformats.org/officeDocument/2006/relationships/slide" Target="/ppt/slides/slide3.xml" Id="Rd5ed1115b64a4c88" /><Relationship Type="http://schemas.openxmlformats.org/officeDocument/2006/relationships/notesMaster" Target="/ppt/notesMasters/notesMaster1.xml" Id="R5eddc994e5894fe7" /></Relationships>
</file>

<file path=ppt/notesSlides/_rels/notesSlide4.xml.rels>&#65279;<?xml version="1.0" encoding="utf-8"?><Relationships xmlns="http://schemas.openxmlformats.org/package/2006/relationships"><Relationship Type="http://schemas.openxmlformats.org/officeDocument/2006/relationships/slide" Target="/ppt/slides/slide4.xml" Id="Rc03f3e5766ae4d2b" /><Relationship Type="http://schemas.openxmlformats.org/officeDocument/2006/relationships/notesMaster" Target="/ppt/notesMasters/notesMaster1.xml" Id="R790240cb09f346ad" /></Relationships>
</file>

<file path=ppt/notesSlides/_rels/notesSlide5.xml.rels>&#65279;<?xml version="1.0" encoding="utf-8"?><Relationships xmlns="http://schemas.openxmlformats.org/package/2006/relationships"><Relationship Type="http://schemas.openxmlformats.org/officeDocument/2006/relationships/slide" Target="/ppt/slides/slide5.xml" Id="R19e5fa56dc0a4c9b" /><Relationship Type="http://schemas.openxmlformats.org/officeDocument/2006/relationships/notesMaster" Target="/ppt/notesMasters/notesMaster1.xml" Id="R1fca176b56dc44c1" /></Relationships>
</file>

<file path=ppt/notesSlides/_rels/notesSlide6.xml.rels>&#65279;<?xml version="1.0" encoding="utf-8"?><Relationships xmlns="http://schemas.openxmlformats.org/package/2006/relationships"><Relationship Type="http://schemas.openxmlformats.org/officeDocument/2006/relationships/slide" Target="/ppt/slides/slide6.xml" Id="R1aa14cf00cfb4e1b" /><Relationship Type="http://schemas.openxmlformats.org/officeDocument/2006/relationships/notesMaster" Target="/ppt/notesMasters/notesMaster1.xml" Id="R9162aa3cb7e64bb0" /></Relationships>
</file>

<file path=ppt/notesSlides/_rels/notesSlide7.xml.rels>&#65279;<?xml version="1.0" encoding="utf-8"?><Relationships xmlns="http://schemas.openxmlformats.org/package/2006/relationships"><Relationship Type="http://schemas.openxmlformats.org/officeDocument/2006/relationships/slide" Target="/ppt/slides/slide7.xml" Id="Rd8bc554939044dfc" /><Relationship Type="http://schemas.openxmlformats.org/officeDocument/2006/relationships/notesMaster" Target="/ppt/notesMasters/notesMaster1.xml" Id="R7d8a60f29f094167" /></Relationships>
</file>

<file path=ppt/notesSlides/_rels/notesSlide8.xml.rels>&#65279;<?xml version="1.0" encoding="utf-8"?><Relationships xmlns="http://schemas.openxmlformats.org/package/2006/relationships"><Relationship Type="http://schemas.openxmlformats.org/officeDocument/2006/relationships/slide" Target="/ppt/slides/slide8.xml" Id="R71b2ea2cdfce4f13" /><Relationship Type="http://schemas.openxmlformats.org/officeDocument/2006/relationships/notesMaster" Target="/ppt/notesMasters/notesMaster1.xml" Id="R52b7b1abd95a431d" /></Relationships>
</file>

<file path=ppt/notesSlides/_rels/notesSlide9.xml.rels>&#65279;<?xml version="1.0" encoding="utf-8"?><Relationships xmlns="http://schemas.openxmlformats.org/package/2006/relationships"><Relationship Type="http://schemas.openxmlformats.org/officeDocument/2006/relationships/slide" Target="/ppt/slides/slide9.xml" Id="R8456802acb22456c" /><Relationship Type="http://schemas.openxmlformats.org/officeDocument/2006/relationships/notesMaster" Target="/ppt/notesMasters/notesMaster1.xml" Id="R80f86b6fbbe54df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b22c97433ac4830" /><Relationship Type="http://schemas.openxmlformats.org/officeDocument/2006/relationships/notesMaster" Target="/ppt/notesMasters/notesMaster1.xml" Id="Rfb37fdf58ac8432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a49732330b54f6d" /><Relationship Type="http://schemas.openxmlformats.org/officeDocument/2006/relationships/notesMaster" Target="/ppt/notesMasters/notesMaster1.xml" Id="R56f4116e57d0450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794f5c78ac442ca" /><Relationship Type="http://schemas.openxmlformats.org/officeDocument/2006/relationships/notesMaster" Target="/ppt/notesMasters/notesMaster1.xml" Id="R70243314043940a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3d578d15f484ea3" /><Relationship Type="http://schemas.openxmlformats.org/officeDocument/2006/relationships/notesMaster" Target="/ppt/notesMasters/notesMaster1.xml" Id="R1ab1d89a408948c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3f026e901cf426d" /><Relationship Type="http://schemas.openxmlformats.org/officeDocument/2006/relationships/notesMaster" Target="/ppt/notesMasters/notesMaster1.xml" Id="R9c35d7302676404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987077d04674204" /><Relationship Type="http://schemas.openxmlformats.org/officeDocument/2006/relationships/notesMaster" Target="/ppt/notesMasters/notesMaster1.xml" Id="R1718c101cc73426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9ff1a780cb54dc4" /><Relationship Type="http://schemas.openxmlformats.org/officeDocument/2006/relationships/notesMaster" Target="/ppt/notesMasters/notesMaster1.xml" Id="R9cffb2de9c3e45c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de22e6693a4435b" /><Relationship Type="http://schemas.openxmlformats.org/officeDocument/2006/relationships/notesMaster" Target="/ppt/notesMasters/notesMaster1.xml" Id="R6c6c93180cfb49e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ae717fee15d42d0" /><Relationship Type="http://schemas.openxmlformats.org/officeDocument/2006/relationships/notesMaster" Target="/ppt/notesMasters/notesMaster1.xml" Id="R6e2ec0ff27be46f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7e28add7d6848d3" /><Relationship Type="http://schemas.openxmlformats.org/officeDocument/2006/relationships/notesMaster" Target="/ppt/notesMasters/notesMaster1.xml" Id="R9ef1107ffae7459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4597cb8882540db" /><Relationship Type="http://schemas.openxmlformats.org/officeDocument/2006/relationships/notesMaster" Target="/ppt/notesMasters/notesMaster1.xml" Id="R0cc62586c7aa46c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76f76671eb240b7" /><Relationship Type="http://schemas.openxmlformats.org/officeDocument/2006/relationships/notesMaster" Target="/ppt/notesMasters/notesMaster1.xml" Id="R1a4ee77e45bd4c0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56d6a34d95f4b70" /><Relationship Type="http://schemas.openxmlformats.org/officeDocument/2006/relationships/notesMaster" Target="/ppt/notesMasters/notesMaster1.xml" Id="R2c587966a04c491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d62dae76a7e44a8" /><Relationship Type="http://schemas.openxmlformats.org/officeDocument/2006/relationships/notesMaster" Target="/ppt/notesMasters/notesMaster1.xml" Id="R6737e025d9b4444b"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5baf6c411a41472a" /><Relationship Type="http://schemas.openxmlformats.org/officeDocument/2006/relationships/notesMaster" Target="/ppt/notesMasters/notesMaster1.xml" Id="R88ac3c19c9c24fea"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fe55bfd473f443a8" /><Relationship Type="http://schemas.openxmlformats.org/officeDocument/2006/relationships/notesMaster" Target="/ppt/notesMasters/notesMaster1.xml" Id="R6fd9fbafd5184055"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a04c794b67524c91" /><Relationship Type="http://schemas.openxmlformats.org/officeDocument/2006/relationships/notesMaster" Target="/ppt/notesMasters/notesMaster1.xml" Id="R165d7aa5782c4c4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Hedef kitle: log okuyan geliştirici, QA ve operasyon ekipleri. Temel HTTP/JSON bilgisi varsayılır. Örnekler sentetiktir. Açık kaynak OpenSearch temel alınır. Amazon OpenSearch Service önerileri ayrıca etiketlenir. Belgeler 29 Ekim 2026 tarihinde kontrol edilmiştir. Arayüz ve eklenti yetenekleri sürüme göre değişebilir.</a:t>
            </a:r>
          </a:p>
          <a:p xmlns:a="http://schemas.openxmlformats.org/drawingml/2006/main">
            <a:r>
              <a:t/>
            </a:r>
          </a:p>
          <a:p xmlns:a="http://schemas.openxmlformats.org/drawingml/2006/main">
            <a:r>
              <a:t>Kaynaklar (29 Ekim 2026):</a:t>
            </a:r>
          </a:p>
          <a:p xmlns:a="http://schemas.openxmlformats.org/drawingml/2006/main">
            <a:r>
              <a:t>S01: Discover ve sorgu araçları</a:t>
            </a:r>
          </a:p>
          <a:p xmlns:a="http://schemas.openxmlformats.org/drawingml/2006/main">
            <a:r>
              <a:t>https://docs.opensearch.org/latest/dashboards/discover/index/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Önerilen çalışma sırasıdır, ürünün zorunlu akışı değildir. Önce dar bir pencere seç, ihtiyaç oldukça genişlet. Trace ile devam ederken ilk servisin filtresini kaldırmak gerekebilir. @timestamp burada olay zamanına eşlenmiştir. Gözlem zamanı ayrı tutulur, saat farkı ve gecikmiş teslim incelenir. Log korelasyonu tek başına kök neden kanıtı değildir.</a:t>
            </a:r>
          </a:p>
          <a:p xmlns:a="http://schemas.openxmlformats.org/drawingml/2006/main">
            <a:r>
              <a:t/>
            </a:r>
          </a:p>
          <a:p xmlns:a="http://schemas.openxmlformats.org/drawingml/2006/main">
            <a:r>
              <a:t>Kaynaklar (29 Ekim 2026):</a:t>
            </a:r>
          </a:p>
          <a:p xmlns:a="http://schemas.openxmlformats.org/drawingml/2006/main">
            <a:r>
              <a:t>S01: Discover ve sorgu araçları</a:t>
            </a:r>
          </a:p>
          <a:p xmlns:a="http://schemas.openxmlformats.org/drawingml/2006/main">
            <a:r>
              <a:t>https://docs.opensearch.org/latest/dashboards/discover/index/</a:t>
            </a:r>
          </a:p>
          <a:p xmlns:a="http://schemas.openxmlformats.org/drawingml/2006/main">
            <a:r>
              <a:t>S19: OpenTelemetry Logs Data Model</a:t>
            </a:r>
          </a:p>
          <a:p xmlns:a="http://schemas.openxmlformats.org/drawingml/2006/main">
            <a:r>
              <a:t>https://opentelemetry.io/docs/specs/otel/logs/data-model/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 alan adları eğitim şemasıdır, OpenTelemetry veya ECS standardı olarak sunulmaz. Örnekte service_name doğrudan keyword türündedir; service_name.keyword yoktur. term analiz edilmiş message üzerinde beklenmedik sonuç verebilir. match_phrase analizörün ürettiği terim sırasını arar, ham metnin byte düzeyinde eşitliği anlamına gelmez. Sık kullanılan alanları açıkça tanımlamak kontrolsüz alan artışını önlemeye yardım eder. strict mapping bilinmeyen alanları reddeder; bu nedenle hatalı kayıt takibi gerekir.</a:t>
            </a:r>
          </a:p>
          <a:p xmlns:a="http://schemas.openxmlformats.org/drawingml/2006/main">
            <a:r>
              <a:t/>
            </a:r>
          </a:p>
          <a:p xmlns:a="http://schemas.openxmlformats.org/drawingml/2006/main">
            <a:r>
              <a:t>Kaynaklar (29 Ekim 2026):</a:t>
            </a:r>
          </a:p>
          <a:p xmlns:a="http://schemas.openxmlformats.org/drawingml/2006/main">
            <a:r>
              <a:t>S03: Term query</a:t>
            </a:r>
          </a:p>
          <a:p xmlns:a="http://schemas.openxmlformats.org/drawingml/2006/main">
            <a:r>
              <a:t>https://docs.opensearch.org/latest/query-dsl/term/term/</a:t>
            </a:r>
          </a:p>
          <a:p xmlns:a="http://schemas.openxmlformats.org/drawingml/2006/main">
            <a:r>
              <a:t>S04: Match phrase query</a:t>
            </a:r>
          </a:p>
          <a:p xmlns:a="http://schemas.openxmlformats.org/drawingml/2006/main">
            <a:r>
              <a:t>https://docs.opensearch.org/latest/query-dsl/full-text/match-phrase/</a:t>
            </a:r>
          </a:p>
          <a:p xmlns:a="http://schemas.openxmlformats.org/drawingml/2006/main">
            <a:r>
              <a:t>S12: Mapping explosion</a:t>
            </a:r>
          </a:p>
          <a:p xmlns:a="http://schemas.openxmlformats.org/drawingml/2006/main">
            <a:r>
              <a:t>https://docs.opensearch.org/latest/mappings/mapping-explosion/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Query DSL: OpenSearch Dashboards içindeki Dev Tools konsolunda HTTP metodu, yol ve JSON gövdesiyle kullanılır. Aynı Search API curl, Postman veya bir uygulamanın OpenSearch istemcisinden çağrılabilir. PPL: klasik menüde OpenSearch Plugins &gt; Query Workbench &gt; PPL, ardından Run. Dev Tools içinden de POST /_plugins/_ppl endpointine JSON gövde gönderilebilir. SQL/PPL eklentisi ve PPL desteğinin açık olması gerekir. OpenSearch 3.5 ile gelen yeni Observability workspace içindeki Discover &gt; Logs ekranı PPL kullanır; gerekli feature flag, workspace ve dataset yapılandırması kontrol edilir. Klasik Discover arama çubuğundaki DQL/Lucene ile Query DSL JSON aynı şey değildir. PPL API örneği küçük eğitim indeksini gösterir; gerçek log incelemesinde zaman ve ortam filtresi gerekir. Kimlik doğrulama dağıtıma bağlıdır; yönetilen AWS domaininde IAM kullanılıyorsa SigV4 imzası gerekir. API anahtarını prompt veya repo içine koyma.</a:t>
            </a:r>
          </a:p>
          <a:p xmlns:a="http://schemas.openxmlformats.org/drawingml/2006/main">
            <a:r>
              <a:t/>
            </a:r>
          </a:p>
          <a:p xmlns:a="http://schemas.openxmlformats.org/drawingml/2006/main">
            <a:r>
              <a:t>Kaynaklar (29 Ekim 2026):</a:t>
            </a:r>
          </a:p>
          <a:p xmlns:a="http://schemas.openxmlformats.org/drawingml/2006/main">
            <a:r>
              <a:t>S01: Discover ve sorgu araçları</a:t>
            </a:r>
          </a:p>
          <a:p xmlns:a="http://schemas.openxmlformats.org/drawingml/2006/main">
            <a:r>
              <a:t>https://docs.opensearch.org/latest/dashboards/discover/index/</a:t>
            </a:r>
          </a:p>
          <a:p xmlns:a="http://schemas.openxmlformats.org/drawingml/2006/main">
            <a:r>
              <a:t>S08: Search API</a:t>
            </a:r>
          </a:p>
          <a:p xmlns:a="http://schemas.openxmlformats.org/drawingml/2006/main">
            <a:r>
              <a:t>https://docs.opensearch.org/latest/api-reference/search/</a:t>
            </a:r>
          </a:p>
          <a:p xmlns:a="http://schemas.openxmlformats.org/drawingml/2006/main">
            <a:r>
              <a:t>S23: SQL ve PPL API</a:t>
            </a:r>
          </a:p>
          <a:p xmlns:a="http://schemas.openxmlformats.org/drawingml/2006/main">
            <a:r>
              <a:t>https://docs.opensearch.org/latest/sql-and-ppl/sql-and-ppl-api/index/</a:t>
            </a:r>
          </a:p>
          <a:p xmlns:a="http://schemas.openxmlformats.org/drawingml/2006/main">
            <a:r>
              <a:t>S24: Query Workbench</a:t>
            </a:r>
          </a:p>
          <a:p xmlns:a="http://schemas.openxmlformats.org/drawingml/2006/main">
            <a:r>
              <a:t>https://docs.opensearch.org/latest/dashboards/query-workbench/</a:t>
            </a:r>
          </a:p>
          <a:p xmlns:a="http://schemas.openxmlformats.org/drawingml/2006/main">
            <a:r>
              <a:t>S25: Discover Logs</a:t>
            </a:r>
          </a:p>
          <a:p xmlns:a="http://schemas.openxmlformats.org/drawingml/2006/main">
            <a:r>
              <a:t>https://docs.opensearch.org/latest/observing-your-data/exploring-observability-data/discover-logs/</a:t>
            </a:r>
          </a:p>
          <a:p xmlns:a="http://schemas.openxmlformats.org/drawingml/2006/main">
            <a:r>
              <a:t>S30: SQL/PPL settings</a:t>
            </a:r>
          </a:p>
          <a:p xmlns:a="http://schemas.openxmlformats.org/drawingml/2006/main">
            <a:r>
              <a:t>https://docs.opensearch.org/latest/sql-and-ppl/settings/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Discover zaman aralığı: 29 Ekim 2026 10:00 dahil, 10:15 hariç UTC. Sorgunun metni UI zaman filtresini içermez; paylaşırken ikisini birlikte kaydet. İlk sorgu HTTP 5xx aralığını sınırlar. İkinci sorgu alanı bulunan ve 200 olmayan kayıtları seçer; 3xx/4xx de dahildir, dolayısıyla hata tanımı değildir. Yalnız not status_code:200 kullanılırsa alanı eksik kayıtlar da gelebilir. Phrase eşleşmesi message analizörüne bağlıdır.</a:t>
            </a:r>
          </a:p>
          <a:p xmlns:a="http://schemas.openxmlformats.org/drawingml/2006/main">
            <a:r>
              <a:t/>
            </a:r>
          </a:p>
          <a:p xmlns:a="http://schemas.openxmlformats.org/drawingml/2006/main">
            <a:r>
              <a:t>Kaynaklar (29 Ekim 2026):</a:t>
            </a:r>
          </a:p>
          <a:p xmlns:a="http://schemas.openxmlformats.org/drawingml/2006/main">
            <a:r>
              <a:t>S02: DQL başvuru belgesi</a:t>
            </a:r>
          </a:p>
          <a:p xmlns:a="http://schemas.openxmlformats.org/drawingml/2006/main">
            <a:r>
              <a:t>https://docs.opensearch.org/latest/dashboards/dql/</a:t>
            </a:r>
          </a:p>
          <a:p xmlns:a="http://schemas.openxmlformats.org/drawingml/2006/main">
            <a:r>
              <a:t>S04: Match phrase query</a:t>
            </a:r>
          </a:p>
          <a:p xmlns:a="http://schemas.openxmlformats.org/drawingml/2006/main">
            <a:r>
              <a:t>https://docs.opensearch.org/latest/query-dsl/full-text/match-phrase/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Bunlar klasik Discover DQL arama çubuğu örnekleridir. duration_ms birimi bu eğitim şemasında milisaniyedir. message:connection and message:timeout iki terimi de arar; sıralarının bitişik olması gerekmez. message:"connection timeout" analizörle phrase eşleşmesi yapar. Tam kimlikleri keyword alanında ara. not trace_id:* indexed değeri eksik olayları bulur; boş string ile aynı şey değildir. Fixture bütün kayıtlarda trace_id içerdiğinden bu sorgunun boş dönmesi beklenir. Prefix check* mevcut keyword service_name için uygundur; baştaki *check* daha pahalı olabilir. Eklerde zaman aralığı, trace ID, alan varlığı, OR ve DSL should davranışına ilişkin ek kalıplar bulunur. Sorgular canlı motorda çalıştırılmadı.</a:t>
            </a:r>
          </a:p>
          <a:p xmlns:a="http://schemas.openxmlformats.org/drawingml/2006/main">
            <a:r>
              <a:t/>
            </a:r>
          </a:p>
          <a:p xmlns:a="http://schemas.openxmlformats.org/drawingml/2006/main">
            <a:r>
              <a:t>Kaynaklar (29 Ekim 2026):</a:t>
            </a:r>
          </a:p>
          <a:p xmlns:a="http://schemas.openxmlformats.org/drawingml/2006/main">
            <a:r>
              <a:t>S02: DQL başvuru belgesi</a:t>
            </a:r>
          </a:p>
          <a:p xmlns:a="http://schemas.openxmlformats.org/drawingml/2006/main">
            <a:r>
              <a:t>https://docs.opensearch.org/latest/dashboards/dql/</a:t>
            </a:r>
          </a:p>
          <a:p xmlns:a="http://schemas.openxmlformats.org/drawingml/2006/main">
            <a:r>
              <a:t>S03: Term query</a:t>
            </a:r>
          </a:p>
          <a:p xmlns:a="http://schemas.openxmlformats.org/drawingml/2006/main">
            <a:r>
              <a:t>https://docs.opensearch.org/latest/query-dsl/term/term/</a:t>
            </a:r>
          </a:p>
          <a:p xmlns:a="http://schemas.openxmlformats.org/drawingml/2006/main">
            <a:r>
              <a:t>S04: Match phrase query</a:t>
            </a:r>
          </a:p>
          <a:p xmlns:a="http://schemas.openxmlformats.org/drawingml/2006/main">
            <a:r>
              <a:t>https://docs.opensearch.org/latest/query-dsl/full-text/match-phrase/</a:t>
            </a:r>
          </a:p>
          <a:p xmlns:a="http://schemas.openxmlformats.org/drawingml/2006/main">
            <a:r>
              <a:t>S10: Wildcard query</a:t>
            </a:r>
          </a:p>
          <a:p xmlns:a="http://schemas.openxmlformats.org/drawingml/2006/main">
            <a:r>
              <a:t>https://docs.opensearch.org/latest/query-dsl/term/wildcard/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filter belgeleri evet/hayır koşullarıyla eler ve relevance skoru üretmez. event_id örnekte benzersiz keyword olarak deterministik ikincil sıralama sağlar. _source seçimi dönen veriyi sınırlar; indeks taramasını otomatik olarak aynı oranda azaltacağı iddia edilmez. track_total_hits:false tam sayımı kapatır, hata oranı hesabında aynı ayar kullanılmaz. should ile alternatif koşullar zorunlu tutulacaksa minimum_should_match açıkça belirtilmelidir. examples/search.json aynı arama semantiğinin ek gösterim alanları içeren tam dosyasıdır.</a:t>
            </a:r>
          </a:p>
          <a:p xmlns:a="http://schemas.openxmlformats.org/drawingml/2006/main">
            <a:r>
              <a:t/>
            </a:r>
          </a:p>
          <a:p xmlns:a="http://schemas.openxmlformats.org/drawingml/2006/main">
            <a:r>
              <a:t>Kaynaklar (29 Ekim 2026):</a:t>
            </a:r>
          </a:p>
          <a:p xmlns:a="http://schemas.openxmlformats.org/drawingml/2006/main">
            <a:r>
              <a:t>S05: Boolean query</a:t>
            </a:r>
          </a:p>
          <a:p xmlns:a="http://schemas.openxmlformats.org/drawingml/2006/main">
            <a:r>
              <a:t>https://docs.opensearch.org/latest/query-dsl/compound/bool/</a:t>
            </a:r>
          </a:p>
          <a:p xmlns:a="http://schemas.openxmlformats.org/drawingml/2006/main">
            <a:r>
              <a:t>S08: Search API</a:t>
            </a:r>
          </a:p>
          <a:p xmlns:a="http://schemas.openxmlformats.org/drawingml/2006/main">
            <a:r>
              <a:t>https://docs.opensearch.org/latest/api-reference/search/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Örnek oturumu UTC olarak varsayar. timestamp() dönüşümleri ve tarih karşılaştırmaları için hedef motor ve oturum zaman dilimi kontrol edilmelidir. UI zaman seçicisinin API çağrılarına otomatik taşındığı varsayılmaz, bu yüzden sorguda açık zaman sınırları vardır. stats gruplama yapar, sort azalan sayıya göre sıralar. Zaman serisi için stats count() as errors by span(`@timestamp`, 1m), service_name kullanılabilir. Yüksek kardinaliteli gruplamalarda PPL çevirisi ve kullanılan toplama stratejisi yaklaşık sonuç üretebilir. Sentetik örnek beklenen sonucu: checkout 3, catalog 1. Gerçek motor üzerinde çalıştırılmış test sonucu değildir.</a:t>
            </a:r>
          </a:p>
          <a:p xmlns:a="http://schemas.openxmlformats.org/drawingml/2006/main">
            <a:r>
              <a:t/>
            </a:r>
          </a:p>
          <a:p xmlns:a="http://schemas.openxmlformats.org/drawingml/2006/main">
            <a:r>
              <a:t>Kaynaklar (29 Ekim 2026):</a:t>
            </a:r>
          </a:p>
          <a:p xmlns:a="http://schemas.openxmlformats.org/drawingml/2006/main">
            <a:r>
              <a:t>S06: PPL stats</a:t>
            </a:r>
          </a:p>
          <a:p xmlns:a="http://schemas.openxmlformats.org/drawingml/2006/main">
            <a:r>
              <a:t>https://docs.opensearch.org/latest/sql-and-ppl/ppl/commands/stats/</a:t>
            </a:r>
          </a:p>
          <a:p xmlns:a="http://schemas.openxmlformats.org/drawingml/2006/main">
            <a:r>
              <a:t>S07: PPL where</a:t>
            </a:r>
          </a:p>
          <a:p xmlns:a="http://schemas.openxmlformats.org/drawingml/2006/main">
            <a:r>
              <a:t>https://docs.opensearch.org/latest/sql-and-ppl/ppl/commands/where/</a:t>
            </a:r>
          </a:p>
          <a:p xmlns:a="http://schemas.openxmlformats.org/drawingml/2006/main">
            <a:r>
              <a:t>S20: SQL/PPL veri türleri</a:t>
            </a:r>
          </a:p>
          <a:p xmlns:a="http://schemas.openxmlformats.org/drawingml/2006/main">
            <a:r>
              <a:t>https://docs.opensearch.org/latest/sql-and-ppl/datatypes/</a:t>
            </a:r>
          </a:p>
          <a:p xmlns:a="http://schemas.openxmlformats.org/drawingml/2006/main">
            <a:r>
              <a:t>S21: SQL/PPL ortak fonksiyonları</a:t>
            </a:r>
          </a:p>
          <a:p xmlns:a="http://schemas.openxmlformats.org/drawingml/2006/main">
            <a:r>
              <a:t>https://docs.opensearch.org/latest/sql-and-ppl/functions/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Tamamı sentetik aritmetik örnektir. 50/10000 = 0,005 ve 40/1000 = 0,04. Aynı servis, ortam ve eşit uzunluktaki zaman pencereleri varsayılır. Pay ve payda aynı tamamlanan istek evreninden üretilmelidir. Her istek için tek terminal kayıt gerekir. Retry, duplicate, sampling ve kayıp loglar oranı bozabilir. Üretim alarmında gecikme/SLO ve güvenilir istek metriğiyle birlikte değerlendirme önerilir. Tamamlanan istek oranı, hiç tamamlanmayan veya hiç loglanmayan istekleri kapsamaz. Top-N terms bütün dağılım değildir; hata sınırı ve dışarıda kalan belge sayısı ayrıca incelenir.</a:t>
            </a:r>
          </a:p>
          <a:p xmlns:a="http://schemas.openxmlformats.org/drawingml/2006/main">
            <a:r>
              <a:t/>
            </a:r>
          </a:p>
          <a:p xmlns:a="http://schemas.openxmlformats.org/drawingml/2006/main">
            <a:r>
              <a:t>Kaynaklar (29 Ekim 2026):</a:t>
            </a:r>
          </a:p>
          <a:p xmlns:a="http://schemas.openxmlformats.org/drawingml/2006/main">
            <a:r>
              <a:t>S08: Search API</a:t>
            </a:r>
          </a:p>
          <a:p xmlns:a="http://schemas.openxmlformats.org/drawingml/2006/main">
            <a:r>
              <a:t>https://docs.opensearch.org/latest/api-reference/search/</a:t>
            </a:r>
          </a:p>
          <a:p xmlns:a="http://schemas.openxmlformats.org/drawingml/2006/main">
            <a:r>
              <a:t>S09: Terms aggregation</a:t>
            </a:r>
          </a:p>
          <a:p xmlns:a="http://schemas.openxmlformats.org/drawingml/2006/main">
            <a:r>
              <a:t>https://docs.opensearch.org/latest/aggregations/bucket/terms/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Bunlar ölçülecek hipotezlerdir, belirli bir hızlanma yüzdesi vaat edilmez. PIT sabit veri görünümü sağlar, açık kaldığı sürece segment ve kaynak tutar. from+size derin sayfalarda pahalıdır. time filtresi her shard temasını otomatik olarak ortadan kaldırmaz. Profile API yalnız teşhiste kullanılmalı, ek yükü vardır ve ağ/kuyruk gecikmesini ölçmez. Çok yüksek kardinaliteli trace_id için terms gruplaması yerine bilinen kimlikle arama çoğu incelemeye daha uygundur. Üretimde cache hit garantisi verilmez.</a:t>
            </a:r>
          </a:p>
          <a:p xmlns:a="http://schemas.openxmlformats.org/drawingml/2006/main">
            <a:r>
              <a:t/>
            </a:r>
          </a:p>
          <a:p xmlns:a="http://schemas.openxmlformats.org/drawingml/2006/main">
            <a:r>
              <a:t>Kaynaklar (29 Ekim 2026):</a:t>
            </a:r>
          </a:p>
          <a:p xmlns:a="http://schemas.openxmlformats.org/drawingml/2006/main">
            <a:r>
              <a:t>S08: Search API</a:t>
            </a:r>
          </a:p>
          <a:p xmlns:a="http://schemas.openxmlformats.org/drawingml/2006/main">
            <a:r>
              <a:t>https://docs.opensearch.org/latest/api-reference/search/</a:t>
            </a:r>
          </a:p>
          <a:p xmlns:a="http://schemas.openxmlformats.org/drawingml/2006/main">
            <a:r>
              <a:t>S10: Wildcard query</a:t>
            </a:r>
          </a:p>
          <a:p xmlns:a="http://schemas.openxmlformats.org/drawingml/2006/main">
            <a:r>
              <a:t>https://docs.opensearch.org/latest/query-dsl/term/wildcard/</a:t>
            </a:r>
          </a:p>
          <a:p xmlns:a="http://schemas.openxmlformats.org/drawingml/2006/main">
            <a:r>
              <a:t>S11: Point in Time</a:t>
            </a:r>
          </a:p>
          <a:p xmlns:a="http://schemas.openxmlformats.org/drawingml/2006/main">
            <a:r>
              <a:t>https://docs.opensearch.org/latest/search-plugins/searching-data/point-in-time/</a:t>
            </a:r>
          </a:p>
          <a:p xmlns:a="http://schemas.openxmlformats.org/drawingml/2006/main">
            <a:r>
              <a:t>S17: Profile API</a:t>
            </a:r>
          </a:p>
          <a:p xmlns:a="http://schemas.openxmlformats.org/drawingml/2006/main">
            <a:r>
              <a:t>https://docs.opensearch.org/latest/api-reference/search-apis/profile/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30–50 GiB önerisi Amazon OpenSearch Service belgesine aittir, evrensel optimum veya sabit limit olarak sunulmaz. Kurtarma süresi, node kaynakları ve arama yüküyle doğrulanmalıdır. Data stream zaman alanı gerektirir. ISM rollover içindeki min_size toplam primary depolamasını, min_primary_shard_size tek primary shardı değerlendirir. Doğrudan rollover koşulları OR ile birleşir. ISM periyodik kontrol yaptığı için eşik aşılabilir. Yeni any_of sözdizimi sürüme bağlı olduğundan örneğe dahil edilmemiştir. Retention yaşının indeks oluşturma/rollover olayına göre nasıl hesaplandığını hedef politikada incele, olay zamanı için belge başına tam TTL varsayma. Saklama süresi iş ihtiyacına göre belirlenir; 7/30 gün gibi keyfî üretim önerisi verilmez.</a:t>
            </a:r>
          </a:p>
          <a:p xmlns:a="http://schemas.openxmlformats.org/drawingml/2006/main">
            <a:r>
              <a:t/>
            </a:r>
          </a:p>
          <a:p xmlns:a="http://schemas.openxmlformats.org/drawingml/2006/main">
            <a:r>
              <a:t>Kaynaklar (29 Ekim 2026):</a:t>
            </a:r>
          </a:p>
          <a:p xmlns:a="http://schemas.openxmlformats.org/drawingml/2006/main">
            <a:r>
              <a:t>S13: Data streams</a:t>
            </a:r>
          </a:p>
          <a:p xmlns:a="http://schemas.openxmlformats.org/drawingml/2006/main">
            <a:r>
              <a:t>https://docs.opensearch.org/latest/opensearch/data-streams/</a:t>
            </a:r>
          </a:p>
          <a:p xmlns:a="http://schemas.openxmlformats.org/drawingml/2006/main">
            <a:r>
              <a:t>S14: ISM supported operations</a:t>
            </a:r>
          </a:p>
          <a:p xmlns:a="http://schemas.openxmlformats.org/drawingml/2006/main">
            <a:r>
              <a:t>https://docs.opensearch.org/latest/im-plugin/ism/policies-operations/</a:t>
            </a:r>
          </a:p>
          <a:p xmlns:a="http://schemas.openxmlformats.org/drawingml/2006/main">
            <a:r>
              <a:t>S15: Amazon OpenSearch Service best practices</a:t>
            </a:r>
          </a:p>
          <a:p xmlns:a="http://schemas.openxmlformats.org/drawingml/2006/main">
            <a:r>
              <a:t>https://docs.aws.amazon.com/opensearch-service/latest/developerguide/bp.html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 200 tek başına tüm arama shardlarının veya tüm Bulk öğelerinin başarı kanıtı değildir. Kayıp akış için ingest gecikmesi, parse hataları, reddedilen kayıtlar ve karantina/dead letter mekanizması gözlenir. Request slow logs OpenSearch 2.12 ile eklenmiştir, yönetilen dağıtım desteği kontrol edilir. Çok düşük slow log eşikleri disk ve performans maliyeti yaratır. Data Prepper obfuscate işleminde target orijinali korur. Temiz alanı yazarken ham alanı da göndermemek gerekir. Field masking indeks sonrasında uygulanır ve arama yeteneğini sınırlar; veri azaltmanın yerine geçmez. Bu sunum herhangi bir uyumluluk sertifikası iddia etmez.</a:t>
            </a:r>
          </a:p>
          <a:p xmlns:a="http://schemas.openxmlformats.org/drawingml/2006/main">
            <a:r>
              <a:t/>
            </a:r>
          </a:p>
          <a:p xmlns:a="http://schemas.openxmlformats.org/drawingml/2006/main">
            <a:r>
              <a:t>Kaynaklar (29 Ekim 2026):</a:t>
            </a:r>
          </a:p>
          <a:p xmlns:a="http://schemas.openxmlformats.org/drawingml/2006/main">
            <a:r>
              <a:t>S08: Search API</a:t>
            </a:r>
          </a:p>
          <a:p xmlns:a="http://schemas.openxmlformats.org/drawingml/2006/main">
            <a:r>
              <a:t>https://docs.opensearch.org/latest/api-reference/search/</a:t>
            </a:r>
          </a:p>
          <a:p xmlns:a="http://schemas.openxmlformats.org/drawingml/2006/main">
            <a:r>
              <a:t>S16: OpenSearch logs ve slow logs</a:t>
            </a:r>
          </a:p>
          <a:p xmlns:a="http://schemas.openxmlformats.org/drawingml/2006/main">
            <a:r>
              <a:t>https://docs.opensearch.org/latest/install-and-configure/configuring-opensearch/logs/</a:t>
            </a:r>
          </a:p>
          <a:p xmlns:a="http://schemas.openxmlformats.org/drawingml/2006/main">
            <a:r>
              <a:t>S18: Data Prepper obfuscate</a:t>
            </a:r>
          </a:p>
          <a:p xmlns:a="http://schemas.openxmlformats.org/drawingml/2006/main">
            <a:r>
              <a:t>https://docs.opensearch.org/latest/data-prepper/pipelines/configuration/processors/obfuscate/</a:t>
            </a:r>
          </a:p>
          <a:p xmlns:a="http://schemas.openxmlformats.org/drawingml/2006/main">
            <a:r>
              <a:t>S22: Field masking</a:t>
            </a:r>
          </a:p>
          <a:p xmlns:a="http://schemas.openxmlformats.org/drawingml/2006/main">
            <a:r>
              <a:t>https://docs.opensearch.org/latest/security/access-control/field-masking/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İlk yol bir mimari öneridir: LLM servis/zaman/niyet parametrelerini çıkarır, backend izinli bir sorgu şablonunu oluşturur ve yürütür. Tam DSL üretimini açmak zorunlu değildir. Çok adımlı agent, ilk sorgunun sonucuna göre izinli araçlar arasında seçim yapar: servis bazında hata sayısı, önceki eşit pencereyle oran karşılaştırması, ardından bir trace_id için ilgili kayıtlar. Her aşamada sorgu ve kanıt kaydı tutulur. Tek doğal dil dönüşümü otomatik olarak çok adımlı inceleme veya kök neden tespiti sağlamaz. Yerleşik agentic query DSL üretir; PPLTool ayrı bir araçtır. PPLTool 2.13 ile eklendi ve execute varsayılanı true olduğu için yalnız üretim isteniyorsa false açıkça verilir. Model/connector ve desteklenen dağıtım gereklidir. Vector index bu örnekteki alan/aggregation araması için zorunlu değildir. LLM çağrısı gecikme ve model kullanım maliyeti ekler; başarı ve maliyet gerçek sorularla ölçülmelidir.</a:t>
            </a:r>
          </a:p>
          <a:p xmlns:a="http://schemas.openxmlformats.org/drawingml/2006/main">
            <a:r>
              <a:t/>
            </a:r>
          </a:p>
          <a:p xmlns:a="http://schemas.openxmlformats.org/drawingml/2006/main">
            <a:r>
              <a:t>Kaynaklar (29 Ekim 2026):</a:t>
            </a:r>
          </a:p>
          <a:p xmlns:a="http://schemas.openxmlformats.org/drawingml/2006/main">
            <a:r>
              <a:t>S26: Agentic query</a:t>
            </a:r>
          </a:p>
          <a:p xmlns:a="http://schemas.openxmlformats.org/drawingml/2006/main">
            <a:r>
              <a:t>https://docs.opensearch.org/latest/query-dsl/specialized/agentic/</a:t>
            </a:r>
          </a:p>
          <a:p xmlns:a="http://schemas.openxmlformats.org/drawingml/2006/main">
            <a:r>
              <a:t>S27: Agentic search kurulumu</a:t>
            </a:r>
          </a:p>
          <a:p xmlns:a="http://schemas.openxmlformats.org/drawingml/2006/main">
            <a:r>
              <a:t>https://docs.opensearch.org/latest/vector-search/ai-search/agentic-search/index/</a:t>
            </a:r>
          </a:p>
          <a:p xmlns:a="http://schemas.openxmlformats.org/drawingml/2006/main">
            <a:r>
              <a:t>S28: QueryPlanningTool</a:t>
            </a:r>
          </a:p>
          <a:p xmlns:a="http://schemas.openxmlformats.org/drawingml/2006/main">
            <a:r>
              <a:t>https://docs.opensearch.org/latest/ml-commons-plugin/agents-tools/tools/query-planning-tool/</a:t>
            </a:r>
          </a:p>
          <a:p xmlns:a="http://schemas.openxmlformats.org/drawingml/2006/main">
            <a:r>
              <a:t>S29: PPLTool</a:t>
            </a:r>
          </a:p>
          <a:p xmlns:a="http://schemas.openxmlformats.org/drawingml/2006/main">
            <a:r>
              <a:t>https://docs.opensearch.org/latest/ml-commons-plugin/agents-tools/tools/ppl-tool/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Agentic query OpenSearch 3.2 ile eklendi. Önce erişimi yapılandırılmış model/connector, QueryPlanningTool içeren agent ve agentic_query_translator request processor içeren search pipeline gerekir. Örnek pipeline adı logs-agentic varsayılmıştır, var olduğu veya burada oluşturulduğu iddia edilmez. Gövde examples/agentic/agentic-query.json dosyasındadır. query_text doğal dil niyetidir, service/environment/time sınırlarının güvenilir bir yürütücü tarafından uygulanmasının yerine geçmez. Yerleşik akış ürettiği DSL sorgusunu yürütür; istemcinin sonradan sonucu kontrol etmesi yürütme öncesi engelleme değildir. Üretilmiş sorguyu yürütmeden incelemek zorunluysa ayrı üretim/doğrulama/yürütme katmanı tercih edilir. Yönetilen servis özellikleri açık kaynak sürümüyle birebir eşleşmeyebilir. Modeli, agentı veya pipelineı bu çalışma kapsamında kurmadık.</a:t>
            </a:r>
          </a:p>
          <a:p xmlns:a="http://schemas.openxmlformats.org/drawingml/2006/main">
            <a:r>
              <a:t/>
            </a:r>
          </a:p>
          <a:p xmlns:a="http://schemas.openxmlformats.org/drawingml/2006/main">
            <a:r>
              <a:t>Kaynaklar (29 Ekim 2026):</a:t>
            </a:r>
          </a:p>
          <a:p xmlns:a="http://schemas.openxmlformats.org/drawingml/2006/main">
            <a:r>
              <a:t>S26: Agentic query</a:t>
            </a:r>
          </a:p>
          <a:p xmlns:a="http://schemas.openxmlformats.org/drawingml/2006/main">
            <a:r>
              <a:t>https://docs.opensearch.org/latest/query-dsl/specialized/agentic/</a:t>
            </a:r>
          </a:p>
          <a:p xmlns:a="http://schemas.openxmlformats.org/drawingml/2006/main">
            <a:r>
              <a:t>S27: Agentic search kurulumu</a:t>
            </a:r>
          </a:p>
          <a:p xmlns:a="http://schemas.openxmlformats.org/drawingml/2006/main">
            <a:r>
              <a:t>https://docs.opensearch.org/latest/vector-search/ai-search/agentic-search/index/</a:t>
            </a:r>
          </a:p>
          <a:p xmlns:a="http://schemas.openxmlformats.org/drawingml/2006/main">
            <a:r>
              <a:t>S28: QueryPlanningTool</a:t>
            </a:r>
          </a:p>
          <a:p xmlns:a="http://schemas.openxmlformats.org/drawingml/2006/main">
            <a:r>
              <a:t>https://docs.opensearch.org/latest/ml-commons-plugin/agents-tools/tools/query-planning-tool/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 satırlar önerilen uygulama kontrolleridir. Yetkilendirme ve query doğrulaması modelin dışındaki yürütücüde uygulanır. Log mesajları güvenilmeyen veri kabul edilir; içlerindeki talimatlar araç yetkisini genişletmez. Ham hassas loglar yerine gerekli alanlar ve özetler modele verilir. Büyük wildcard/regex, script, izinsiz indeks, zaman filtresi yokluğu ve pahalı aggregation için izinli sorgu şablonları veya parse edilmiş yapıda doğrulama kullanılır. Basit string regex filtresi güvenlik sınırı sayılmaz. QueryPlanningTool güncel belgede LLM geçerli JSON üretemediğinde size:10 match_all fallback döndürebilir ve hata fırlatmaz. fallback_query ile daha dar/match_none davranışı seçilebilir, ama boş sonucu veri yok diye sunmamak için uygulama ayrıca planlama başarısızlığını görünür kılmalıdır. Üretilmiş DSL/çalıştırma kaydı ve tanılama telemetrisi yoksa bu ayrımı garanti etme. Değerlendirme ölçütleri: doğru filtre/sayım, kanıta dayalı yanıt, red/boş sonuç ayrımı, toplam gecikme ve LLM maliyeti. Bu çalışma bir agent güvenlik veya canlı performans testi değildir.</a:t>
            </a:r>
          </a:p>
          <a:p xmlns:a="http://schemas.openxmlformats.org/drawingml/2006/main">
            <a:r>
              <a:t/>
            </a:r>
          </a:p>
          <a:p xmlns:a="http://schemas.openxmlformats.org/drawingml/2006/main">
            <a:r>
              <a:t>Kaynaklar (29 Ekim 2026):</a:t>
            </a:r>
          </a:p>
          <a:p xmlns:a="http://schemas.openxmlformats.org/drawingml/2006/main">
            <a:r>
              <a:t>S08: Search API</a:t>
            </a:r>
          </a:p>
          <a:p xmlns:a="http://schemas.openxmlformats.org/drawingml/2006/main">
            <a:r>
              <a:t>https://docs.opensearch.org/latest/api-reference/search/</a:t>
            </a:r>
          </a:p>
          <a:p xmlns:a="http://schemas.openxmlformats.org/drawingml/2006/main">
            <a:r>
              <a:t>S28: QueryPlanningTool</a:t>
            </a:r>
          </a:p>
          <a:p xmlns:a="http://schemas.openxmlformats.org/drawingml/2006/main">
            <a:r>
              <a:t>https://docs.opensearch.org/latest/ml-commons-plugin/agents-tools/tools/query-planning-tool/</a:t>
            </a:r>
          </a:p>
          <a:p xmlns:a="http://schemas.openxmlformats.org/drawingml/2006/main">
            <a:r>
              <a:t>S31: OWASP LLM Prompt Injection Prevention</a:t>
            </a:r>
          </a:p>
          <a:p xmlns:a="http://schemas.openxmlformats.org/drawingml/2006/main">
            <a:r>
              <a:t>https://cheatsheetseries.owasp.org/cheatsheets/LLM_Prompt_Injection_Prevention_Cheat_Sheet.html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 runbook sunumun pratik önerisidir. Belgelere dayalı davranış ile ekibin operasyonel tercihini ayırır. Uygulama öncesinde hedef OpenSearch sürümü, dağıtım türü, SQL/PPL eklentisi ve mapping doğrulanır. Arama sorguları, sentetik fixture ve beklenen sonuçlar sunum eklerinde özetlenir. Örnekler canlı cluster üzerinde çalıştırılmamıştır. PDF üzerindeki kaynak bağlantıları ilgili resmî belgelere gider; tüm kaynakların kapsamı SOURCES.md dosyasındadır. Güncellemede normal arama kalıpları, DSL/PPL kullanım yüzeyleri ve LLM agentic arama seçenekleri eklendi.</a:t>
            </a:r>
          </a:p>
          <a:p xmlns:a="http://schemas.openxmlformats.org/drawingml/2006/main">
            <a:r>
              <a:t/>
            </a:r>
          </a:p>
          <a:p xmlns:a="http://schemas.openxmlformats.org/drawingml/2006/main">
            <a:r>
              <a:t>Kaynaklar (29 Ekim 2026):</a:t>
            </a:r>
          </a:p>
          <a:p xmlns:a="http://schemas.openxmlformats.org/drawingml/2006/main">
            <a:r>
              <a:t>S01: Discover ve sorgu araçları</a:t>
            </a:r>
          </a:p>
          <a:p xmlns:a="http://schemas.openxmlformats.org/drawingml/2006/main">
            <a:r>
              <a:t>https://docs.opensearch.org/latest/dashboards/discover/index/</a:t>
            </a:r>
          </a:p>
          <a:p xmlns:a="http://schemas.openxmlformats.org/drawingml/2006/main">
            <a:r>
              <a:t>S08: Search API</a:t>
            </a:r>
          </a:p>
          <a:p xmlns:a="http://schemas.openxmlformats.org/drawingml/2006/main">
            <a:r>
              <a:t>https://docs.opensearch.org/latest/api-reference/search/</a:t>
            </a:r>
          </a:p>
          <a:p xmlns:a="http://schemas.openxmlformats.org/drawingml/2006/main">
            <a:r>
              <a:t>S19: OpenTelemetry Logs Data Model</a:t>
            </a:r>
          </a:p>
          <a:p xmlns:a="http://schemas.openxmlformats.org/drawingml/2006/main">
            <a:r>
              <a:t>https://opentelemetry.io/docs/specs/otel/logs/data-model/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 reçeteleri servis, ortam ve uygun zaman filtresiyle birleştir. Göreli zamanı olay devrinde mutlak UTC aralığına çevir. HTTP 5xx için status_code &lt; 600 üst sınırını da ekle. trace_id bu şemada keyword, message text türündedir. Bir timestamp aralığı için alt sınır gte, üst sınır lt kullanılması ardışık pencerelerin sınır kaydını iki kez saymasını önler. Aynı kelimelerin aynı kayıtta bulunması ile aynı sıradaki phrase eşleşmesi farklıdır. Eksik/null indexed değer ve boş string farklıdır. .* regex ifadesi DQL wildcard sözdizimi değildir. Lucene ve DSL ayrı yüzeylerdir.</a:t>
            </a:r>
          </a:p>
          <a:p xmlns:a="http://schemas.openxmlformats.org/drawingml/2006/main">
            <a:r>
              <a:t/>
            </a:r>
          </a:p>
          <a:p xmlns:a="http://schemas.openxmlformats.org/drawingml/2006/main">
            <a:r>
              <a:t>Kaynaklar (29 Ekim 2026):</a:t>
            </a:r>
          </a:p>
          <a:p xmlns:a="http://schemas.openxmlformats.org/drawingml/2006/main">
            <a:r>
              <a:t>S02: DQL başvuru belgesi</a:t>
            </a:r>
          </a:p>
          <a:p xmlns:a="http://schemas.openxmlformats.org/drawingml/2006/main">
            <a:r>
              <a:t>https://docs.opensearch.org/latest/dashboards/dql/</a:t>
            </a:r>
          </a:p>
          <a:p xmlns:a="http://schemas.openxmlformats.org/drawingml/2006/main">
            <a:r>
              <a:t>S03: Term query</a:t>
            </a:r>
          </a:p>
          <a:p xmlns:a="http://schemas.openxmlformats.org/drawingml/2006/main">
            <a:r>
              <a:t>https://docs.opensearch.org/latest/query-dsl/term/term/</a:t>
            </a:r>
          </a:p>
          <a:p xmlns:a="http://schemas.openxmlformats.org/drawingml/2006/main">
            <a:r>
              <a:t>S04: Match phrase query</a:t>
            </a:r>
          </a:p>
          <a:p xmlns:a="http://schemas.openxmlformats.org/drawingml/2006/main">
            <a:r>
              <a:t>https://docs.opensearch.org/latest/query-dsl/full-text/match-phrase/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Sorgu örneği canlı ortamda çalıştırılmadı. now-15m, çağrı anına göre değerlendirilir. Sentetik fixture eski kalırsa boş dönmesi normaldir; tekrar üretilebilir incelemede sabit UTC aralığı seç. Bu örnekte minimum_should_match:1 kaldırılırsa status_code şartları zorunlu olmaz. should bir sıralama tercihi de olabilir; bir filtre alternatifi olarak kullanılacaksa niyeti açıkça belirt. Kullanıcı farklı servisleri arıyorsa yetkili indeks, servis ve environment kapsamı ayrıca daraltılır.</a:t>
            </a:r>
          </a:p>
          <a:p xmlns:a="http://schemas.openxmlformats.org/drawingml/2006/main">
            <a:r>
              <a:t/>
            </a:r>
          </a:p>
          <a:p xmlns:a="http://schemas.openxmlformats.org/drawingml/2006/main">
            <a:r>
              <a:t>Kaynaklar (29 Ekim 2026):</a:t>
            </a:r>
          </a:p>
          <a:p xmlns:a="http://schemas.openxmlformats.org/drawingml/2006/main">
            <a:r>
              <a:t>S05: Boolean query</a:t>
            </a:r>
          </a:p>
          <a:p xmlns:a="http://schemas.openxmlformats.org/drawingml/2006/main">
            <a:r>
              <a:t>https://docs.opensearch.org/latest/query-dsl/compound/bool/</a:t>
            </a:r>
          </a:p>
          <a:p xmlns:a="http://schemas.openxmlformats.org/drawingml/2006/main">
            <a:r>
              <a:t>S08: Search API</a:t>
            </a:r>
          </a:p>
          <a:p xmlns:a="http://schemas.openxmlformats.org/drawingml/2006/main">
            <a:r>
              <a:t>https://docs.opensearch.org/latest/api-reference/search/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Kodlar sorgu parçalarıdır; tek başına çalıştırılacak tam sorgular değildir. Ana bölümdeki source=logs_demo ve açık UTC zaman sınırlarıyla birleştirilir. TRACE_ID gerçek bir yetkili kayıt kimliğiyle değiştirilir. Hata oranı için sadece error kayıtlarını saymak yeterli değildir, aynı istek evreninin tamamlanan istek sayısı gerekir. PPL sonuç sayıları özellikle yüksek kardinaliteli gruplamalarda motorun aggregation stratejisine bağlı yaklaşık olabilir. Süre ölçüsü kullanılıyorsa duration_ms birimi doğrulanır. Trace korelasyonu nedenselliği kanıtlamaz.</a:t>
            </a:r>
          </a:p>
          <a:p xmlns:a="http://schemas.openxmlformats.org/drawingml/2006/main">
            <a:r>
              <a:t/>
            </a:r>
          </a:p>
          <a:p xmlns:a="http://schemas.openxmlformats.org/drawingml/2006/main">
            <a:r>
              <a:t>Kaynaklar (29 Ekim 2026):</a:t>
            </a:r>
          </a:p>
          <a:p xmlns:a="http://schemas.openxmlformats.org/drawingml/2006/main">
            <a:r>
              <a:t>S06: PPL stats</a:t>
            </a:r>
          </a:p>
          <a:p xmlns:a="http://schemas.openxmlformats.org/drawingml/2006/main">
            <a:r>
              <a:t>https://docs.opensearch.org/latest/sql-and-ppl/ppl/commands/stats/</a:t>
            </a:r>
          </a:p>
          <a:p xmlns:a="http://schemas.openxmlformats.org/drawingml/2006/main">
            <a:r>
              <a:t>S07: PPL where</a:t>
            </a:r>
          </a:p>
          <a:p xmlns:a="http://schemas.openxmlformats.org/drawingml/2006/main">
            <a:r>
              <a:t>https://docs.opensearch.org/latest/sql-and-ppl/ppl/commands/where/</a:t>
            </a:r>
          </a:p>
          <a:p xmlns:a="http://schemas.openxmlformats.org/drawingml/2006/main">
            <a:r>
              <a:t>S19: OpenTelemetry Logs Data Model</a:t>
            </a:r>
          </a:p>
          <a:p xmlns:a="http://schemas.openxmlformats.org/drawingml/2006/main">
            <a:r>
              <a:t>https://opentelemetry.io/docs/specs/otel/logs/data-model/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curl -d POST isteği gönderir. Parolayı komut metnine sabit yazma; kimlik doğrulama ortamın politikasına göre seçilir. IAM kimlik doğrulamalı AWS domaini için SigV4 gerekir; bu Basic örneği o ortama doğrudan uygulanmaz. Uygulama kodu veya Postman da aynı endpointlere yetkili isteği gönderebilir. PPL için SQL/PPL plugin desteği açık olmalıdır. Küçük eğitim indeksi dışında head 20 tek başına kapsam kontrolü değildir, zaman ve servis filtreleri eklenir. DSL yanıtında HTTP durumuna ek olarak timed_out, _shards.failed ve gerekiyorsa hits.total.relation incelenir. PPL hata durumunu, şema ve dönen satır kapsamını ayrı kontrol et. _plugins/_ppl/_explain planı gösterir; Calcite motorunda çıktı her zaman yalnız saf DSL olmayabilir.</a:t>
            </a:r>
          </a:p>
          <a:p xmlns:a="http://schemas.openxmlformats.org/drawingml/2006/main">
            <a:r>
              <a:t/>
            </a:r>
          </a:p>
          <a:p xmlns:a="http://schemas.openxmlformats.org/drawingml/2006/main">
            <a:r>
              <a:t>Kaynaklar (29 Ekim 2026):</a:t>
            </a:r>
          </a:p>
          <a:p xmlns:a="http://schemas.openxmlformats.org/drawingml/2006/main">
            <a:r>
              <a:t>S08: Search API</a:t>
            </a:r>
          </a:p>
          <a:p xmlns:a="http://schemas.openxmlformats.org/drawingml/2006/main">
            <a:r>
              <a:t>https://docs.opensearch.org/latest/api-reference/search/</a:t>
            </a:r>
          </a:p>
          <a:p xmlns:a="http://schemas.openxmlformats.org/drawingml/2006/main">
            <a:r>
              <a:t>S23: SQL ve PPL API</a:t>
            </a:r>
          </a:p>
          <a:p xmlns:a="http://schemas.openxmlformats.org/drawingml/2006/main">
            <a:r>
              <a:t>https://docs.opensearch.org/latest/sql-and-ppl/sql-and-ppl-api/index/</a:t>
            </a:r>
          </a:p>
          <a:p xmlns:a="http://schemas.openxmlformats.org/drawingml/2006/main">
            <a:r>
              <a:t>S30: SQL/PPL settings</a:t>
            </a:r>
          </a:p>
          <a:p xmlns:a="http://schemas.openxmlformats.org/drawingml/2006/main">
            <a:r>
              <a:t>https://docs.opensearch.org/latest/sql-and-ppl/settings/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Sol tarafta tam HTTP agent register gövdesi değil, tools bölümü gösterilir. Agent POST /_plugins/_ml/agents/_register ile kaydedilir. Flow agent içinde response_filter model sağlayıcısının gerçek yanıt biçimine göre ayarlanmalıdır. QueryPlanningTool generation_type:user_templates, izinli search template seçimleri için kullanılabilir. Sağ taraf search pipeline için tam JSON gövdesidir. match_none fallback kapsamı daraltır, ancak planlama başarısızlığını başarıyla bulunmuş sıfır kayıtla ayırmak için ek telemetri/durum gerekir. Güncel belgede fallback hata fırlatmayabilir. Native pipeline üretimi çalıştırmadan durduran bir uygulama kapısı değildir. Kesin ön doğrulama gereken işte dış yürütücü tasarlanmalıdır.</a:t>
            </a:r>
          </a:p>
          <a:p xmlns:a="http://schemas.openxmlformats.org/drawingml/2006/main">
            <a:r>
              <a:t/>
            </a:r>
          </a:p>
          <a:p xmlns:a="http://schemas.openxmlformats.org/drawingml/2006/main">
            <a:r>
              <a:t>Kaynaklar (29 Ekim 2026):</a:t>
            </a:r>
          </a:p>
          <a:p xmlns:a="http://schemas.openxmlformats.org/drawingml/2006/main">
            <a:r>
              <a:t>S26: Agentic query</a:t>
            </a:r>
          </a:p>
          <a:p xmlns:a="http://schemas.openxmlformats.org/drawingml/2006/main">
            <a:r>
              <a:t>https://docs.opensearch.org/latest/query-dsl/specialized/agentic/</a:t>
            </a:r>
          </a:p>
          <a:p xmlns:a="http://schemas.openxmlformats.org/drawingml/2006/main">
            <a:r>
              <a:t>S27: Agentic search kurulumu</a:t>
            </a:r>
          </a:p>
          <a:p xmlns:a="http://schemas.openxmlformats.org/drawingml/2006/main">
            <a:r>
              <a:t>https://docs.opensearch.org/latest/vector-search/ai-search/agentic-search/index/</a:t>
            </a:r>
          </a:p>
          <a:p xmlns:a="http://schemas.openxmlformats.org/drawingml/2006/main">
            <a:r>
              <a:t>S28: QueryPlanningTool</a:t>
            </a:r>
          </a:p>
          <a:p xmlns:a="http://schemas.openxmlformats.org/drawingml/2006/main">
            <a:r>
              <a:t>https://docs.opensearch.org/latest/ml-commons-plugin/agents-tools/tools/query-planning-tool/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Soldaki JSON önerilen bir uygulama sözleşmesidir, yerleşik OpenSearch endpoint gövdesi değildir. end_utc bu sözleşmede hariç üst sınırdır. Backend kimlikten dataset/alan izinlerini türetir ve zamanı, çıktıyı, aggregation maliyetini, araç sayısını ve toplam süreyi sınırlar. LLM bu sınırları arttıramaz. Sağdaki JSON agent tools alanına konan bir parçadır. Agent yürütme endpointi POST /_plugins/_ml/agents/AGENT_ID/_execute ve PPLTool için parametreler index ve question içerir. execute:false açıkça seçilir, çünkü varsayılan true olabilir. Log içeriğindeki talimatlar veri olarak kalır. Arama hatası, izin reddi, sıfır sonuç ve eksik veri için farklı durumlar dönülür. Yanıt kanıtla sınırlı olmalı, kök neden kanıtlanmadıysa hipotez olarak sunulmalıdır. Değerlendirme gerçek ekip sorularının beklenen filtre/sayımlarıyla yapılır. Gizli anahtarlar prompt ve kaynak koduna girmez.</a:t>
            </a:r>
          </a:p>
          <a:p xmlns:a="http://schemas.openxmlformats.org/drawingml/2006/main">
            <a:r>
              <a:t/>
            </a:r>
          </a:p>
          <a:p xmlns:a="http://schemas.openxmlformats.org/drawingml/2006/main">
            <a:r>
              <a:t>Kaynaklar (29 Ekim 2026):</a:t>
            </a:r>
          </a:p>
          <a:p xmlns:a="http://schemas.openxmlformats.org/drawingml/2006/main">
            <a:r>
              <a:t>S23: SQL ve PPL API</a:t>
            </a:r>
          </a:p>
          <a:p xmlns:a="http://schemas.openxmlformats.org/drawingml/2006/main">
            <a:r>
              <a:t>https://docs.opensearch.org/latest/sql-and-ppl/sql-and-ppl-api/index/</a:t>
            </a:r>
          </a:p>
          <a:p xmlns:a="http://schemas.openxmlformats.org/drawingml/2006/main">
            <a:r>
              <a:t>S28: QueryPlanningTool</a:t>
            </a:r>
          </a:p>
          <a:p xmlns:a="http://schemas.openxmlformats.org/drawingml/2006/main">
            <a:r>
              <a:t>https://docs.opensearch.org/latest/ml-commons-plugin/agents-tools/tools/query-planning-tool/</a:t>
            </a:r>
          </a:p>
          <a:p xmlns:a="http://schemas.openxmlformats.org/drawingml/2006/main">
            <a:r>
              <a:t>S29: PPLTool</a:t>
            </a:r>
          </a:p>
          <a:p xmlns:a="http://schemas.openxmlformats.org/drawingml/2006/main">
            <a:r>
              <a:t>https://docs.opensearch.org/latest/ml-commons-plugin/agents-tools/tools/ppl-tool/</a:t>
            </a:r>
          </a:p>
          <a:p xmlns:a="http://schemas.openxmlformats.org/drawingml/2006/main">
            <a:r>
              <a:t>S31: OWASP LLM Prompt Injection Prevention</a:t>
            </a:r>
          </a:p>
          <a:p xmlns:a="http://schemas.openxmlformats.org/drawingml/2006/main">
            <a:r>
              <a:t>https://cheatsheetseries.owasp.org/cheatsheets/LLM_Prompt_Injection_Prevention_Cheat_Sheet.html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ISM doğrudan rollover koşulları OR ile birleşir. Kontroller periyodiktir, boyut eşiği aşılabilir. Saklama süresi iş gereksinimine göre seçilmelidir. QueryPlanningTool/PPLTool veya yeni Observability özelliklerinin bir yönetilen serviste varlığı, açık kaynak sürüm numarasından tek başına çıkarılmaz. Field masking indeks sonrasında uygulanır ve arama kısıtları vardır; veri azaltma yerine geçmez. Data Prepper target alanı orijinali koruyabilir. Replica yedekleme politikasının yerine geçmez.</a:t>
            </a:r>
          </a:p>
          <a:p xmlns:a="http://schemas.openxmlformats.org/drawingml/2006/main">
            <a:r>
              <a:t/>
            </a:r>
          </a:p>
          <a:p xmlns:a="http://schemas.openxmlformats.org/drawingml/2006/main">
            <a:r>
              <a:t>Kaynaklar (29 Ekim 2026):</a:t>
            </a:r>
          </a:p>
          <a:p xmlns:a="http://schemas.openxmlformats.org/drawingml/2006/main">
            <a:r>
              <a:t>S09: Terms aggregation</a:t>
            </a:r>
          </a:p>
          <a:p xmlns:a="http://schemas.openxmlformats.org/drawingml/2006/main">
            <a:r>
              <a:t>https://docs.opensearch.org/latest/aggregations/bucket/terms/</a:t>
            </a:r>
          </a:p>
          <a:p xmlns:a="http://schemas.openxmlformats.org/drawingml/2006/main">
            <a:r>
              <a:t>S11: Point in Time</a:t>
            </a:r>
          </a:p>
          <a:p xmlns:a="http://schemas.openxmlformats.org/drawingml/2006/main">
            <a:r>
              <a:t>https://docs.opensearch.org/latest/search-plugins/searching-data/point-in-time/</a:t>
            </a:r>
          </a:p>
          <a:p xmlns:a="http://schemas.openxmlformats.org/drawingml/2006/main">
            <a:r>
              <a:t>S12: Mapping explosion</a:t>
            </a:r>
          </a:p>
          <a:p xmlns:a="http://schemas.openxmlformats.org/drawingml/2006/main">
            <a:r>
              <a:t>https://docs.opensearch.org/latest/mappings/mapping-explosion/</a:t>
            </a:r>
          </a:p>
          <a:p xmlns:a="http://schemas.openxmlformats.org/drawingml/2006/main">
            <a:r>
              <a:t>S14: ISM supported operations</a:t>
            </a:r>
          </a:p>
          <a:p xmlns:a="http://schemas.openxmlformats.org/drawingml/2006/main">
            <a:r>
              <a:t>https://docs.opensearch.org/latest/im-plugin/ism/policies-operations/</a:t>
            </a:r>
          </a:p>
          <a:p xmlns:a="http://schemas.openxmlformats.org/drawingml/2006/main">
            <a:r>
              <a:t>S17: Profile API</a:t>
            </a:r>
          </a:p>
          <a:p xmlns:a="http://schemas.openxmlformats.org/drawingml/2006/main">
            <a:r>
              <a:t>https://docs.opensearch.org/latest/api-reference/search-apis/profile/</a:t>
            </a:r>
          </a:p>
          <a:p xmlns:a="http://schemas.openxmlformats.org/drawingml/2006/main">
            <a:r>
              <a:t>S19: OpenTelemetry Logs Data Model</a:t>
            </a:r>
          </a:p>
          <a:p xmlns:a="http://schemas.openxmlformats.org/drawingml/2006/main">
            <a:r>
              <a:t>https://opentelemetry.io/docs/specs/otel/logs/data-model/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Hedef sürüm, dağıtım ve kimlik doğrulama bilgisi verilmedi. Gerçek ortam kabulünde ayrı eğitim indeksinde sorgular çalıştırılmalı; izin, şema, boş sonuç ve timeout senaryoları doğrulanmalıdır. Ana oran tablosu 50/10000 ve 40/1000 hesabından oluşur, 8 kat değişim aritmetik olarak kontrol edilmiştir. Snapshot, device veya bir üretim ortamı doğrulaması iddia edilmez. Örnek agent/pipeline kurulumu yapılmadı. Sunumun kaynak kodu ve sentetik fixture ileride GitHub için saklanabilir; anlatıyı takip etmek için ayrı dosya zorunlu değildir.</a:t>
            </a:r>
          </a:p>
          <a:p xmlns:a="http://schemas.openxmlformats.org/drawingml/2006/main">
            <a:r>
              <a:t/>
            </a:r>
          </a:p>
          <a:p xmlns:a="http://schemas.openxmlformats.org/drawingml/2006/main">
            <a:r>
              <a:t>Kaynaklar (29 Ekim 2026):</a:t>
            </a:r>
          </a:p>
          <a:p xmlns:a="http://schemas.openxmlformats.org/drawingml/2006/main">
            <a:r>
              <a:t>S08: Search API</a:t>
            </a:r>
          </a:p>
          <a:p xmlns:a="http://schemas.openxmlformats.org/drawingml/2006/main">
            <a:r>
              <a:t>https://docs.opensearch.org/latest/api-reference/search/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Araştırma: 29 Ekim 2026. Her başlık tıklanabilir özgün kaynak bağlantısıdır. latest belgeleri zamanla değişebilir. Sayısal örnekler, uygulama agentı mimarisi ve runbook bu çalışma için hazırlanmış sentezdir.</a:t>
            </a:r>
          </a:p>
          <a:p xmlns:a="http://schemas.openxmlformats.org/drawingml/2006/main">
            <a:r>
              <a:t/>
            </a:r>
          </a:p>
          <a:p xmlns:a="http://schemas.openxmlformats.org/drawingml/2006/main">
            <a:r>
              <a:t>Kaynaklar (29 Ekim 2026):</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Araştırma: 29 Ekim 2026. Her başlık tıklanabilir özgün kaynak bağlantısıdır. latest belgeleri zamanla değişebilir. Sayısal örnekler, uygulama agentı mimarisi ve runbook bu çalışma için hazırlanmış sentezdir.</a:t>
            </a:r>
          </a:p>
          <a:p xmlns:a="http://schemas.openxmlformats.org/drawingml/2006/main">
            <a:r>
              <a:t/>
            </a:r>
          </a:p>
          <a:p xmlns:a="http://schemas.openxmlformats.org/drawingml/2006/main">
            <a:r>
              <a:t>Kaynaklar (29 Ekim 2026):</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76c11ca7f3e455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459850bfb5b4bd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57b47ca8a3641e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686f45ee7da41a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d6846c0aa9947b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700abc7204844c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7B68E7E-1FAA-43F4-9176-0F3744B243C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3521106-D39C-46C9-A39E-AD066020983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D680CAA-639A-40CE-9BB5-473F986E893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83D308C-E176-428E-95D7-677AB70EA28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2EB883E-9302-4F01-93D7-59D0C763397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85F1B61-E8F0-4D0D-9EA9-C143249B7A1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C67D6F3-ADE0-47BA-9282-160FC5C4692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12C096A-EB2A-4DC2-9687-4859FE459DC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80B5B31-C7DC-4378-9604-EAC8E8357A3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A0F665B-2BA9-4515-AF2C-8B9EE1029A5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8e5164a33a94b7c" /><Relationship Type="http://schemas.openxmlformats.org/officeDocument/2006/relationships/slideLayout" Target="/ppt/slideLayouts/slideLayout1.xml" Id="R00167017096e4361" /><Relationship Type="http://schemas.openxmlformats.org/officeDocument/2006/relationships/slideLayout" Target="/ppt/slideLayouts/slideLayout2.xml" Id="Rf312ffdefef64fdc" /><Relationship Type="http://schemas.openxmlformats.org/officeDocument/2006/relationships/slideLayout" Target="/ppt/slideLayouts/slideLayout3.xml" Id="R9898e8bd5bbc442f" /><Relationship Type="http://schemas.openxmlformats.org/officeDocument/2006/relationships/slideLayout" Target="/ppt/slideLayouts/slideLayout4.xml" Id="R9b91f8a210ed4bb9" /><Relationship Type="http://schemas.openxmlformats.org/officeDocument/2006/relationships/slideLayout" Target="/ppt/slideLayouts/slideLayout5.xml" Id="Rb7e932d5501444a6" /><Relationship Type="http://schemas.openxmlformats.org/officeDocument/2006/relationships/slideLayout" Target="/ppt/slideLayouts/slideLayout6.xml" Id="R27d80f7f619d40a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0167017096e4361"/>
    <p:sldLayoutId xmlns:r="http://schemas.openxmlformats.org/officeDocument/2006/relationships" id="2147483650" r:id="Rf312ffdefef64fdc"/>
    <p:sldLayoutId xmlns:r="http://schemas.openxmlformats.org/officeDocument/2006/relationships" id="2147483651" r:id="R9898e8bd5bbc442f"/>
    <p:sldLayoutId xmlns:r="http://schemas.openxmlformats.org/officeDocument/2006/relationships" id="2147483652" r:id="R9b91f8a210ed4bb9"/>
    <p:sldLayoutId xmlns:r="http://schemas.openxmlformats.org/officeDocument/2006/relationships" id="2147483653" r:id="Rb7e932d5501444a6"/>
    <p:sldLayoutId xmlns:r="http://schemas.openxmlformats.org/officeDocument/2006/relationships" id="2147483654" r:id="R27d80f7f619d40a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e7b802164204e7c" /><Relationship Type="http://schemas.openxmlformats.org/officeDocument/2006/relationships/notesSlide" Target="/ppt/notesSlides/notesSlide1.xml" Id="Raee61cb4cf294cf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c2dd72a7d9549e3" /><Relationship Type="http://schemas.openxmlformats.org/officeDocument/2006/relationships/hyperlink" Target="https://docs.opensearch.org/latest/dashboards/discover/index/" TargetMode="External" Id="Rba628828a28246d3" /><Relationship Type="http://schemas.openxmlformats.org/officeDocument/2006/relationships/hyperlink" Target="https://opentelemetry.io/docs/specs/otel/logs/data-model/" TargetMode="External" Id="R29e7a5f41640413c" /><Relationship Type="http://schemas.openxmlformats.org/officeDocument/2006/relationships/notesSlide" Target="/ppt/notesSlides/notesSlide2.xml" Id="R8ada1c833baf453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4b418f330bc4b83" /><Relationship Type="http://schemas.openxmlformats.org/officeDocument/2006/relationships/hyperlink" Target="https://docs.opensearch.org/latest/query-dsl/term/term/" TargetMode="External" Id="Ra28720dc2ebb44db" /><Relationship Type="http://schemas.openxmlformats.org/officeDocument/2006/relationships/hyperlink" Target="https://docs.opensearch.org/latest/query-dsl/full-text/match-phrase/" TargetMode="External" Id="R438fb6d5e5ea4760" /><Relationship Type="http://schemas.openxmlformats.org/officeDocument/2006/relationships/hyperlink" Target="https://docs.opensearch.org/latest/mappings/mapping-explosion/" TargetMode="External" Id="R8e125cd83df34655" /><Relationship Type="http://schemas.openxmlformats.org/officeDocument/2006/relationships/notesSlide" Target="/ppt/notesSlides/notesSlide3.xml" Id="Re5be22663c9043f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229260dcc7a4080" /><Relationship Type="http://schemas.openxmlformats.org/officeDocument/2006/relationships/hyperlink" Target="https://docs.opensearch.org/latest/dashboards/discover/index/" TargetMode="External" Id="Rc8eaf2cf9a254520" /><Relationship Type="http://schemas.openxmlformats.org/officeDocument/2006/relationships/hyperlink" Target="https://docs.opensearch.org/latest/api-reference/search/" TargetMode="External" Id="R3f42c64f54dd4220" /><Relationship Type="http://schemas.openxmlformats.org/officeDocument/2006/relationships/hyperlink" Target="https://docs.opensearch.org/latest/sql-and-ppl/sql-and-ppl-api/index/" TargetMode="External" Id="R67b1ccc055f6453e" /><Relationship Type="http://schemas.openxmlformats.org/officeDocument/2006/relationships/hyperlink" Target="https://docs.opensearch.org/latest/dashboards/query-workbench/" TargetMode="External" Id="R981b1cadf05e4806" /><Relationship Type="http://schemas.openxmlformats.org/officeDocument/2006/relationships/hyperlink" Target="https://docs.opensearch.org/latest/observing-your-data/exploring-observability-data/discover-logs/" TargetMode="External" Id="R20ba90dff4d74b83" /><Relationship Type="http://schemas.openxmlformats.org/officeDocument/2006/relationships/hyperlink" Target="https://docs.opensearch.org/latest/sql-and-ppl/settings/" TargetMode="External" Id="Rdef4a7f82f444087" /><Relationship Type="http://schemas.openxmlformats.org/officeDocument/2006/relationships/notesSlide" Target="/ppt/notesSlides/notesSlide4.xml" Id="Re624cd142e6a4fe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6dba9a41f044a2c" /><Relationship Type="http://schemas.openxmlformats.org/officeDocument/2006/relationships/hyperlink" Target="https://docs.opensearch.org/latest/dashboards/dql/" TargetMode="External" Id="Rbf34894decd3429c" /><Relationship Type="http://schemas.openxmlformats.org/officeDocument/2006/relationships/hyperlink" Target="https://docs.opensearch.org/latest/query-dsl/full-text/match-phrase/" TargetMode="External" Id="Rdc664f45663140c9" /><Relationship Type="http://schemas.openxmlformats.org/officeDocument/2006/relationships/notesSlide" Target="/ppt/notesSlides/notesSlide5.xml" Id="R9051c32db499498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35c61be27af4058" /><Relationship Type="http://schemas.openxmlformats.org/officeDocument/2006/relationships/hyperlink" Target="https://docs.opensearch.org/latest/dashboards/dql/" TargetMode="External" Id="Rdbe87ccfa7cc40c5" /><Relationship Type="http://schemas.openxmlformats.org/officeDocument/2006/relationships/hyperlink" Target="https://docs.opensearch.org/latest/query-dsl/term/term/" TargetMode="External" Id="R45490af4cd524a66" /><Relationship Type="http://schemas.openxmlformats.org/officeDocument/2006/relationships/hyperlink" Target="https://docs.opensearch.org/latest/query-dsl/full-text/match-phrase/" TargetMode="External" Id="R636462188f634418" /><Relationship Type="http://schemas.openxmlformats.org/officeDocument/2006/relationships/hyperlink" Target="https://docs.opensearch.org/latest/query-dsl/term/wildcard/" TargetMode="External" Id="R33bdfcaa516840a0" /><Relationship Type="http://schemas.openxmlformats.org/officeDocument/2006/relationships/notesSlide" Target="/ppt/notesSlides/notesSlide6.xml" Id="R6e7a6a4f814f429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aeea32b5bd94861" /><Relationship Type="http://schemas.openxmlformats.org/officeDocument/2006/relationships/hyperlink" Target="https://docs.opensearch.org/latest/query-dsl/compound/bool/" TargetMode="External" Id="R8c7d1ad63cf6443e" /><Relationship Type="http://schemas.openxmlformats.org/officeDocument/2006/relationships/hyperlink" Target="https://docs.opensearch.org/latest/api-reference/search/" TargetMode="External" Id="R3949c2f3129c4e89" /><Relationship Type="http://schemas.openxmlformats.org/officeDocument/2006/relationships/notesSlide" Target="/ppt/notesSlides/notesSlide7.xml" Id="R4f91b05467bd405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6f653518eff4641" /><Relationship Type="http://schemas.openxmlformats.org/officeDocument/2006/relationships/hyperlink" Target="https://docs.opensearch.org/latest/sql-and-ppl/ppl/commands/stats/" TargetMode="External" Id="R4badc99323414ebf" /><Relationship Type="http://schemas.openxmlformats.org/officeDocument/2006/relationships/hyperlink" Target="https://docs.opensearch.org/latest/sql-and-ppl/ppl/commands/where/" TargetMode="External" Id="Rf43a5f385c79455b" /><Relationship Type="http://schemas.openxmlformats.org/officeDocument/2006/relationships/hyperlink" Target="https://docs.opensearch.org/latest/sql-and-ppl/datatypes/" TargetMode="External" Id="Rd1448543fe5b4fce" /><Relationship Type="http://schemas.openxmlformats.org/officeDocument/2006/relationships/hyperlink" Target="https://docs.opensearch.org/latest/sql-and-ppl/functions/" TargetMode="External" Id="R5ffa0898de0743cb" /><Relationship Type="http://schemas.openxmlformats.org/officeDocument/2006/relationships/notesSlide" Target="/ppt/notesSlides/notesSlide8.xml" Id="R0bee1f5418854f6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6016d86e0d7414d" /><Relationship Type="http://schemas.openxmlformats.org/officeDocument/2006/relationships/hyperlink" Target="https://docs.opensearch.org/latest/api-reference/search/" TargetMode="External" Id="Rcf9ad37449014bf7" /><Relationship Type="http://schemas.openxmlformats.org/officeDocument/2006/relationships/hyperlink" Target="https://docs.opensearch.org/latest/aggregations/bucket/terms/" TargetMode="External" Id="R15c8f70cb77a4226" /><Relationship Type="http://schemas.openxmlformats.org/officeDocument/2006/relationships/notesSlide" Target="/ppt/notesSlides/notesSlide9.xml" Id="R621f6f06c3d14ba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b8aaf9567d14b08" /><Relationship Type="http://schemas.openxmlformats.org/officeDocument/2006/relationships/hyperlink" Target="https://docs.opensearch.org/latest/api-reference/search/" TargetMode="External" Id="R58f8fb0fec9a4417" /><Relationship Type="http://schemas.openxmlformats.org/officeDocument/2006/relationships/hyperlink" Target="https://docs.opensearch.org/latest/query-dsl/term/wildcard/" TargetMode="External" Id="R944f3b5c0aca408c" /><Relationship Type="http://schemas.openxmlformats.org/officeDocument/2006/relationships/hyperlink" Target="https://docs.opensearch.org/latest/search-plugins/searching-data/point-in-time/" TargetMode="External" Id="Rf75110cffc704efb" /><Relationship Type="http://schemas.openxmlformats.org/officeDocument/2006/relationships/hyperlink" Target="https://docs.opensearch.org/latest/api-reference/search-apis/profile/" TargetMode="External" Id="R84072cddd62b48dc" /><Relationship Type="http://schemas.openxmlformats.org/officeDocument/2006/relationships/notesSlide" Target="/ppt/notesSlides/notesSlide10.xml" Id="Rd3b8f4ac31734a7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500195401b64677" /><Relationship Type="http://schemas.openxmlformats.org/officeDocument/2006/relationships/hyperlink" Target="https://docs.opensearch.org/latest/opensearch/data-streams/" TargetMode="External" Id="Rdff37a6d8fd5460d" /><Relationship Type="http://schemas.openxmlformats.org/officeDocument/2006/relationships/hyperlink" Target="https://docs.opensearch.org/latest/im-plugin/ism/policies-operations/" TargetMode="External" Id="R880c30b194ef4a2f" /><Relationship Type="http://schemas.openxmlformats.org/officeDocument/2006/relationships/hyperlink" Target="https://docs.aws.amazon.com/opensearch-service/latest/developerguide/bp.html" TargetMode="External" Id="R67ae235b567f4afa" /><Relationship Type="http://schemas.openxmlformats.org/officeDocument/2006/relationships/notesSlide" Target="/ppt/notesSlides/notesSlide11.xml" Id="R24c39c4d22a94df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895c94863fc04691" /><Relationship Type="http://schemas.openxmlformats.org/officeDocument/2006/relationships/hyperlink" Target="https://docs.opensearch.org/latest/api-reference/search/" TargetMode="External" Id="Rb4025ac97cd14603" /><Relationship Type="http://schemas.openxmlformats.org/officeDocument/2006/relationships/hyperlink" Target="https://docs.opensearch.org/latest/install-and-configure/configuring-opensearch/logs/" TargetMode="External" Id="R976df45286e64f2b" /><Relationship Type="http://schemas.openxmlformats.org/officeDocument/2006/relationships/hyperlink" Target="https://docs.opensearch.org/latest/data-prepper/pipelines/configuration/processors/obfuscate/" TargetMode="External" Id="R451e072de9634616" /><Relationship Type="http://schemas.openxmlformats.org/officeDocument/2006/relationships/hyperlink" Target="https://docs.opensearch.org/latest/security/access-control/field-masking/" TargetMode="External" Id="Rc2b908c8621f47a1" /><Relationship Type="http://schemas.openxmlformats.org/officeDocument/2006/relationships/notesSlide" Target="/ppt/notesSlides/notesSlide12.xml" Id="R798a7d8a63e640c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de85a8a2a15b4dee" /><Relationship Type="http://schemas.openxmlformats.org/officeDocument/2006/relationships/hyperlink" Target="https://docs.opensearch.org/latest/query-dsl/specialized/agentic/" TargetMode="External" Id="Rf2864d86f2c547a4" /><Relationship Type="http://schemas.openxmlformats.org/officeDocument/2006/relationships/hyperlink" Target="https://docs.opensearch.org/latest/vector-search/ai-search/agentic-search/index/" TargetMode="External" Id="Rdbc3520d7a6c40ce" /><Relationship Type="http://schemas.openxmlformats.org/officeDocument/2006/relationships/hyperlink" Target="https://docs.opensearch.org/latest/ml-commons-plugin/agents-tools/tools/query-planning-tool/" TargetMode="External" Id="R636a1eea869f42c0" /><Relationship Type="http://schemas.openxmlformats.org/officeDocument/2006/relationships/hyperlink" Target="https://docs.opensearch.org/latest/ml-commons-plugin/agents-tools/tools/ppl-tool/" TargetMode="External" Id="Re2abdc4502f4477b" /><Relationship Type="http://schemas.openxmlformats.org/officeDocument/2006/relationships/notesSlide" Target="/ppt/notesSlides/notesSlide13.xml" Id="Re98b6ffe0c8e404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6e9fcffcdbbb49a0" /><Relationship Type="http://schemas.openxmlformats.org/officeDocument/2006/relationships/hyperlink" Target="https://docs.opensearch.org/latest/query-dsl/specialized/agentic/" TargetMode="External" Id="R6cb54d7bac064c9b" /><Relationship Type="http://schemas.openxmlformats.org/officeDocument/2006/relationships/hyperlink" Target="https://docs.opensearch.org/latest/vector-search/ai-search/agentic-search/index/" TargetMode="External" Id="R82e442cdca2e442e" /><Relationship Type="http://schemas.openxmlformats.org/officeDocument/2006/relationships/hyperlink" Target="https://docs.opensearch.org/latest/ml-commons-plugin/agents-tools/tools/query-planning-tool/" TargetMode="External" Id="R60911dd038ac4e07" /><Relationship Type="http://schemas.openxmlformats.org/officeDocument/2006/relationships/notesSlide" Target="/ppt/notesSlides/notesSlide14.xml" Id="Rbd9ca8d27b254a1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f02221a8d4324447" /><Relationship Type="http://schemas.openxmlformats.org/officeDocument/2006/relationships/hyperlink" Target="https://docs.opensearch.org/latest/api-reference/search/" TargetMode="External" Id="R92115602dce748c4" /><Relationship Type="http://schemas.openxmlformats.org/officeDocument/2006/relationships/hyperlink" Target="https://docs.opensearch.org/latest/ml-commons-plugin/agents-tools/tools/query-planning-tool/" TargetMode="External" Id="Rb7ee3ef465b94116" /><Relationship Type="http://schemas.openxmlformats.org/officeDocument/2006/relationships/hyperlink" Target="https://cheatsheetseries.owasp.org/cheatsheets/LLM_Prompt_Injection_Prevention_Cheat_Sheet.html" TargetMode="External" Id="Rcf1bdefdcca24577" /><Relationship Type="http://schemas.openxmlformats.org/officeDocument/2006/relationships/notesSlide" Target="/ppt/notesSlides/notesSlide15.xml" Id="R90e31e5a602246b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8923927757d04f1d" /><Relationship Type="http://schemas.openxmlformats.org/officeDocument/2006/relationships/hyperlink" Target="https://docs.opensearch.org/latest/dashboards/discover/index/" TargetMode="External" Id="Re4eaf16149c945f5" /><Relationship Type="http://schemas.openxmlformats.org/officeDocument/2006/relationships/hyperlink" Target="https://docs.opensearch.org/latest/api-reference/search/" TargetMode="External" Id="Rd96cdbec1ace4eb0" /><Relationship Type="http://schemas.openxmlformats.org/officeDocument/2006/relationships/hyperlink" Target="https://opentelemetry.io/docs/specs/otel/logs/data-model/" TargetMode="External" Id="R80ba0f5ea0c240f6" /><Relationship Type="http://schemas.openxmlformats.org/officeDocument/2006/relationships/notesSlide" Target="/ppt/notesSlides/notesSlide16.xml" Id="R7d1cdc0117bb4fa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e445f2ab5c82490c" /><Relationship Type="http://schemas.openxmlformats.org/officeDocument/2006/relationships/hyperlink" Target="https://docs.opensearch.org/latest/dashboards/dql/" TargetMode="External" Id="R47f3c24beb224c64" /><Relationship Type="http://schemas.openxmlformats.org/officeDocument/2006/relationships/hyperlink" Target="https://docs.opensearch.org/latest/query-dsl/term/term/" TargetMode="External" Id="R300cb9d919424885" /><Relationship Type="http://schemas.openxmlformats.org/officeDocument/2006/relationships/hyperlink" Target="https://docs.opensearch.org/latest/query-dsl/full-text/match-phrase/" TargetMode="External" Id="R86c2961a447a4276" /><Relationship Type="http://schemas.openxmlformats.org/officeDocument/2006/relationships/notesSlide" Target="/ppt/notesSlides/notesSlide17.xml" Id="R7eb67500cd3040b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2c6e8299b2ec4ada" /><Relationship Type="http://schemas.openxmlformats.org/officeDocument/2006/relationships/hyperlink" Target="https://docs.opensearch.org/latest/query-dsl/compound/bool/" TargetMode="External" Id="R89bb56bb67a44c5a" /><Relationship Type="http://schemas.openxmlformats.org/officeDocument/2006/relationships/hyperlink" Target="https://docs.opensearch.org/latest/api-reference/search/" TargetMode="External" Id="Rac3d271d9e12470c" /><Relationship Type="http://schemas.openxmlformats.org/officeDocument/2006/relationships/notesSlide" Target="/ppt/notesSlides/notesSlide18.xml" Id="R9acde07d4b89433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3d18452bc2994d1e" /><Relationship Type="http://schemas.openxmlformats.org/officeDocument/2006/relationships/hyperlink" Target="https://docs.opensearch.org/latest/sql-and-ppl/ppl/commands/stats/" TargetMode="External" Id="R99054ac3206c4af5" /><Relationship Type="http://schemas.openxmlformats.org/officeDocument/2006/relationships/hyperlink" Target="https://docs.opensearch.org/latest/sql-and-ppl/ppl/commands/where/" TargetMode="External" Id="R32e05f00daab43c8" /><Relationship Type="http://schemas.openxmlformats.org/officeDocument/2006/relationships/hyperlink" Target="https://opentelemetry.io/docs/specs/otel/logs/data-model/" TargetMode="External" Id="R900149562a7f4863" /><Relationship Type="http://schemas.openxmlformats.org/officeDocument/2006/relationships/notesSlide" Target="/ppt/notesSlides/notesSlide19.xml" Id="Rd656c013ee754b0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56edd61567a94232" /><Relationship Type="http://schemas.openxmlformats.org/officeDocument/2006/relationships/hyperlink" Target="https://docs.opensearch.org/latest/api-reference/search/" TargetMode="External" Id="R3a95b73dc9a34ce2" /><Relationship Type="http://schemas.openxmlformats.org/officeDocument/2006/relationships/hyperlink" Target="https://docs.opensearch.org/latest/sql-and-ppl/sql-and-ppl-api/index/" TargetMode="External" Id="R6ce9c93f4a85475b" /><Relationship Type="http://schemas.openxmlformats.org/officeDocument/2006/relationships/hyperlink" Target="https://docs.opensearch.org/latest/sql-and-ppl/settings/" TargetMode="External" Id="Re69ce2c4bb4548b7" /><Relationship Type="http://schemas.openxmlformats.org/officeDocument/2006/relationships/notesSlide" Target="/ppt/notesSlides/notesSlide20.xml" Id="R1ab2be4587c9438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17f2930e9e2a4b26" /><Relationship Type="http://schemas.openxmlformats.org/officeDocument/2006/relationships/hyperlink" Target="https://docs.opensearch.org/latest/query-dsl/specialized/agentic/" TargetMode="External" Id="Rd3ef752265e54b42" /><Relationship Type="http://schemas.openxmlformats.org/officeDocument/2006/relationships/hyperlink" Target="https://docs.opensearch.org/latest/vector-search/ai-search/agentic-search/index/" TargetMode="External" Id="R46dc6fb6dc0644d9" /><Relationship Type="http://schemas.openxmlformats.org/officeDocument/2006/relationships/hyperlink" Target="https://docs.opensearch.org/latest/ml-commons-plugin/agents-tools/tools/query-planning-tool/" TargetMode="External" Id="Reea1efbf08ce414e" /><Relationship Type="http://schemas.openxmlformats.org/officeDocument/2006/relationships/notesSlide" Target="/ppt/notesSlides/notesSlide21.xml" Id="Rebe4f6b2a1d8494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c40bf6a64a084a91" /><Relationship Type="http://schemas.openxmlformats.org/officeDocument/2006/relationships/hyperlink" Target="https://docs.opensearch.org/latest/sql-and-ppl/sql-and-ppl-api/index/" TargetMode="External" Id="Rcf86e101abff44a9" /><Relationship Type="http://schemas.openxmlformats.org/officeDocument/2006/relationships/hyperlink" Target="https://docs.opensearch.org/latest/ml-commons-plugin/agents-tools/tools/query-planning-tool/" TargetMode="External" Id="R6448b80fe6ae42d6" /><Relationship Type="http://schemas.openxmlformats.org/officeDocument/2006/relationships/hyperlink" Target="https://docs.opensearch.org/latest/ml-commons-plugin/agents-tools/tools/ppl-tool/" TargetMode="External" Id="R48097c5be3aa4cae" /><Relationship Type="http://schemas.openxmlformats.org/officeDocument/2006/relationships/hyperlink" Target="https://cheatsheetseries.owasp.org/cheatsheets/LLM_Prompt_Injection_Prevention_Cheat_Sheet.html" TargetMode="External" Id="Rec8da5da5bc34a03" /><Relationship Type="http://schemas.openxmlformats.org/officeDocument/2006/relationships/notesSlide" Target="/ppt/notesSlides/notesSlide22.xml" Id="Rf25e7b49f8394d39"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c3db4ef0c8b1483a" /><Relationship Type="http://schemas.openxmlformats.org/officeDocument/2006/relationships/hyperlink" Target="https://docs.opensearch.org/latest/aggregations/bucket/terms/" TargetMode="External" Id="R8c9a4bd5a88645ac" /><Relationship Type="http://schemas.openxmlformats.org/officeDocument/2006/relationships/hyperlink" Target="https://docs.opensearch.org/latest/search-plugins/searching-data/point-in-time/" TargetMode="External" Id="R290c956a91df444b" /><Relationship Type="http://schemas.openxmlformats.org/officeDocument/2006/relationships/hyperlink" Target="https://docs.opensearch.org/latest/mappings/mapping-explosion/" TargetMode="External" Id="Rc5d3eb040ea54550" /><Relationship Type="http://schemas.openxmlformats.org/officeDocument/2006/relationships/hyperlink" Target="https://docs.opensearch.org/latest/im-plugin/ism/policies-operations/" TargetMode="External" Id="R3aaef225e6244e5c" /><Relationship Type="http://schemas.openxmlformats.org/officeDocument/2006/relationships/hyperlink" Target="https://docs.opensearch.org/latest/api-reference/search-apis/profile/" TargetMode="External" Id="R867c4e7b0015440f" /><Relationship Type="http://schemas.openxmlformats.org/officeDocument/2006/relationships/hyperlink" Target="https://opentelemetry.io/docs/specs/otel/logs/data-model/" TargetMode="External" Id="R6446ca5db7e54a27" /><Relationship Type="http://schemas.openxmlformats.org/officeDocument/2006/relationships/notesSlide" Target="/ppt/notesSlides/notesSlide23.xml" Id="Rcf1ccd3378e844d9"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6ce90276b5ea4918" /><Relationship Type="http://schemas.openxmlformats.org/officeDocument/2006/relationships/hyperlink" Target="https://docs.opensearch.org/latest/api-reference/search/" TargetMode="External" Id="R7cf2dc53c64a4ab1" /><Relationship Type="http://schemas.openxmlformats.org/officeDocument/2006/relationships/notesSlide" Target="/ppt/notesSlides/notesSlide24.xml" Id="Ra6a4b1f29a6248bd"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4849709a26024289" /><Relationship Type="http://schemas.openxmlformats.org/officeDocument/2006/relationships/hyperlink" Target="https://docs.opensearch.org/latest/dashboards/discover/index/" TargetMode="External" Id="R28dd2f6b920b4107" /><Relationship Type="http://schemas.openxmlformats.org/officeDocument/2006/relationships/hyperlink" Target="https://docs.opensearch.org/latest/dashboards/dql/" TargetMode="External" Id="R1817a39e98be45b3" /><Relationship Type="http://schemas.openxmlformats.org/officeDocument/2006/relationships/hyperlink" Target="https://docs.opensearch.org/latest/query-dsl/term/term/" TargetMode="External" Id="R337cc49fd2224837" /><Relationship Type="http://schemas.openxmlformats.org/officeDocument/2006/relationships/hyperlink" Target="https://docs.opensearch.org/latest/query-dsl/full-text/match-phrase/" TargetMode="External" Id="R75449e94c3e3461b" /><Relationship Type="http://schemas.openxmlformats.org/officeDocument/2006/relationships/hyperlink" Target="https://docs.opensearch.org/latest/query-dsl/compound/bool/" TargetMode="External" Id="R4041db94edd845fe" /><Relationship Type="http://schemas.openxmlformats.org/officeDocument/2006/relationships/hyperlink" Target="https://docs.opensearch.org/latest/sql-and-ppl/ppl/commands/stats/" TargetMode="External" Id="Rd5b12b74d0904db4" /><Relationship Type="http://schemas.openxmlformats.org/officeDocument/2006/relationships/hyperlink" Target="https://docs.opensearch.org/latest/sql-and-ppl/ppl/commands/where/" TargetMode="External" Id="R426f992f716b46b7" /><Relationship Type="http://schemas.openxmlformats.org/officeDocument/2006/relationships/hyperlink" Target="https://docs.opensearch.org/latest/api-reference/search/" TargetMode="External" Id="Re8b89a85c8f0452e" /><Relationship Type="http://schemas.openxmlformats.org/officeDocument/2006/relationships/hyperlink" Target="https://docs.opensearch.org/latest/aggregations/bucket/terms/" TargetMode="External" Id="R4b4dcea9512b439b" /><Relationship Type="http://schemas.openxmlformats.org/officeDocument/2006/relationships/hyperlink" Target="https://docs.opensearch.org/latest/query-dsl/term/wildcard/" TargetMode="External" Id="R17f45de60c704855" /><Relationship Type="http://schemas.openxmlformats.org/officeDocument/2006/relationships/hyperlink" Target="https://docs.opensearch.org/latest/search-plugins/searching-data/point-in-time/" TargetMode="External" Id="Rf533978a5b55474a" /><Relationship Type="http://schemas.openxmlformats.org/officeDocument/2006/relationships/hyperlink" Target="https://docs.opensearch.org/latest/mappings/mapping-explosion/" TargetMode="External" Id="R293e8833efc24d49" /><Relationship Type="http://schemas.openxmlformats.org/officeDocument/2006/relationships/hyperlink" Target="https://docs.opensearch.org/latest/opensearch/data-streams/" TargetMode="External" Id="R487b9acc67ea436f" /><Relationship Type="http://schemas.openxmlformats.org/officeDocument/2006/relationships/hyperlink" Target="https://docs.opensearch.org/latest/im-plugin/ism/policies-operations/" TargetMode="External" Id="Recb4416474154394" /><Relationship Type="http://schemas.openxmlformats.org/officeDocument/2006/relationships/hyperlink" Target="https://docs.aws.amazon.com/opensearch-service/latest/developerguide/bp.html" TargetMode="External" Id="R6e84f6833adc4cd7" /><Relationship Type="http://schemas.openxmlformats.org/officeDocument/2006/relationships/hyperlink" Target="https://docs.opensearch.org/latest/install-and-configure/configuring-opensearch/logs/" TargetMode="External" Id="Rfd2e6bd4482044d5" /><Relationship Type="http://schemas.openxmlformats.org/officeDocument/2006/relationships/notesSlide" Target="/ppt/notesSlides/notesSlide25.xml" Id="R479ec16626794687"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43388a818f724ff3" /><Relationship Type="http://schemas.openxmlformats.org/officeDocument/2006/relationships/hyperlink" Target="https://docs.opensearch.org/latest/api-reference/search-apis/profile/" TargetMode="External" Id="R2d7d220c4a134c5b" /><Relationship Type="http://schemas.openxmlformats.org/officeDocument/2006/relationships/hyperlink" Target="https://docs.opensearch.org/latest/data-prepper/pipelines/configuration/processors/obfuscate/" TargetMode="External" Id="Rbde6dfc730f24654" /><Relationship Type="http://schemas.openxmlformats.org/officeDocument/2006/relationships/hyperlink" Target="https://opentelemetry.io/docs/specs/otel/logs/data-model/" TargetMode="External" Id="R2052769c9aeb47ad" /><Relationship Type="http://schemas.openxmlformats.org/officeDocument/2006/relationships/hyperlink" Target="https://docs.opensearch.org/latest/sql-and-ppl/datatypes/" TargetMode="External" Id="R21d05173467b429b" /><Relationship Type="http://schemas.openxmlformats.org/officeDocument/2006/relationships/hyperlink" Target="https://docs.opensearch.org/latest/sql-and-ppl/functions/" TargetMode="External" Id="R1a461125a55d4215" /><Relationship Type="http://schemas.openxmlformats.org/officeDocument/2006/relationships/hyperlink" Target="https://docs.opensearch.org/latest/security/access-control/field-masking/" TargetMode="External" Id="R092d3a9fb7ed4e59" /><Relationship Type="http://schemas.openxmlformats.org/officeDocument/2006/relationships/hyperlink" Target="https://docs.opensearch.org/latest/sql-and-ppl/sql-and-ppl-api/index/" TargetMode="External" Id="Ra5a869fbb33f48cb" /><Relationship Type="http://schemas.openxmlformats.org/officeDocument/2006/relationships/hyperlink" Target="https://docs.opensearch.org/latest/dashboards/query-workbench/" TargetMode="External" Id="R108d61cecd0c4088" /><Relationship Type="http://schemas.openxmlformats.org/officeDocument/2006/relationships/hyperlink" Target="https://docs.opensearch.org/latest/observing-your-data/exploring-observability-data/discover-logs/" TargetMode="External" Id="R8d922b7d34ef46d0" /><Relationship Type="http://schemas.openxmlformats.org/officeDocument/2006/relationships/hyperlink" Target="https://docs.opensearch.org/latest/query-dsl/specialized/agentic/" TargetMode="External" Id="Red65f3f9580844ab" /><Relationship Type="http://schemas.openxmlformats.org/officeDocument/2006/relationships/hyperlink" Target="https://docs.opensearch.org/latest/vector-search/ai-search/agentic-search/index/" TargetMode="External" Id="R19c494a1c4244088" /><Relationship Type="http://schemas.openxmlformats.org/officeDocument/2006/relationships/hyperlink" Target="https://docs.opensearch.org/latest/ml-commons-plugin/agents-tools/tools/query-planning-tool/" TargetMode="External" Id="Ra03604c9efa84bbd" /><Relationship Type="http://schemas.openxmlformats.org/officeDocument/2006/relationships/hyperlink" Target="https://docs.opensearch.org/latest/ml-commons-plugin/agents-tools/tools/ppl-tool/" TargetMode="External" Id="R1a5c9143e4cc4f62" /><Relationship Type="http://schemas.openxmlformats.org/officeDocument/2006/relationships/hyperlink" Target="https://docs.opensearch.org/latest/sql-and-ppl/settings/" TargetMode="External" Id="R66a8d70f8e37463c" /><Relationship Type="http://schemas.openxmlformats.org/officeDocument/2006/relationships/hyperlink" Target="https://cheatsheetseries.owasp.org/cheatsheets/LLM_Prompt_Injection_Prevention_Cheat_Sheet.html" TargetMode="External" Id="R82d91069b1ea435e" /><Relationship Type="http://schemas.openxmlformats.org/officeDocument/2006/relationships/notesSlide" Target="/ppt/notesSlides/notesSlide26.xml" Id="R9df25f3373ef4f4e" /></Relationships>
</file>

<file path=ppt/slides/slide1.xml><?xml version="1.0" encoding="utf-8"?>
<p:sld xmlns:p="http://schemas.openxmlformats.org/presentationml/2006/main">
  <p:cSld>
    <p:bg>
      <p:bgPr>
        <a:solidFill xmlns:a="http://schemas.openxmlformats.org/drawingml/2006/main">
          <a:srgbClr val="F5F4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BB11CED-F7D5-4EB5-8B13-21B8A8593170}"/>
              </a:ext>
            </a:extLst>
          </p:cNvPr>
          <p:cNvSpPr>
            <a:spLocks xmlns:a="http://schemas.openxmlformats.org/drawingml/2006/main" noGrp="1"/>
          </p:cNvSpPr>
          <p:nvPr/>
        </p:nvSpPr>
        <p:spPr>
          <a:xfrm xmlns:a="http://schemas.openxmlformats.org/drawingml/2006/main">
            <a:off x="647700" y="1181100"/>
            <a:ext cx="108966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5850" b="1">
                <a:solidFill>
                  <a:srgbClr val="152E3D"/>
                </a:solidFill>
                <a:latin typeface="Arial"/>
                <a:ea typeface="Arial"/>
                <a:cs typeface="Arial"/>
              </a:defRPr>
            </a:defPPr>
            <a:lvl1pPr>
              <a:defRPr sz="5850" b="1">
                <a:solidFill>
                  <a:srgbClr val="152E3D"/>
                </a:solidFill>
                <a:latin typeface="Arial"/>
                <a:ea typeface="Arial"/>
                <a:cs typeface="Arial"/>
              </a:defRPr>
            </a:lvl1pPr>
            <a:lvl2pPr>
              <a:defRPr sz="5850" b="1">
                <a:solidFill>
                  <a:srgbClr val="152E3D"/>
                </a:solidFill>
                <a:latin typeface="Arial"/>
                <a:ea typeface="Arial"/>
                <a:cs typeface="Arial"/>
              </a:defRPr>
            </a:lvl2pPr>
            <a:lvl3pPr>
              <a:defRPr sz="5850" b="1">
                <a:solidFill>
                  <a:srgbClr val="152E3D"/>
                </a:solidFill>
                <a:latin typeface="Arial"/>
                <a:ea typeface="Arial"/>
                <a:cs typeface="Arial"/>
              </a:defRPr>
            </a:lvl3pPr>
            <a:lvl4pPr>
              <a:defRPr sz="5850" b="1">
                <a:solidFill>
                  <a:srgbClr val="152E3D"/>
                </a:solidFill>
                <a:latin typeface="Arial"/>
                <a:ea typeface="Arial"/>
                <a:cs typeface="Arial"/>
              </a:defRPr>
            </a:lvl4pPr>
            <a:lvl5pPr>
              <a:defRPr sz="5850" b="1">
                <a:solidFill>
                  <a:srgbClr val="152E3D"/>
                </a:solidFill>
                <a:latin typeface="Arial"/>
                <a:ea typeface="Arial"/>
                <a:cs typeface="Arial"/>
              </a:defRPr>
            </a:lvl5pPr>
            <a:lvl6pPr>
              <a:defRPr sz="5850" b="1">
                <a:solidFill>
                  <a:srgbClr val="152E3D"/>
                </a:solidFill>
                <a:latin typeface="Arial"/>
                <a:ea typeface="Arial"/>
                <a:cs typeface="Arial"/>
              </a:defRPr>
            </a:lvl6pPr>
            <a:lvl7pPr>
              <a:defRPr sz="5850" b="1">
                <a:solidFill>
                  <a:srgbClr val="152E3D"/>
                </a:solidFill>
                <a:latin typeface="Arial"/>
                <a:ea typeface="Arial"/>
                <a:cs typeface="Arial"/>
              </a:defRPr>
            </a:lvl7pPr>
            <a:lvl8pPr>
              <a:defRPr sz="5850" b="1">
                <a:solidFill>
                  <a:srgbClr val="152E3D"/>
                </a:solidFill>
                <a:latin typeface="Arial"/>
                <a:ea typeface="Arial"/>
                <a:cs typeface="Arial"/>
              </a:defRPr>
            </a:lvl8pPr>
            <a:lvl9pPr>
              <a:defRPr sz="5850" b="1">
                <a:solidFill>
                  <a:srgbClr val="152E3D"/>
                </a:solidFill>
                <a:latin typeface="Arial"/>
                <a:ea typeface="Arial"/>
                <a:cs typeface="Arial"/>
              </a:defRPr>
            </a:lvl9pPr>
          </a:lstStyle>
          <a:p xmlns:a="http://schemas.openxmlformats.org/drawingml/2006/main">
            <a:pPr>
              <a:defRPr sz="5850" b="1">
                <a:solidFill>
                  <a:srgbClr val="152E3D"/>
                </a:solidFill>
                <a:latin typeface="Arial"/>
                <a:ea typeface="Arial"/>
                <a:cs typeface="Arial"/>
              </a:defRPr>
            </a:pPr>
            <a:r>
              <a:rPr sz="5850" b="1">
                <a:solidFill>
                  <a:srgbClr val="152E3D"/>
                </a:solidFill>
                <a:latin typeface="Arial"/>
                <a:ea typeface="Arial"/>
                <a:cs typeface="Arial"/>
              </a:rPr>
              <a:t>OpenSearch’te</a:t>
            </a:r>
          </a:p>
          <a:p xmlns:a="http://schemas.openxmlformats.org/drawingml/2006/main">
            <a:pPr>
              <a:defRPr sz="5850" b="1">
                <a:solidFill>
                  <a:srgbClr val="152E3D"/>
                </a:solidFill>
                <a:latin typeface="Arial"/>
                <a:ea typeface="Arial"/>
                <a:cs typeface="Arial"/>
              </a:defRPr>
            </a:pPr>
            <a:r>
              <a:rPr sz="5850" b="1">
                <a:solidFill>
                  <a:srgbClr val="152E3D"/>
                </a:solidFill>
                <a:latin typeface="Arial"/>
                <a:ea typeface="Arial"/>
                <a:cs typeface="Arial"/>
              </a:rPr>
              <a:t>log arama</a:t>
            </a:r>
          </a:p>
        </p:txBody>
      </p:sp>
      <p:sp>
        <p:nvSpPr>
          <p:cNvPr id="2" name="">
            <a:extLst xmlns:a="http://schemas.openxmlformats.org/drawingml/2006/main">
              <a:ext uri="{FF2B5EF4-FFF2-40B4-BE49-F238E27FC236}">
                <a16:creationId xmlns:a16="http://schemas.microsoft.com/office/drawing/2014/main" id="{2DA281ED-BB9E-4FCF-8EF7-AEFBDABCB6D7}"/>
              </a:ext>
            </a:extLst>
          </p:cNvPr>
          <p:cNvSpPr>
            <a:spLocks xmlns:a="http://schemas.openxmlformats.org/drawingml/2006/main" noGrp="1"/>
          </p:cNvSpPr>
          <p:nvPr/>
        </p:nvSpPr>
        <p:spPr>
          <a:xfrm xmlns:a="http://schemas.openxmlformats.org/drawingml/2006/main">
            <a:off x="685800" y="3638550"/>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0">
                <a:solidFill>
                  <a:srgbClr val="007F83"/>
                </a:solidFill>
                <a:latin typeface="Arial"/>
                <a:ea typeface="Arial"/>
                <a:cs typeface="Arial"/>
              </a:defRPr>
            </a:defPPr>
            <a:lvl1pPr>
              <a:defRPr sz="3150" b="0">
                <a:solidFill>
                  <a:srgbClr val="007F83"/>
                </a:solidFill>
                <a:latin typeface="Arial"/>
                <a:ea typeface="Arial"/>
                <a:cs typeface="Arial"/>
              </a:defRPr>
            </a:lvl1pPr>
            <a:lvl2pPr>
              <a:defRPr sz="3150" b="0">
                <a:solidFill>
                  <a:srgbClr val="007F83"/>
                </a:solidFill>
                <a:latin typeface="Arial"/>
                <a:ea typeface="Arial"/>
                <a:cs typeface="Arial"/>
              </a:defRPr>
            </a:lvl2pPr>
            <a:lvl3pPr>
              <a:defRPr sz="3150" b="0">
                <a:solidFill>
                  <a:srgbClr val="007F83"/>
                </a:solidFill>
                <a:latin typeface="Arial"/>
                <a:ea typeface="Arial"/>
                <a:cs typeface="Arial"/>
              </a:defRPr>
            </a:lvl3pPr>
            <a:lvl4pPr>
              <a:defRPr sz="3150" b="0">
                <a:solidFill>
                  <a:srgbClr val="007F83"/>
                </a:solidFill>
                <a:latin typeface="Arial"/>
                <a:ea typeface="Arial"/>
                <a:cs typeface="Arial"/>
              </a:defRPr>
            </a:lvl4pPr>
            <a:lvl5pPr>
              <a:defRPr sz="3150" b="0">
                <a:solidFill>
                  <a:srgbClr val="007F83"/>
                </a:solidFill>
                <a:latin typeface="Arial"/>
                <a:ea typeface="Arial"/>
                <a:cs typeface="Arial"/>
              </a:defRPr>
            </a:lvl5pPr>
            <a:lvl6pPr>
              <a:defRPr sz="3150" b="0">
                <a:solidFill>
                  <a:srgbClr val="007F83"/>
                </a:solidFill>
                <a:latin typeface="Arial"/>
                <a:ea typeface="Arial"/>
                <a:cs typeface="Arial"/>
              </a:defRPr>
            </a:lvl6pPr>
            <a:lvl7pPr>
              <a:defRPr sz="3150" b="0">
                <a:solidFill>
                  <a:srgbClr val="007F83"/>
                </a:solidFill>
                <a:latin typeface="Arial"/>
                <a:ea typeface="Arial"/>
                <a:cs typeface="Arial"/>
              </a:defRPr>
            </a:lvl7pPr>
            <a:lvl8pPr>
              <a:defRPr sz="3150" b="0">
                <a:solidFill>
                  <a:srgbClr val="007F83"/>
                </a:solidFill>
                <a:latin typeface="Arial"/>
                <a:ea typeface="Arial"/>
                <a:cs typeface="Arial"/>
              </a:defRPr>
            </a:lvl8pPr>
            <a:lvl9pPr>
              <a:defRPr sz="3150" b="0">
                <a:solidFill>
                  <a:srgbClr val="007F83"/>
                </a:solidFill>
                <a:latin typeface="Arial"/>
                <a:ea typeface="Arial"/>
                <a:cs typeface="Arial"/>
              </a:defRPr>
            </a:lvl9pPr>
          </a:lstStyle>
          <a:p xmlns:a="http://schemas.openxmlformats.org/drawingml/2006/main">
            <a:pPr>
              <a:defRPr sz="3150" b="0">
                <a:solidFill>
                  <a:srgbClr val="007F83"/>
                </a:solidFill>
                <a:latin typeface="Arial"/>
                <a:ea typeface="Arial"/>
                <a:cs typeface="Arial"/>
              </a:defRPr>
            </a:pPr>
            <a:r>
              <a:rPr sz="3150" b="0">
                <a:solidFill>
                  <a:srgbClr val="007F83"/>
                </a:solidFill>
                <a:latin typeface="Arial"/>
                <a:ea typeface="Arial"/>
                <a:cs typeface="Arial"/>
              </a:rPr>
              <a:t>Doğru sorgu, güvenilir sonuç</a:t>
            </a:r>
          </a:p>
        </p:txBody>
      </p:sp>
      <p:sp>
        <p:nvSpPr>
          <p:cNvPr id="3" name="">
            <a:extLst xmlns:a="http://schemas.openxmlformats.org/drawingml/2006/main">
              <a:ext uri="{FF2B5EF4-FFF2-40B4-BE49-F238E27FC236}">
                <a16:creationId xmlns:a16="http://schemas.microsoft.com/office/drawing/2014/main" id="{2EE34E42-7CF3-4531-AF2D-D589614708D2}"/>
              </a:ext>
            </a:extLst>
          </p:cNvPr>
          <p:cNvSpPr>
            <a:spLocks xmlns:a="http://schemas.openxmlformats.org/drawingml/2006/main" noGrp="1"/>
          </p:cNvSpPr>
          <p:nvPr/>
        </p:nvSpPr>
        <p:spPr>
          <a:xfrm xmlns:a="http://schemas.openxmlformats.org/drawingml/2006/main">
            <a:off x="704850" y="4600575"/>
            <a:ext cx="10715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50616A"/>
                </a:solidFill>
                <a:latin typeface="Arial"/>
                <a:ea typeface="Arial"/>
                <a:cs typeface="Arial"/>
              </a:defRPr>
            </a:defPPr>
            <a:lvl1pPr>
              <a:defRPr sz="2100" b="0">
                <a:solidFill>
                  <a:srgbClr val="50616A"/>
                </a:solidFill>
                <a:latin typeface="Arial"/>
                <a:ea typeface="Arial"/>
                <a:cs typeface="Arial"/>
              </a:defRPr>
            </a:lvl1pPr>
            <a:lvl2pPr>
              <a:defRPr sz="2100" b="0">
                <a:solidFill>
                  <a:srgbClr val="50616A"/>
                </a:solidFill>
                <a:latin typeface="Arial"/>
                <a:ea typeface="Arial"/>
                <a:cs typeface="Arial"/>
              </a:defRPr>
            </a:lvl2pPr>
            <a:lvl3pPr>
              <a:defRPr sz="2100" b="0">
                <a:solidFill>
                  <a:srgbClr val="50616A"/>
                </a:solidFill>
                <a:latin typeface="Arial"/>
                <a:ea typeface="Arial"/>
                <a:cs typeface="Arial"/>
              </a:defRPr>
            </a:lvl3pPr>
            <a:lvl4pPr>
              <a:defRPr sz="2100" b="0">
                <a:solidFill>
                  <a:srgbClr val="50616A"/>
                </a:solidFill>
                <a:latin typeface="Arial"/>
                <a:ea typeface="Arial"/>
                <a:cs typeface="Arial"/>
              </a:defRPr>
            </a:lvl4pPr>
            <a:lvl5pPr>
              <a:defRPr sz="2100" b="0">
                <a:solidFill>
                  <a:srgbClr val="50616A"/>
                </a:solidFill>
                <a:latin typeface="Arial"/>
                <a:ea typeface="Arial"/>
                <a:cs typeface="Arial"/>
              </a:defRPr>
            </a:lvl5pPr>
            <a:lvl6pPr>
              <a:defRPr sz="2100" b="0">
                <a:solidFill>
                  <a:srgbClr val="50616A"/>
                </a:solidFill>
                <a:latin typeface="Arial"/>
                <a:ea typeface="Arial"/>
                <a:cs typeface="Arial"/>
              </a:defRPr>
            </a:lvl6pPr>
            <a:lvl7pPr>
              <a:defRPr sz="2100" b="0">
                <a:solidFill>
                  <a:srgbClr val="50616A"/>
                </a:solidFill>
                <a:latin typeface="Arial"/>
                <a:ea typeface="Arial"/>
                <a:cs typeface="Arial"/>
              </a:defRPr>
            </a:lvl7pPr>
            <a:lvl8pPr>
              <a:defRPr sz="2100" b="0">
                <a:solidFill>
                  <a:srgbClr val="50616A"/>
                </a:solidFill>
                <a:latin typeface="Arial"/>
                <a:ea typeface="Arial"/>
                <a:cs typeface="Arial"/>
              </a:defRPr>
            </a:lvl8pPr>
            <a:lvl9pPr>
              <a:defRPr sz="2100" b="0">
                <a:solidFill>
                  <a:srgbClr val="50616A"/>
                </a:solidFill>
                <a:latin typeface="Arial"/>
                <a:ea typeface="Arial"/>
                <a:cs typeface="Arial"/>
              </a:defRPr>
            </a:lvl9pPr>
          </a:lstStyle>
          <a:p xmlns:a="http://schemas.openxmlformats.org/drawingml/2006/main">
            <a:pPr>
              <a:defRPr sz="2100" b="0">
                <a:solidFill>
                  <a:srgbClr val="50616A"/>
                </a:solidFill>
                <a:latin typeface="Arial"/>
                <a:ea typeface="Arial"/>
                <a:cs typeface="Arial"/>
              </a:defRPr>
            </a:pPr>
            <a:r>
              <a:rPr sz="2100" b="0">
                <a:solidFill>
                  <a:srgbClr val="50616A"/>
                </a:solidFill>
                <a:latin typeface="Arial"/>
                <a:ea typeface="Arial"/>
                <a:cs typeface="Arial"/>
              </a:rPr>
              <a:t>Pratik sorgular, üretim kararları ve LLM ile inceleme</a:t>
            </a:r>
          </a:p>
        </p:txBody>
      </p:sp>
      <p:sp>
        <p:nvSpPr>
          <p:cNvPr id="4" name="">
            <a:extLst xmlns:a="http://schemas.openxmlformats.org/drawingml/2006/main">
              <a:ext uri="{FF2B5EF4-FFF2-40B4-BE49-F238E27FC236}">
                <a16:creationId xmlns:a16="http://schemas.microsoft.com/office/drawing/2014/main" id="{9DF81E22-90F3-488D-88E1-63FAE2955834}"/>
              </a:ext>
            </a:extLst>
          </p:cNvPr>
          <p:cNvSpPr>
            <a:spLocks xmlns:a="http://schemas.openxmlformats.org/drawingml/2006/main" noGrp="1"/>
          </p:cNvSpPr>
          <p:nvPr/>
        </p:nvSpPr>
        <p:spPr>
          <a:xfrm xmlns:a="http://schemas.openxmlformats.org/drawingml/2006/main">
            <a:off x="10858500" y="6429375"/>
            <a:ext cx="714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0616A"/>
                </a:solidFill>
                <a:latin typeface="Arial"/>
                <a:ea typeface="Arial"/>
                <a:cs typeface="Arial"/>
              </a:defRPr>
            </a:defPPr>
            <a:lvl1pPr>
              <a:defRPr sz="1200" b="0">
                <a:solidFill>
                  <a:srgbClr val="50616A"/>
                </a:solidFill>
                <a:latin typeface="Arial"/>
                <a:ea typeface="Arial"/>
                <a:cs typeface="Arial"/>
              </a:defRPr>
            </a:lvl1pPr>
            <a:lvl2pPr>
              <a:defRPr sz="1200" b="0">
                <a:solidFill>
                  <a:srgbClr val="50616A"/>
                </a:solidFill>
                <a:latin typeface="Arial"/>
                <a:ea typeface="Arial"/>
                <a:cs typeface="Arial"/>
              </a:defRPr>
            </a:lvl2pPr>
            <a:lvl3pPr>
              <a:defRPr sz="1200" b="0">
                <a:solidFill>
                  <a:srgbClr val="50616A"/>
                </a:solidFill>
                <a:latin typeface="Arial"/>
                <a:ea typeface="Arial"/>
                <a:cs typeface="Arial"/>
              </a:defRPr>
            </a:lvl3pPr>
            <a:lvl4pPr>
              <a:defRPr sz="1200" b="0">
                <a:solidFill>
                  <a:srgbClr val="50616A"/>
                </a:solidFill>
                <a:latin typeface="Arial"/>
                <a:ea typeface="Arial"/>
                <a:cs typeface="Arial"/>
              </a:defRPr>
            </a:lvl4pPr>
            <a:lvl5pPr>
              <a:defRPr sz="1200" b="0">
                <a:solidFill>
                  <a:srgbClr val="50616A"/>
                </a:solidFill>
                <a:latin typeface="Arial"/>
                <a:ea typeface="Arial"/>
                <a:cs typeface="Arial"/>
              </a:defRPr>
            </a:lvl5pPr>
            <a:lvl6pPr>
              <a:defRPr sz="1200" b="0">
                <a:solidFill>
                  <a:srgbClr val="50616A"/>
                </a:solidFill>
                <a:latin typeface="Arial"/>
                <a:ea typeface="Arial"/>
                <a:cs typeface="Arial"/>
              </a:defRPr>
            </a:lvl6pPr>
            <a:lvl7pPr>
              <a:defRPr sz="1200" b="0">
                <a:solidFill>
                  <a:srgbClr val="50616A"/>
                </a:solidFill>
                <a:latin typeface="Arial"/>
                <a:ea typeface="Arial"/>
                <a:cs typeface="Arial"/>
              </a:defRPr>
            </a:lvl7pPr>
            <a:lvl8pPr>
              <a:defRPr sz="1200" b="0">
                <a:solidFill>
                  <a:srgbClr val="50616A"/>
                </a:solidFill>
                <a:latin typeface="Arial"/>
                <a:ea typeface="Arial"/>
                <a:cs typeface="Arial"/>
              </a:defRPr>
            </a:lvl8pPr>
            <a:lvl9pPr>
              <a:defRPr sz="1200" b="0">
                <a:solidFill>
                  <a:srgbClr val="50616A"/>
                </a:solidFill>
                <a:latin typeface="Arial"/>
                <a:ea typeface="Arial"/>
                <a:cs typeface="Arial"/>
              </a:defRPr>
            </a:lvl9pPr>
          </a:lstStyle>
          <a:p xmlns:a="http://schemas.openxmlformats.org/drawingml/2006/main">
            <a:pPr>
              <a:defRPr sz="1200" b="0">
                <a:solidFill>
                  <a:srgbClr val="50616A"/>
                </a:solidFill>
                <a:latin typeface="Arial"/>
                <a:ea typeface="Arial"/>
                <a:cs typeface="Arial"/>
              </a:defRPr>
            </a:pPr>
            <a:r>
              <a:rPr sz="1200" b="0">
                <a:solidFill>
                  <a:srgbClr val="50616A"/>
                </a:solidFill>
                <a:latin typeface="Arial"/>
                <a:ea typeface="Arial"/>
                <a:cs typeface="Arial"/>
              </a:rPr>
              <a:t>01 / 26</a:t>
            </a:r>
          </a:p>
        </p:txBody>
      </p:sp>
      <p:sp>
        <p:nvSpPr>
          <p:cNvPr id="5" name="">
            <a:extLst xmlns:a="http://schemas.openxmlformats.org/drawingml/2006/main">
              <a:ext uri="{FF2B5EF4-FFF2-40B4-BE49-F238E27FC236}">
                <a16:creationId xmlns:a16="http://schemas.microsoft.com/office/drawing/2014/main" id="{BB651EB2-37F3-48AB-8704-139EA3A29AE5}"/>
              </a:ext>
            </a:extLst>
          </p:cNvPr>
          <p:cNvSpPr>
            <a:spLocks xmlns:a="http://schemas.openxmlformats.org/drawingml/2006/main" noGrp="1"/>
          </p:cNvSpPr>
          <p:nvPr/>
        </p:nvSpPr>
        <p:spPr>
          <a:xfrm xmlns:a="http://schemas.openxmlformats.org/drawingml/2006/main">
            <a:off x="647700" y="6429375"/>
            <a:ext cx="3810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0616A"/>
                </a:solidFill>
                <a:latin typeface="Arial"/>
                <a:ea typeface="Arial"/>
                <a:cs typeface="Arial"/>
              </a:defRPr>
            </a:defPPr>
            <a:lvl1pPr>
              <a:defRPr sz="1200" b="0">
                <a:solidFill>
                  <a:srgbClr val="50616A"/>
                </a:solidFill>
                <a:latin typeface="Arial"/>
                <a:ea typeface="Arial"/>
                <a:cs typeface="Arial"/>
              </a:defRPr>
            </a:lvl1pPr>
            <a:lvl2pPr>
              <a:defRPr sz="1200" b="0">
                <a:solidFill>
                  <a:srgbClr val="50616A"/>
                </a:solidFill>
                <a:latin typeface="Arial"/>
                <a:ea typeface="Arial"/>
                <a:cs typeface="Arial"/>
              </a:defRPr>
            </a:lvl2pPr>
            <a:lvl3pPr>
              <a:defRPr sz="1200" b="0">
                <a:solidFill>
                  <a:srgbClr val="50616A"/>
                </a:solidFill>
                <a:latin typeface="Arial"/>
                <a:ea typeface="Arial"/>
                <a:cs typeface="Arial"/>
              </a:defRPr>
            </a:lvl3pPr>
            <a:lvl4pPr>
              <a:defRPr sz="1200" b="0">
                <a:solidFill>
                  <a:srgbClr val="50616A"/>
                </a:solidFill>
                <a:latin typeface="Arial"/>
                <a:ea typeface="Arial"/>
                <a:cs typeface="Arial"/>
              </a:defRPr>
            </a:lvl4pPr>
            <a:lvl5pPr>
              <a:defRPr sz="1200" b="0">
                <a:solidFill>
                  <a:srgbClr val="50616A"/>
                </a:solidFill>
                <a:latin typeface="Arial"/>
                <a:ea typeface="Arial"/>
                <a:cs typeface="Arial"/>
              </a:defRPr>
            </a:lvl5pPr>
            <a:lvl6pPr>
              <a:defRPr sz="1200" b="0">
                <a:solidFill>
                  <a:srgbClr val="50616A"/>
                </a:solidFill>
                <a:latin typeface="Arial"/>
                <a:ea typeface="Arial"/>
                <a:cs typeface="Arial"/>
              </a:defRPr>
            </a:lvl6pPr>
            <a:lvl7pPr>
              <a:defRPr sz="1200" b="0">
                <a:solidFill>
                  <a:srgbClr val="50616A"/>
                </a:solidFill>
                <a:latin typeface="Arial"/>
                <a:ea typeface="Arial"/>
                <a:cs typeface="Arial"/>
              </a:defRPr>
            </a:lvl7pPr>
            <a:lvl8pPr>
              <a:defRPr sz="1200" b="0">
                <a:solidFill>
                  <a:srgbClr val="50616A"/>
                </a:solidFill>
                <a:latin typeface="Arial"/>
                <a:ea typeface="Arial"/>
                <a:cs typeface="Arial"/>
              </a:defRPr>
            </a:lvl8pPr>
            <a:lvl9pPr>
              <a:defRPr sz="1200" b="0">
                <a:solidFill>
                  <a:srgbClr val="50616A"/>
                </a:solidFill>
                <a:latin typeface="Arial"/>
                <a:ea typeface="Arial"/>
                <a:cs typeface="Arial"/>
              </a:defRPr>
            </a:lvl9pPr>
          </a:lstStyle>
          <a:p xmlns:a="http://schemas.openxmlformats.org/drawingml/2006/main">
            <a:pPr>
              <a:defRPr sz="1200" b="0">
                <a:solidFill>
                  <a:srgbClr val="50616A"/>
                </a:solidFill>
                <a:latin typeface="Arial"/>
                <a:ea typeface="Arial"/>
                <a:cs typeface="Arial"/>
              </a:defRPr>
            </a:pPr>
            <a:r>
              <a:rPr sz="1200" b="0">
                <a:solidFill>
                  <a:srgbClr val="50616A"/>
                </a:solidFill>
                <a:latin typeface="Arial"/>
                <a:ea typeface="Arial"/>
                <a:cs typeface="Arial"/>
              </a:rPr>
              <a:t>29 Ekim 2026</a:t>
            </a:r>
          </a:p>
        </p:txBody>
      </p:sp>
    </p:spTree>
    <p:extLst>
      <p:ext uri="{BB962C8B-B14F-4D97-AF65-F5344CB8AC3E}">
        <p14:creationId xmlns:p14="http://schemas.microsoft.com/office/powerpoint/2010/main" val="864725532"/>
      </p:ext>
    </p:extLst>
  </p:cSld>
</p:sld>
</file>

<file path=ppt/slides/slide2.xml><?xml version="1.0" encoding="utf-8"?>
<p:sld xmlns:p="http://schemas.openxmlformats.org/presentationml/2006/main">
  <p:cSld>
    <p:bg>
      <p:bgPr>
        <a:solidFill xmlns:a="http://schemas.openxmlformats.org/drawingml/2006/main">
          <a:srgbClr val="F5F4F0"/>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F068C5E5-5DB7-4E1A-A1A0-B73D199AB39F}"/>
              </a:ext>
            </a:extLst>
          </p:cNvPr>
          <p:cNvSpPr>
            <a:spLocks xmlns:a="http://schemas.openxmlformats.org/drawingml/2006/main" noGrp="1"/>
          </p:cNvSpPr>
          <p:nvPr/>
        </p:nvSpPr>
        <p:spPr>
          <a:xfrm xmlns:a="http://schemas.openxmlformats.org/drawingml/2006/main">
            <a:off x="647700" y="49530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52E3D"/>
                </a:solidFill>
                <a:latin typeface="Arial"/>
                <a:ea typeface="Arial"/>
                <a:cs typeface="Arial"/>
              </a:defRPr>
            </a:defPPr>
            <a:lvl1pPr>
              <a:defRPr sz="3300" b="1">
                <a:solidFill>
                  <a:srgbClr val="152E3D"/>
                </a:solidFill>
                <a:latin typeface="Arial"/>
                <a:ea typeface="Arial"/>
                <a:cs typeface="Arial"/>
              </a:defRPr>
            </a:lvl1pPr>
            <a:lvl2pPr>
              <a:defRPr sz="3300" b="1">
                <a:solidFill>
                  <a:srgbClr val="152E3D"/>
                </a:solidFill>
                <a:latin typeface="Arial"/>
                <a:ea typeface="Arial"/>
                <a:cs typeface="Arial"/>
              </a:defRPr>
            </a:lvl2pPr>
            <a:lvl3pPr>
              <a:defRPr sz="3300" b="1">
                <a:solidFill>
                  <a:srgbClr val="152E3D"/>
                </a:solidFill>
                <a:latin typeface="Arial"/>
                <a:ea typeface="Arial"/>
                <a:cs typeface="Arial"/>
              </a:defRPr>
            </a:lvl3pPr>
            <a:lvl4pPr>
              <a:defRPr sz="3300" b="1">
                <a:solidFill>
                  <a:srgbClr val="152E3D"/>
                </a:solidFill>
                <a:latin typeface="Arial"/>
                <a:ea typeface="Arial"/>
                <a:cs typeface="Arial"/>
              </a:defRPr>
            </a:lvl4pPr>
            <a:lvl5pPr>
              <a:defRPr sz="3300" b="1">
                <a:solidFill>
                  <a:srgbClr val="152E3D"/>
                </a:solidFill>
                <a:latin typeface="Arial"/>
                <a:ea typeface="Arial"/>
                <a:cs typeface="Arial"/>
              </a:defRPr>
            </a:lvl5pPr>
            <a:lvl6pPr>
              <a:defRPr sz="3300" b="1">
                <a:solidFill>
                  <a:srgbClr val="152E3D"/>
                </a:solidFill>
                <a:latin typeface="Arial"/>
                <a:ea typeface="Arial"/>
                <a:cs typeface="Arial"/>
              </a:defRPr>
            </a:lvl6pPr>
            <a:lvl7pPr>
              <a:defRPr sz="3300" b="1">
                <a:solidFill>
                  <a:srgbClr val="152E3D"/>
                </a:solidFill>
                <a:latin typeface="Arial"/>
                <a:ea typeface="Arial"/>
                <a:cs typeface="Arial"/>
              </a:defRPr>
            </a:lvl7pPr>
            <a:lvl8pPr>
              <a:defRPr sz="3300" b="1">
                <a:solidFill>
                  <a:srgbClr val="152E3D"/>
                </a:solidFill>
                <a:latin typeface="Arial"/>
                <a:ea typeface="Arial"/>
                <a:cs typeface="Arial"/>
              </a:defRPr>
            </a:lvl8pPr>
            <a:lvl9pPr>
              <a:defRPr sz="3300" b="1">
                <a:solidFill>
                  <a:srgbClr val="152E3D"/>
                </a:solidFill>
                <a:latin typeface="Arial"/>
                <a:ea typeface="Arial"/>
                <a:cs typeface="Arial"/>
              </a:defRPr>
            </a:lvl9pPr>
          </a:lstStyle>
          <a:p xmlns:a="http://schemas.openxmlformats.org/drawingml/2006/main">
            <a:pPr>
              <a:defRPr sz="3300" b="1">
                <a:solidFill>
                  <a:srgbClr val="152E3D"/>
                </a:solidFill>
                <a:latin typeface="Arial"/>
                <a:ea typeface="Arial"/>
                <a:cs typeface="Arial"/>
              </a:defRPr>
            </a:pPr>
            <a:r>
              <a:rPr sz="3300" b="1">
                <a:solidFill>
                  <a:srgbClr val="152E3D"/>
                </a:solidFill>
                <a:latin typeface="Arial"/>
                <a:ea typeface="Arial"/>
                <a:cs typeface="Arial"/>
              </a:rPr>
              <a:t>Bir olay incelemesinin ilk adımları</a:t>
            </a:r>
          </a:p>
        </p:txBody>
      </p:sp>
      <p:sp>
        <p:nvSpPr>
          <p:cNvPr id="2" name="">
            <a:extLst xmlns:a="http://schemas.openxmlformats.org/drawingml/2006/main">
              <a:ext uri="{FF2B5EF4-FFF2-40B4-BE49-F238E27FC236}">
                <a16:creationId xmlns:a16="http://schemas.microsoft.com/office/drawing/2014/main" id="{44C682DA-9480-4800-A3ED-42C24D50D46B}"/>
              </a:ext>
            </a:extLst>
          </p:cNvPr>
          <p:cNvSpPr>
            <a:spLocks xmlns:a="http://schemas.openxmlformats.org/drawingml/2006/main" noGrp="1"/>
          </p:cNvSpPr>
          <p:nvPr/>
        </p:nvSpPr>
        <p:spPr>
          <a:xfrm xmlns:a="http://schemas.openxmlformats.org/drawingml/2006/main">
            <a:off x="647700" y="1657350"/>
            <a:ext cx="76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0">
                <a:solidFill>
                  <a:srgbClr val="007F83"/>
                </a:solidFill>
                <a:latin typeface="Arial"/>
                <a:ea typeface="Arial"/>
                <a:cs typeface="Arial"/>
              </a:defRPr>
            </a:defPPr>
            <a:lvl1pPr>
              <a:defRPr sz="3150" b="0">
                <a:solidFill>
                  <a:srgbClr val="007F83"/>
                </a:solidFill>
                <a:latin typeface="Arial"/>
                <a:ea typeface="Arial"/>
                <a:cs typeface="Arial"/>
              </a:defRPr>
            </a:lvl1pPr>
            <a:lvl2pPr>
              <a:defRPr sz="3150" b="0">
                <a:solidFill>
                  <a:srgbClr val="007F83"/>
                </a:solidFill>
                <a:latin typeface="Arial"/>
                <a:ea typeface="Arial"/>
                <a:cs typeface="Arial"/>
              </a:defRPr>
            </a:lvl2pPr>
            <a:lvl3pPr>
              <a:defRPr sz="3150" b="0">
                <a:solidFill>
                  <a:srgbClr val="007F83"/>
                </a:solidFill>
                <a:latin typeface="Arial"/>
                <a:ea typeface="Arial"/>
                <a:cs typeface="Arial"/>
              </a:defRPr>
            </a:lvl3pPr>
            <a:lvl4pPr>
              <a:defRPr sz="3150" b="0">
                <a:solidFill>
                  <a:srgbClr val="007F83"/>
                </a:solidFill>
                <a:latin typeface="Arial"/>
                <a:ea typeface="Arial"/>
                <a:cs typeface="Arial"/>
              </a:defRPr>
            </a:lvl4pPr>
            <a:lvl5pPr>
              <a:defRPr sz="3150" b="0">
                <a:solidFill>
                  <a:srgbClr val="007F83"/>
                </a:solidFill>
                <a:latin typeface="Arial"/>
                <a:ea typeface="Arial"/>
                <a:cs typeface="Arial"/>
              </a:defRPr>
            </a:lvl5pPr>
            <a:lvl6pPr>
              <a:defRPr sz="3150" b="0">
                <a:solidFill>
                  <a:srgbClr val="007F83"/>
                </a:solidFill>
                <a:latin typeface="Arial"/>
                <a:ea typeface="Arial"/>
                <a:cs typeface="Arial"/>
              </a:defRPr>
            </a:lvl6pPr>
            <a:lvl7pPr>
              <a:defRPr sz="3150" b="0">
                <a:solidFill>
                  <a:srgbClr val="007F83"/>
                </a:solidFill>
                <a:latin typeface="Arial"/>
                <a:ea typeface="Arial"/>
                <a:cs typeface="Arial"/>
              </a:defRPr>
            </a:lvl7pPr>
            <a:lvl8pPr>
              <a:defRPr sz="3150" b="0">
                <a:solidFill>
                  <a:srgbClr val="007F83"/>
                </a:solidFill>
                <a:latin typeface="Arial"/>
                <a:ea typeface="Arial"/>
                <a:cs typeface="Arial"/>
              </a:defRPr>
            </a:lvl8pPr>
            <a:lvl9pPr>
              <a:defRPr sz="3150" b="0">
                <a:solidFill>
                  <a:srgbClr val="007F83"/>
                </a:solidFill>
                <a:latin typeface="Arial"/>
                <a:ea typeface="Arial"/>
                <a:cs typeface="Arial"/>
              </a:defRPr>
            </a:lvl9pPr>
          </a:lstStyle>
          <a:p xmlns:a="http://schemas.openxmlformats.org/drawingml/2006/main">
            <a:pPr>
              <a:defRPr sz="3150" b="0">
                <a:solidFill>
                  <a:srgbClr val="007F83"/>
                </a:solidFill>
                <a:latin typeface="Arial"/>
                <a:ea typeface="Arial"/>
                <a:cs typeface="Arial"/>
              </a:defRPr>
            </a:pPr>
            <a:r>
              <a:rPr sz="3150" b="0">
                <a:solidFill>
                  <a:srgbClr val="007F83"/>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0CF6ABFF-D3DA-4F11-9EBA-448B87281A25}"/>
              </a:ext>
            </a:extLst>
          </p:cNvPr>
          <p:cNvSpPr>
            <a:spLocks xmlns:a="http://schemas.openxmlformats.org/drawingml/2006/main" noGrp="1"/>
          </p:cNvSpPr>
          <p:nvPr/>
        </p:nvSpPr>
        <p:spPr>
          <a:xfrm xmlns:a="http://schemas.openxmlformats.org/drawingml/2006/main">
            <a:off x="1619250" y="1676400"/>
            <a:ext cx="1905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152E3D"/>
                </a:solidFill>
                <a:latin typeface="Arial"/>
                <a:ea typeface="Arial"/>
                <a:cs typeface="Arial"/>
              </a:defRPr>
            </a:defPPr>
            <a:lvl1pPr>
              <a:defRPr sz="2175" b="1">
                <a:solidFill>
                  <a:srgbClr val="152E3D"/>
                </a:solidFill>
                <a:latin typeface="Arial"/>
                <a:ea typeface="Arial"/>
                <a:cs typeface="Arial"/>
              </a:defRPr>
            </a:lvl1pPr>
            <a:lvl2pPr>
              <a:defRPr sz="2175" b="1">
                <a:solidFill>
                  <a:srgbClr val="152E3D"/>
                </a:solidFill>
                <a:latin typeface="Arial"/>
                <a:ea typeface="Arial"/>
                <a:cs typeface="Arial"/>
              </a:defRPr>
            </a:lvl2pPr>
            <a:lvl3pPr>
              <a:defRPr sz="2175" b="1">
                <a:solidFill>
                  <a:srgbClr val="152E3D"/>
                </a:solidFill>
                <a:latin typeface="Arial"/>
                <a:ea typeface="Arial"/>
                <a:cs typeface="Arial"/>
              </a:defRPr>
            </a:lvl3pPr>
            <a:lvl4pPr>
              <a:defRPr sz="2175" b="1">
                <a:solidFill>
                  <a:srgbClr val="152E3D"/>
                </a:solidFill>
                <a:latin typeface="Arial"/>
                <a:ea typeface="Arial"/>
                <a:cs typeface="Arial"/>
              </a:defRPr>
            </a:lvl4pPr>
            <a:lvl5pPr>
              <a:defRPr sz="2175" b="1">
                <a:solidFill>
                  <a:srgbClr val="152E3D"/>
                </a:solidFill>
                <a:latin typeface="Arial"/>
                <a:ea typeface="Arial"/>
                <a:cs typeface="Arial"/>
              </a:defRPr>
            </a:lvl5pPr>
            <a:lvl6pPr>
              <a:defRPr sz="2175" b="1">
                <a:solidFill>
                  <a:srgbClr val="152E3D"/>
                </a:solidFill>
                <a:latin typeface="Arial"/>
                <a:ea typeface="Arial"/>
                <a:cs typeface="Arial"/>
              </a:defRPr>
            </a:lvl6pPr>
            <a:lvl7pPr>
              <a:defRPr sz="2175" b="1">
                <a:solidFill>
                  <a:srgbClr val="152E3D"/>
                </a:solidFill>
                <a:latin typeface="Arial"/>
                <a:ea typeface="Arial"/>
                <a:cs typeface="Arial"/>
              </a:defRPr>
            </a:lvl7pPr>
            <a:lvl8pPr>
              <a:defRPr sz="2175" b="1">
                <a:solidFill>
                  <a:srgbClr val="152E3D"/>
                </a:solidFill>
                <a:latin typeface="Arial"/>
                <a:ea typeface="Arial"/>
                <a:cs typeface="Arial"/>
              </a:defRPr>
            </a:lvl8pPr>
            <a:lvl9pPr>
              <a:defRPr sz="2175" b="1">
                <a:solidFill>
                  <a:srgbClr val="152E3D"/>
                </a:solidFill>
                <a:latin typeface="Arial"/>
                <a:ea typeface="Arial"/>
                <a:cs typeface="Arial"/>
              </a:defRPr>
            </a:lvl9pPr>
          </a:lstStyle>
          <a:p xmlns:a="http://schemas.openxmlformats.org/drawingml/2006/main">
            <a:pPr>
              <a:defRPr sz="2175" b="1">
                <a:solidFill>
                  <a:srgbClr val="152E3D"/>
                </a:solidFill>
                <a:latin typeface="Arial"/>
                <a:ea typeface="Arial"/>
                <a:cs typeface="Arial"/>
              </a:defRPr>
            </a:pPr>
            <a:r>
              <a:rPr sz="2175" b="1">
                <a:solidFill>
                  <a:srgbClr val="152E3D"/>
                </a:solidFill>
                <a:latin typeface="Arial"/>
                <a:ea typeface="Arial"/>
                <a:cs typeface="Arial"/>
              </a:rPr>
              <a:t>Kapsam</a:t>
            </a:r>
          </a:p>
        </p:txBody>
      </p:sp>
      <p:sp>
        <p:nvSpPr>
          <p:cNvPr id="4" name="">
            <a:extLst xmlns:a="http://schemas.openxmlformats.org/drawingml/2006/main">
              <a:ext uri="{FF2B5EF4-FFF2-40B4-BE49-F238E27FC236}">
                <a16:creationId xmlns:a16="http://schemas.microsoft.com/office/drawing/2014/main" id="{AFD3C1E6-1063-4AA7-9680-045C346FE5BB}"/>
              </a:ext>
            </a:extLst>
          </p:cNvPr>
          <p:cNvSpPr>
            <a:spLocks xmlns:a="http://schemas.openxmlformats.org/drawingml/2006/main" noGrp="1"/>
          </p:cNvSpPr>
          <p:nvPr/>
        </p:nvSpPr>
        <p:spPr>
          <a:xfrm xmlns:a="http://schemas.openxmlformats.org/drawingml/2006/main">
            <a:off x="3571875" y="1695450"/>
            <a:ext cx="7953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50616A"/>
                </a:solidFill>
                <a:latin typeface="Arial"/>
                <a:ea typeface="Arial"/>
                <a:cs typeface="Arial"/>
              </a:defRPr>
            </a:defPPr>
            <a:lvl1pPr>
              <a:defRPr sz="2025" b="0">
                <a:solidFill>
                  <a:srgbClr val="50616A"/>
                </a:solidFill>
                <a:latin typeface="Arial"/>
                <a:ea typeface="Arial"/>
                <a:cs typeface="Arial"/>
              </a:defRPr>
            </a:lvl1pPr>
            <a:lvl2pPr>
              <a:defRPr sz="2025" b="0">
                <a:solidFill>
                  <a:srgbClr val="50616A"/>
                </a:solidFill>
                <a:latin typeface="Arial"/>
                <a:ea typeface="Arial"/>
                <a:cs typeface="Arial"/>
              </a:defRPr>
            </a:lvl2pPr>
            <a:lvl3pPr>
              <a:defRPr sz="2025" b="0">
                <a:solidFill>
                  <a:srgbClr val="50616A"/>
                </a:solidFill>
                <a:latin typeface="Arial"/>
                <a:ea typeface="Arial"/>
                <a:cs typeface="Arial"/>
              </a:defRPr>
            </a:lvl3pPr>
            <a:lvl4pPr>
              <a:defRPr sz="2025" b="0">
                <a:solidFill>
                  <a:srgbClr val="50616A"/>
                </a:solidFill>
                <a:latin typeface="Arial"/>
                <a:ea typeface="Arial"/>
                <a:cs typeface="Arial"/>
              </a:defRPr>
            </a:lvl4pPr>
            <a:lvl5pPr>
              <a:defRPr sz="2025" b="0">
                <a:solidFill>
                  <a:srgbClr val="50616A"/>
                </a:solidFill>
                <a:latin typeface="Arial"/>
                <a:ea typeface="Arial"/>
                <a:cs typeface="Arial"/>
              </a:defRPr>
            </a:lvl5pPr>
            <a:lvl6pPr>
              <a:defRPr sz="2025" b="0">
                <a:solidFill>
                  <a:srgbClr val="50616A"/>
                </a:solidFill>
                <a:latin typeface="Arial"/>
                <a:ea typeface="Arial"/>
                <a:cs typeface="Arial"/>
              </a:defRPr>
            </a:lvl6pPr>
            <a:lvl7pPr>
              <a:defRPr sz="2025" b="0">
                <a:solidFill>
                  <a:srgbClr val="50616A"/>
                </a:solidFill>
                <a:latin typeface="Arial"/>
                <a:ea typeface="Arial"/>
                <a:cs typeface="Arial"/>
              </a:defRPr>
            </a:lvl7pPr>
            <a:lvl8pPr>
              <a:defRPr sz="2025" b="0">
                <a:solidFill>
                  <a:srgbClr val="50616A"/>
                </a:solidFill>
                <a:latin typeface="Arial"/>
                <a:ea typeface="Arial"/>
                <a:cs typeface="Arial"/>
              </a:defRPr>
            </a:lvl8pPr>
            <a:lvl9pPr>
              <a:defRPr sz="2025" b="0">
                <a:solidFill>
                  <a:srgbClr val="50616A"/>
                </a:solidFill>
                <a:latin typeface="Arial"/>
                <a:ea typeface="Arial"/>
                <a:cs typeface="Arial"/>
              </a:defRPr>
            </a:lvl9pPr>
          </a:lstStyle>
          <a:p xmlns:a="http://schemas.openxmlformats.org/drawingml/2006/main">
            <a:pPr>
              <a:defRPr sz="2025" b="0">
                <a:solidFill>
                  <a:srgbClr val="50616A"/>
                </a:solidFill>
                <a:latin typeface="Arial"/>
                <a:ea typeface="Arial"/>
                <a:cs typeface="Arial"/>
              </a:defRPr>
            </a:pPr>
            <a:r>
              <a:rPr sz="2025" b="0">
                <a:solidFill>
                  <a:srgbClr val="50616A"/>
                </a:solidFill>
                <a:latin typeface="Arial"/>
                <a:ea typeface="Arial"/>
                <a:cs typeface="Arial"/>
              </a:rPr>
              <a:t>İndeks veya data stream, servis ve ortam.</a:t>
            </a:r>
          </a:p>
        </p:txBody>
      </p:sp>
      <p:sp>
        <p:nvSpPr>
          <p:cNvPr id="5" name="">
            <a:extLst xmlns:a="http://schemas.openxmlformats.org/drawingml/2006/main">
              <a:ext uri="{FF2B5EF4-FFF2-40B4-BE49-F238E27FC236}">
                <a16:creationId xmlns:a16="http://schemas.microsoft.com/office/drawing/2014/main" id="{2CAC2669-30BC-4225-8BD3-16C0EA8285AA}"/>
              </a:ext>
            </a:extLst>
          </p:cNvPr>
          <p:cNvSpPr>
            <a:spLocks xmlns:a="http://schemas.openxmlformats.org/drawingml/2006/main" noGrp="1"/>
          </p:cNvSpPr>
          <p:nvPr/>
        </p:nvSpPr>
        <p:spPr>
          <a:xfrm xmlns:a="http://schemas.openxmlformats.org/drawingml/2006/main">
            <a:off x="647700" y="2552700"/>
            <a:ext cx="76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0">
                <a:solidFill>
                  <a:srgbClr val="007F83"/>
                </a:solidFill>
                <a:latin typeface="Arial"/>
                <a:ea typeface="Arial"/>
                <a:cs typeface="Arial"/>
              </a:defRPr>
            </a:defPPr>
            <a:lvl1pPr>
              <a:defRPr sz="3150" b="0">
                <a:solidFill>
                  <a:srgbClr val="007F83"/>
                </a:solidFill>
                <a:latin typeface="Arial"/>
                <a:ea typeface="Arial"/>
                <a:cs typeface="Arial"/>
              </a:defRPr>
            </a:lvl1pPr>
            <a:lvl2pPr>
              <a:defRPr sz="3150" b="0">
                <a:solidFill>
                  <a:srgbClr val="007F83"/>
                </a:solidFill>
                <a:latin typeface="Arial"/>
                <a:ea typeface="Arial"/>
                <a:cs typeface="Arial"/>
              </a:defRPr>
            </a:lvl2pPr>
            <a:lvl3pPr>
              <a:defRPr sz="3150" b="0">
                <a:solidFill>
                  <a:srgbClr val="007F83"/>
                </a:solidFill>
                <a:latin typeface="Arial"/>
                <a:ea typeface="Arial"/>
                <a:cs typeface="Arial"/>
              </a:defRPr>
            </a:lvl3pPr>
            <a:lvl4pPr>
              <a:defRPr sz="3150" b="0">
                <a:solidFill>
                  <a:srgbClr val="007F83"/>
                </a:solidFill>
                <a:latin typeface="Arial"/>
                <a:ea typeface="Arial"/>
                <a:cs typeface="Arial"/>
              </a:defRPr>
            </a:lvl4pPr>
            <a:lvl5pPr>
              <a:defRPr sz="3150" b="0">
                <a:solidFill>
                  <a:srgbClr val="007F83"/>
                </a:solidFill>
                <a:latin typeface="Arial"/>
                <a:ea typeface="Arial"/>
                <a:cs typeface="Arial"/>
              </a:defRPr>
            </a:lvl5pPr>
            <a:lvl6pPr>
              <a:defRPr sz="3150" b="0">
                <a:solidFill>
                  <a:srgbClr val="007F83"/>
                </a:solidFill>
                <a:latin typeface="Arial"/>
                <a:ea typeface="Arial"/>
                <a:cs typeface="Arial"/>
              </a:defRPr>
            </a:lvl6pPr>
            <a:lvl7pPr>
              <a:defRPr sz="3150" b="0">
                <a:solidFill>
                  <a:srgbClr val="007F83"/>
                </a:solidFill>
                <a:latin typeface="Arial"/>
                <a:ea typeface="Arial"/>
                <a:cs typeface="Arial"/>
              </a:defRPr>
            </a:lvl7pPr>
            <a:lvl8pPr>
              <a:defRPr sz="3150" b="0">
                <a:solidFill>
                  <a:srgbClr val="007F83"/>
                </a:solidFill>
                <a:latin typeface="Arial"/>
                <a:ea typeface="Arial"/>
                <a:cs typeface="Arial"/>
              </a:defRPr>
            </a:lvl8pPr>
            <a:lvl9pPr>
              <a:defRPr sz="3150" b="0">
                <a:solidFill>
                  <a:srgbClr val="007F83"/>
                </a:solidFill>
                <a:latin typeface="Arial"/>
                <a:ea typeface="Arial"/>
                <a:cs typeface="Arial"/>
              </a:defRPr>
            </a:lvl9pPr>
          </a:lstStyle>
          <a:p xmlns:a="http://schemas.openxmlformats.org/drawingml/2006/main">
            <a:pPr>
              <a:defRPr sz="3150" b="0">
                <a:solidFill>
                  <a:srgbClr val="007F83"/>
                </a:solidFill>
                <a:latin typeface="Arial"/>
                <a:ea typeface="Arial"/>
                <a:cs typeface="Arial"/>
              </a:defRPr>
            </a:pPr>
            <a:r>
              <a:rPr sz="3150" b="0">
                <a:solidFill>
                  <a:srgbClr val="007F83"/>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5F60087C-1B98-46D7-83C9-262608242BA7}"/>
              </a:ext>
            </a:extLst>
          </p:cNvPr>
          <p:cNvSpPr>
            <a:spLocks xmlns:a="http://schemas.openxmlformats.org/drawingml/2006/main" noGrp="1"/>
          </p:cNvSpPr>
          <p:nvPr/>
        </p:nvSpPr>
        <p:spPr>
          <a:xfrm xmlns:a="http://schemas.openxmlformats.org/drawingml/2006/main">
            <a:off x="1619250" y="2571750"/>
            <a:ext cx="1905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152E3D"/>
                </a:solidFill>
                <a:latin typeface="Arial"/>
                <a:ea typeface="Arial"/>
                <a:cs typeface="Arial"/>
              </a:defRPr>
            </a:defPPr>
            <a:lvl1pPr>
              <a:defRPr sz="2175" b="1">
                <a:solidFill>
                  <a:srgbClr val="152E3D"/>
                </a:solidFill>
                <a:latin typeface="Arial"/>
                <a:ea typeface="Arial"/>
                <a:cs typeface="Arial"/>
              </a:defRPr>
            </a:lvl1pPr>
            <a:lvl2pPr>
              <a:defRPr sz="2175" b="1">
                <a:solidFill>
                  <a:srgbClr val="152E3D"/>
                </a:solidFill>
                <a:latin typeface="Arial"/>
                <a:ea typeface="Arial"/>
                <a:cs typeface="Arial"/>
              </a:defRPr>
            </a:lvl2pPr>
            <a:lvl3pPr>
              <a:defRPr sz="2175" b="1">
                <a:solidFill>
                  <a:srgbClr val="152E3D"/>
                </a:solidFill>
                <a:latin typeface="Arial"/>
                <a:ea typeface="Arial"/>
                <a:cs typeface="Arial"/>
              </a:defRPr>
            </a:lvl3pPr>
            <a:lvl4pPr>
              <a:defRPr sz="2175" b="1">
                <a:solidFill>
                  <a:srgbClr val="152E3D"/>
                </a:solidFill>
                <a:latin typeface="Arial"/>
                <a:ea typeface="Arial"/>
                <a:cs typeface="Arial"/>
              </a:defRPr>
            </a:lvl4pPr>
            <a:lvl5pPr>
              <a:defRPr sz="2175" b="1">
                <a:solidFill>
                  <a:srgbClr val="152E3D"/>
                </a:solidFill>
                <a:latin typeface="Arial"/>
                <a:ea typeface="Arial"/>
                <a:cs typeface="Arial"/>
              </a:defRPr>
            </a:lvl5pPr>
            <a:lvl6pPr>
              <a:defRPr sz="2175" b="1">
                <a:solidFill>
                  <a:srgbClr val="152E3D"/>
                </a:solidFill>
                <a:latin typeface="Arial"/>
                <a:ea typeface="Arial"/>
                <a:cs typeface="Arial"/>
              </a:defRPr>
            </a:lvl6pPr>
            <a:lvl7pPr>
              <a:defRPr sz="2175" b="1">
                <a:solidFill>
                  <a:srgbClr val="152E3D"/>
                </a:solidFill>
                <a:latin typeface="Arial"/>
                <a:ea typeface="Arial"/>
                <a:cs typeface="Arial"/>
              </a:defRPr>
            </a:lvl7pPr>
            <a:lvl8pPr>
              <a:defRPr sz="2175" b="1">
                <a:solidFill>
                  <a:srgbClr val="152E3D"/>
                </a:solidFill>
                <a:latin typeface="Arial"/>
                <a:ea typeface="Arial"/>
                <a:cs typeface="Arial"/>
              </a:defRPr>
            </a:lvl8pPr>
            <a:lvl9pPr>
              <a:defRPr sz="2175" b="1">
                <a:solidFill>
                  <a:srgbClr val="152E3D"/>
                </a:solidFill>
                <a:latin typeface="Arial"/>
                <a:ea typeface="Arial"/>
                <a:cs typeface="Arial"/>
              </a:defRPr>
            </a:lvl9pPr>
          </a:lstStyle>
          <a:p xmlns:a="http://schemas.openxmlformats.org/drawingml/2006/main">
            <a:pPr>
              <a:defRPr sz="2175" b="1">
                <a:solidFill>
                  <a:srgbClr val="152E3D"/>
                </a:solidFill>
                <a:latin typeface="Arial"/>
                <a:ea typeface="Arial"/>
                <a:cs typeface="Arial"/>
              </a:defRPr>
            </a:pPr>
            <a:r>
              <a:rPr sz="2175" b="1">
                <a:solidFill>
                  <a:srgbClr val="152E3D"/>
                </a:solidFill>
                <a:latin typeface="Arial"/>
                <a:ea typeface="Arial"/>
                <a:cs typeface="Arial"/>
              </a:rPr>
              <a:t>Zaman</a:t>
            </a:r>
          </a:p>
        </p:txBody>
      </p:sp>
      <p:sp>
        <p:nvSpPr>
          <p:cNvPr id="7" name="">
            <a:extLst xmlns:a="http://schemas.openxmlformats.org/drawingml/2006/main">
              <a:ext uri="{FF2B5EF4-FFF2-40B4-BE49-F238E27FC236}">
                <a16:creationId xmlns:a16="http://schemas.microsoft.com/office/drawing/2014/main" id="{35DDEAF4-39C3-433F-A188-5011D104A4A2}"/>
              </a:ext>
            </a:extLst>
          </p:cNvPr>
          <p:cNvSpPr>
            <a:spLocks xmlns:a="http://schemas.openxmlformats.org/drawingml/2006/main" noGrp="1"/>
          </p:cNvSpPr>
          <p:nvPr/>
        </p:nvSpPr>
        <p:spPr>
          <a:xfrm xmlns:a="http://schemas.openxmlformats.org/drawingml/2006/main">
            <a:off x="3571875" y="2590800"/>
            <a:ext cx="7953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50616A"/>
                </a:solidFill>
                <a:latin typeface="Arial"/>
                <a:ea typeface="Arial"/>
                <a:cs typeface="Arial"/>
              </a:defRPr>
            </a:defPPr>
            <a:lvl1pPr>
              <a:defRPr sz="2025" b="0">
                <a:solidFill>
                  <a:srgbClr val="50616A"/>
                </a:solidFill>
                <a:latin typeface="Arial"/>
                <a:ea typeface="Arial"/>
                <a:cs typeface="Arial"/>
              </a:defRPr>
            </a:lvl1pPr>
            <a:lvl2pPr>
              <a:defRPr sz="2025" b="0">
                <a:solidFill>
                  <a:srgbClr val="50616A"/>
                </a:solidFill>
                <a:latin typeface="Arial"/>
                <a:ea typeface="Arial"/>
                <a:cs typeface="Arial"/>
              </a:defRPr>
            </a:lvl2pPr>
            <a:lvl3pPr>
              <a:defRPr sz="2025" b="0">
                <a:solidFill>
                  <a:srgbClr val="50616A"/>
                </a:solidFill>
                <a:latin typeface="Arial"/>
                <a:ea typeface="Arial"/>
                <a:cs typeface="Arial"/>
              </a:defRPr>
            </a:lvl3pPr>
            <a:lvl4pPr>
              <a:defRPr sz="2025" b="0">
                <a:solidFill>
                  <a:srgbClr val="50616A"/>
                </a:solidFill>
                <a:latin typeface="Arial"/>
                <a:ea typeface="Arial"/>
                <a:cs typeface="Arial"/>
              </a:defRPr>
            </a:lvl4pPr>
            <a:lvl5pPr>
              <a:defRPr sz="2025" b="0">
                <a:solidFill>
                  <a:srgbClr val="50616A"/>
                </a:solidFill>
                <a:latin typeface="Arial"/>
                <a:ea typeface="Arial"/>
                <a:cs typeface="Arial"/>
              </a:defRPr>
            </a:lvl5pPr>
            <a:lvl6pPr>
              <a:defRPr sz="2025" b="0">
                <a:solidFill>
                  <a:srgbClr val="50616A"/>
                </a:solidFill>
                <a:latin typeface="Arial"/>
                <a:ea typeface="Arial"/>
                <a:cs typeface="Arial"/>
              </a:defRPr>
            </a:lvl6pPr>
            <a:lvl7pPr>
              <a:defRPr sz="2025" b="0">
                <a:solidFill>
                  <a:srgbClr val="50616A"/>
                </a:solidFill>
                <a:latin typeface="Arial"/>
                <a:ea typeface="Arial"/>
                <a:cs typeface="Arial"/>
              </a:defRPr>
            </a:lvl7pPr>
            <a:lvl8pPr>
              <a:defRPr sz="2025" b="0">
                <a:solidFill>
                  <a:srgbClr val="50616A"/>
                </a:solidFill>
                <a:latin typeface="Arial"/>
                <a:ea typeface="Arial"/>
                <a:cs typeface="Arial"/>
              </a:defRPr>
            </a:lvl8pPr>
            <a:lvl9pPr>
              <a:defRPr sz="2025" b="0">
                <a:solidFill>
                  <a:srgbClr val="50616A"/>
                </a:solidFill>
                <a:latin typeface="Arial"/>
                <a:ea typeface="Arial"/>
                <a:cs typeface="Arial"/>
              </a:defRPr>
            </a:lvl9pPr>
          </a:lstStyle>
          <a:p xmlns:a="http://schemas.openxmlformats.org/drawingml/2006/main">
            <a:pPr>
              <a:defRPr sz="2025" b="0">
                <a:solidFill>
                  <a:srgbClr val="50616A"/>
                </a:solidFill>
                <a:latin typeface="Arial"/>
                <a:ea typeface="Arial"/>
                <a:cs typeface="Arial"/>
              </a:defRPr>
            </a:pPr>
            <a:r>
              <a:rPr sz="2025" b="0">
                <a:solidFill>
                  <a:srgbClr val="50616A"/>
                </a:solidFill>
                <a:latin typeface="Arial"/>
                <a:ea typeface="Arial"/>
                <a:cs typeface="Arial"/>
              </a:rPr>
              <a:t>Olay zamanıyla dar pencere. Saat dilimi açık.</a:t>
            </a:r>
          </a:p>
        </p:txBody>
      </p:sp>
      <p:sp>
        <p:nvSpPr>
          <p:cNvPr id="8" name="">
            <a:extLst xmlns:a="http://schemas.openxmlformats.org/drawingml/2006/main">
              <a:ext uri="{FF2B5EF4-FFF2-40B4-BE49-F238E27FC236}">
                <a16:creationId xmlns:a16="http://schemas.microsoft.com/office/drawing/2014/main" id="{D053C033-4E6D-43E5-93F9-ED43B4B21AD1}"/>
              </a:ext>
            </a:extLst>
          </p:cNvPr>
          <p:cNvSpPr>
            <a:spLocks xmlns:a="http://schemas.openxmlformats.org/drawingml/2006/main" noGrp="1"/>
          </p:cNvSpPr>
          <p:nvPr/>
        </p:nvSpPr>
        <p:spPr>
          <a:xfrm xmlns:a="http://schemas.openxmlformats.org/drawingml/2006/main">
            <a:off x="647700" y="3448050"/>
            <a:ext cx="76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0">
                <a:solidFill>
                  <a:srgbClr val="007F83"/>
                </a:solidFill>
                <a:latin typeface="Arial"/>
                <a:ea typeface="Arial"/>
                <a:cs typeface="Arial"/>
              </a:defRPr>
            </a:defPPr>
            <a:lvl1pPr>
              <a:defRPr sz="3150" b="0">
                <a:solidFill>
                  <a:srgbClr val="007F83"/>
                </a:solidFill>
                <a:latin typeface="Arial"/>
                <a:ea typeface="Arial"/>
                <a:cs typeface="Arial"/>
              </a:defRPr>
            </a:lvl1pPr>
            <a:lvl2pPr>
              <a:defRPr sz="3150" b="0">
                <a:solidFill>
                  <a:srgbClr val="007F83"/>
                </a:solidFill>
                <a:latin typeface="Arial"/>
                <a:ea typeface="Arial"/>
                <a:cs typeface="Arial"/>
              </a:defRPr>
            </a:lvl2pPr>
            <a:lvl3pPr>
              <a:defRPr sz="3150" b="0">
                <a:solidFill>
                  <a:srgbClr val="007F83"/>
                </a:solidFill>
                <a:latin typeface="Arial"/>
                <a:ea typeface="Arial"/>
                <a:cs typeface="Arial"/>
              </a:defRPr>
            </a:lvl3pPr>
            <a:lvl4pPr>
              <a:defRPr sz="3150" b="0">
                <a:solidFill>
                  <a:srgbClr val="007F83"/>
                </a:solidFill>
                <a:latin typeface="Arial"/>
                <a:ea typeface="Arial"/>
                <a:cs typeface="Arial"/>
              </a:defRPr>
            </a:lvl4pPr>
            <a:lvl5pPr>
              <a:defRPr sz="3150" b="0">
                <a:solidFill>
                  <a:srgbClr val="007F83"/>
                </a:solidFill>
                <a:latin typeface="Arial"/>
                <a:ea typeface="Arial"/>
                <a:cs typeface="Arial"/>
              </a:defRPr>
            </a:lvl5pPr>
            <a:lvl6pPr>
              <a:defRPr sz="3150" b="0">
                <a:solidFill>
                  <a:srgbClr val="007F83"/>
                </a:solidFill>
                <a:latin typeface="Arial"/>
                <a:ea typeface="Arial"/>
                <a:cs typeface="Arial"/>
              </a:defRPr>
            </a:lvl6pPr>
            <a:lvl7pPr>
              <a:defRPr sz="3150" b="0">
                <a:solidFill>
                  <a:srgbClr val="007F83"/>
                </a:solidFill>
                <a:latin typeface="Arial"/>
                <a:ea typeface="Arial"/>
                <a:cs typeface="Arial"/>
              </a:defRPr>
            </a:lvl7pPr>
            <a:lvl8pPr>
              <a:defRPr sz="3150" b="0">
                <a:solidFill>
                  <a:srgbClr val="007F83"/>
                </a:solidFill>
                <a:latin typeface="Arial"/>
                <a:ea typeface="Arial"/>
                <a:cs typeface="Arial"/>
              </a:defRPr>
            </a:lvl8pPr>
            <a:lvl9pPr>
              <a:defRPr sz="3150" b="0">
                <a:solidFill>
                  <a:srgbClr val="007F83"/>
                </a:solidFill>
                <a:latin typeface="Arial"/>
                <a:ea typeface="Arial"/>
                <a:cs typeface="Arial"/>
              </a:defRPr>
            </a:lvl9pPr>
          </a:lstStyle>
          <a:p xmlns:a="http://schemas.openxmlformats.org/drawingml/2006/main">
            <a:pPr>
              <a:defRPr sz="3150" b="0">
                <a:solidFill>
                  <a:srgbClr val="007F83"/>
                </a:solidFill>
                <a:latin typeface="Arial"/>
                <a:ea typeface="Arial"/>
                <a:cs typeface="Arial"/>
              </a:defRPr>
            </a:pPr>
            <a:r>
              <a:rPr sz="3150" b="0">
                <a:solidFill>
                  <a:srgbClr val="007F83"/>
                </a:solidFill>
                <a:latin typeface="Arial"/>
                <a:ea typeface="Arial"/>
                <a:cs typeface="Arial"/>
              </a:rPr>
              <a:t>03</a:t>
            </a:r>
          </a:p>
        </p:txBody>
      </p:sp>
      <p:sp>
        <p:nvSpPr>
          <p:cNvPr id="9" name="">
            <a:extLst xmlns:a="http://schemas.openxmlformats.org/drawingml/2006/main">
              <a:ext uri="{FF2B5EF4-FFF2-40B4-BE49-F238E27FC236}">
                <a16:creationId xmlns:a16="http://schemas.microsoft.com/office/drawing/2014/main" id="{78576221-7193-4679-9F48-A9DD7E2F3C93}"/>
              </a:ext>
            </a:extLst>
          </p:cNvPr>
          <p:cNvSpPr>
            <a:spLocks xmlns:a="http://schemas.openxmlformats.org/drawingml/2006/main" noGrp="1"/>
          </p:cNvSpPr>
          <p:nvPr/>
        </p:nvSpPr>
        <p:spPr>
          <a:xfrm xmlns:a="http://schemas.openxmlformats.org/drawingml/2006/main">
            <a:off x="1619250" y="3467100"/>
            <a:ext cx="1905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152E3D"/>
                </a:solidFill>
                <a:latin typeface="Arial"/>
                <a:ea typeface="Arial"/>
                <a:cs typeface="Arial"/>
              </a:defRPr>
            </a:defPPr>
            <a:lvl1pPr>
              <a:defRPr sz="2175" b="1">
                <a:solidFill>
                  <a:srgbClr val="152E3D"/>
                </a:solidFill>
                <a:latin typeface="Arial"/>
                <a:ea typeface="Arial"/>
                <a:cs typeface="Arial"/>
              </a:defRPr>
            </a:lvl1pPr>
            <a:lvl2pPr>
              <a:defRPr sz="2175" b="1">
                <a:solidFill>
                  <a:srgbClr val="152E3D"/>
                </a:solidFill>
                <a:latin typeface="Arial"/>
                <a:ea typeface="Arial"/>
                <a:cs typeface="Arial"/>
              </a:defRPr>
            </a:lvl2pPr>
            <a:lvl3pPr>
              <a:defRPr sz="2175" b="1">
                <a:solidFill>
                  <a:srgbClr val="152E3D"/>
                </a:solidFill>
                <a:latin typeface="Arial"/>
                <a:ea typeface="Arial"/>
                <a:cs typeface="Arial"/>
              </a:defRPr>
            </a:lvl3pPr>
            <a:lvl4pPr>
              <a:defRPr sz="2175" b="1">
                <a:solidFill>
                  <a:srgbClr val="152E3D"/>
                </a:solidFill>
                <a:latin typeface="Arial"/>
                <a:ea typeface="Arial"/>
                <a:cs typeface="Arial"/>
              </a:defRPr>
            </a:lvl4pPr>
            <a:lvl5pPr>
              <a:defRPr sz="2175" b="1">
                <a:solidFill>
                  <a:srgbClr val="152E3D"/>
                </a:solidFill>
                <a:latin typeface="Arial"/>
                <a:ea typeface="Arial"/>
                <a:cs typeface="Arial"/>
              </a:defRPr>
            </a:lvl5pPr>
            <a:lvl6pPr>
              <a:defRPr sz="2175" b="1">
                <a:solidFill>
                  <a:srgbClr val="152E3D"/>
                </a:solidFill>
                <a:latin typeface="Arial"/>
                <a:ea typeface="Arial"/>
                <a:cs typeface="Arial"/>
              </a:defRPr>
            </a:lvl6pPr>
            <a:lvl7pPr>
              <a:defRPr sz="2175" b="1">
                <a:solidFill>
                  <a:srgbClr val="152E3D"/>
                </a:solidFill>
                <a:latin typeface="Arial"/>
                <a:ea typeface="Arial"/>
                <a:cs typeface="Arial"/>
              </a:defRPr>
            </a:lvl7pPr>
            <a:lvl8pPr>
              <a:defRPr sz="2175" b="1">
                <a:solidFill>
                  <a:srgbClr val="152E3D"/>
                </a:solidFill>
                <a:latin typeface="Arial"/>
                <a:ea typeface="Arial"/>
                <a:cs typeface="Arial"/>
              </a:defRPr>
            </a:lvl8pPr>
            <a:lvl9pPr>
              <a:defRPr sz="2175" b="1">
                <a:solidFill>
                  <a:srgbClr val="152E3D"/>
                </a:solidFill>
                <a:latin typeface="Arial"/>
                <a:ea typeface="Arial"/>
                <a:cs typeface="Arial"/>
              </a:defRPr>
            </a:lvl9pPr>
          </a:lstStyle>
          <a:p xmlns:a="http://schemas.openxmlformats.org/drawingml/2006/main">
            <a:pPr>
              <a:defRPr sz="2175" b="1">
                <a:solidFill>
                  <a:srgbClr val="152E3D"/>
                </a:solidFill>
                <a:latin typeface="Arial"/>
                <a:ea typeface="Arial"/>
                <a:cs typeface="Arial"/>
              </a:defRPr>
            </a:pPr>
            <a:r>
              <a:rPr sz="2175" b="1">
                <a:solidFill>
                  <a:srgbClr val="152E3D"/>
                </a:solidFill>
                <a:latin typeface="Arial"/>
                <a:ea typeface="Arial"/>
                <a:cs typeface="Arial"/>
              </a:rPr>
              <a:t>Belirti</a:t>
            </a:r>
          </a:p>
        </p:txBody>
      </p:sp>
      <p:sp>
        <p:nvSpPr>
          <p:cNvPr id="10" name="">
            <a:extLst xmlns:a="http://schemas.openxmlformats.org/drawingml/2006/main">
              <a:ext uri="{FF2B5EF4-FFF2-40B4-BE49-F238E27FC236}">
                <a16:creationId xmlns:a16="http://schemas.microsoft.com/office/drawing/2014/main" id="{77AF2B53-0C7B-4F81-98A7-EE37C78CF804}"/>
              </a:ext>
            </a:extLst>
          </p:cNvPr>
          <p:cNvSpPr>
            <a:spLocks xmlns:a="http://schemas.openxmlformats.org/drawingml/2006/main" noGrp="1"/>
          </p:cNvSpPr>
          <p:nvPr/>
        </p:nvSpPr>
        <p:spPr>
          <a:xfrm xmlns:a="http://schemas.openxmlformats.org/drawingml/2006/main">
            <a:off x="3571875" y="3486150"/>
            <a:ext cx="7953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50616A"/>
                </a:solidFill>
                <a:latin typeface="Arial"/>
                <a:ea typeface="Arial"/>
                <a:cs typeface="Arial"/>
              </a:defRPr>
            </a:defPPr>
            <a:lvl1pPr>
              <a:defRPr sz="2025" b="0">
                <a:solidFill>
                  <a:srgbClr val="50616A"/>
                </a:solidFill>
                <a:latin typeface="Arial"/>
                <a:ea typeface="Arial"/>
                <a:cs typeface="Arial"/>
              </a:defRPr>
            </a:lvl1pPr>
            <a:lvl2pPr>
              <a:defRPr sz="2025" b="0">
                <a:solidFill>
                  <a:srgbClr val="50616A"/>
                </a:solidFill>
                <a:latin typeface="Arial"/>
                <a:ea typeface="Arial"/>
                <a:cs typeface="Arial"/>
              </a:defRPr>
            </a:lvl2pPr>
            <a:lvl3pPr>
              <a:defRPr sz="2025" b="0">
                <a:solidFill>
                  <a:srgbClr val="50616A"/>
                </a:solidFill>
                <a:latin typeface="Arial"/>
                <a:ea typeface="Arial"/>
                <a:cs typeface="Arial"/>
              </a:defRPr>
            </a:lvl3pPr>
            <a:lvl4pPr>
              <a:defRPr sz="2025" b="0">
                <a:solidFill>
                  <a:srgbClr val="50616A"/>
                </a:solidFill>
                <a:latin typeface="Arial"/>
                <a:ea typeface="Arial"/>
                <a:cs typeface="Arial"/>
              </a:defRPr>
            </a:lvl4pPr>
            <a:lvl5pPr>
              <a:defRPr sz="2025" b="0">
                <a:solidFill>
                  <a:srgbClr val="50616A"/>
                </a:solidFill>
                <a:latin typeface="Arial"/>
                <a:ea typeface="Arial"/>
                <a:cs typeface="Arial"/>
              </a:defRPr>
            </a:lvl5pPr>
            <a:lvl6pPr>
              <a:defRPr sz="2025" b="0">
                <a:solidFill>
                  <a:srgbClr val="50616A"/>
                </a:solidFill>
                <a:latin typeface="Arial"/>
                <a:ea typeface="Arial"/>
                <a:cs typeface="Arial"/>
              </a:defRPr>
            </a:lvl6pPr>
            <a:lvl7pPr>
              <a:defRPr sz="2025" b="0">
                <a:solidFill>
                  <a:srgbClr val="50616A"/>
                </a:solidFill>
                <a:latin typeface="Arial"/>
                <a:ea typeface="Arial"/>
                <a:cs typeface="Arial"/>
              </a:defRPr>
            </a:lvl7pPr>
            <a:lvl8pPr>
              <a:defRPr sz="2025" b="0">
                <a:solidFill>
                  <a:srgbClr val="50616A"/>
                </a:solidFill>
                <a:latin typeface="Arial"/>
                <a:ea typeface="Arial"/>
                <a:cs typeface="Arial"/>
              </a:defRPr>
            </a:lvl8pPr>
            <a:lvl9pPr>
              <a:defRPr sz="2025" b="0">
                <a:solidFill>
                  <a:srgbClr val="50616A"/>
                </a:solidFill>
                <a:latin typeface="Arial"/>
                <a:ea typeface="Arial"/>
                <a:cs typeface="Arial"/>
              </a:defRPr>
            </a:lvl9pPr>
          </a:lstStyle>
          <a:p xmlns:a="http://schemas.openxmlformats.org/drawingml/2006/main">
            <a:pPr>
              <a:defRPr sz="2025" b="0">
                <a:solidFill>
                  <a:srgbClr val="50616A"/>
                </a:solidFill>
                <a:latin typeface="Arial"/>
                <a:ea typeface="Arial"/>
                <a:cs typeface="Arial"/>
              </a:defRPr>
            </a:pPr>
            <a:r>
              <a:rPr sz="2025" b="0">
                <a:solidFill>
                  <a:srgbClr val="50616A"/>
                </a:solidFill>
                <a:latin typeface="Arial"/>
                <a:ea typeface="Arial"/>
                <a:cs typeface="Arial"/>
              </a:rPr>
              <a:t>5xx, timeout veya gecikme. Bir kaydı aç.</a:t>
            </a:r>
          </a:p>
        </p:txBody>
      </p:sp>
      <p:sp>
        <p:nvSpPr>
          <p:cNvPr id="11" name="">
            <a:extLst xmlns:a="http://schemas.openxmlformats.org/drawingml/2006/main">
              <a:ext uri="{FF2B5EF4-FFF2-40B4-BE49-F238E27FC236}">
                <a16:creationId xmlns:a16="http://schemas.microsoft.com/office/drawing/2014/main" id="{BD3C5C4D-00CF-444D-B874-32B2CF31A882}"/>
              </a:ext>
            </a:extLst>
          </p:cNvPr>
          <p:cNvSpPr>
            <a:spLocks xmlns:a="http://schemas.openxmlformats.org/drawingml/2006/main" noGrp="1"/>
          </p:cNvSpPr>
          <p:nvPr/>
        </p:nvSpPr>
        <p:spPr>
          <a:xfrm xmlns:a="http://schemas.openxmlformats.org/drawingml/2006/main">
            <a:off x="647700" y="4343400"/>
            <a:ext cx="76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0">
                <a:solidFill>
                  <a:srgbClr val="007F83"/>
                </a:solidFill>
                <a:latin typeface="Arial"/>
                <a:ea typeface="Arial"/>
                <a:cs typeface="Arial"/>
              </a:defRPr>
            </a:defPPr>
            <a:lvl1pPr>
              <a:defRPr sz="3150" b="0">
                <a:solidFill>
                  <a:srgbClr val="007F83"/>
                </a:solidFill>
                <a:latin typeface="Arial"/>
                <a:ea typeface="Arial"/>
                <a:cs typeface="Arial"/>
              </a:defRPr>
            </a:lvl1pPr>
            <a:lvl2pPr>
              <a:defRPr sz="3150" b="0">
                <a:solidFill>
                  <a:srgbClr val="007F83"/>
                </a:solidFill>
                <a:latin typeface="Arial"/>
                <a:ea typeface="Arial"/>
                <a:cs typeface="Arial"/>
              </a:defRPr>
            </a:lvl2pPr>
            <a:lvl3pPr>
              <a:defRPr sz="3150" b="0">
                <a:solidFill>
                  <a:srgbClr val="007F83"/>
                </a:solidFill>
                <a:latin typeface="Arial"/>
                <a:ea typeface="Arial"/>
                <a:cs typeface="Arial"/>
              </a:defRPr>
            </a:lvl3pPr>
            <a:lvl4pPr>
              <a:defRPr sz="3150" b="0">
                <a:solidFill>
                  <a:srgbClr val="007F83"/>
                </a:solidFill>
                <a:latin typeface="Arial"/>
                <a:ea typeface="Arial"/>
                <a:cs typeface="Arial"/>
              </a:defRPr>
            </a:lvl4pPr>
            <a:lvl5pPr>
              <a:defRPr sz="3150" b="0">
                <a:solidFill>
                  <a:srgbClr val="007F83"/>
                </a:solidFill>
                <a:latin typeface="Arial"/>
                <a:ea typeface="Arial"/>
                <a:cs typeface="Arial"/>
              </a:defRPr>
            </a:lvl5pPr>
            <a:lvl6pPr>
              <a:defRPr sz="3150" b="0">
                <a:solidFill>
                  <a:srgbClr val="007F83"/>
                </a:solidFill>
                <a:latin typeface="Arial"/>
                <a:ea typeface="Arial"/>
                <a:cs typeface="Arial"/>
              </a:defRPr>
            </a:lvl6pPr>
            <a:lvl7pPr>
              <a:defRPr sz="3150" b="0">
                <a:solidFill>
                  <a:srgbClr val="007F83"/>
                </a:solidFill>
                <a:latin typeface="Arial"/>
                <a:ea typeface="Arial"/>
                <a:cs typeface="Arial"/>
              </a:defRPr>
            </a:lvl7pPr>
            <a:lvl8pPr>
              <a:defRPr sz="3150" b="0">
                <a:solidFill>
                  <a:srgbClr val="007F83"/>
                </a:solidFill>
                <a:latin typeface="Arial"/>
                <a:ea typeface="Arial"/>
                <a:cs typeface="Arial"/>
              </a:defRPr>
            </a:lvl8pPr>
            <a:lvl9pPr>
              <a:defRPr sz="3150" b="0">
                <a:solidFill>
                  <a:srgbClr val="007F83"/>
                </a:solidFill>
                <a:latin typeface="Arial"/>
                <a:ea typeface="Arial"/>
                <a:cs typeface="Arial"/>
              </a:defRPr>
            </a:lvl9pPr>
          </a:lstStyle>
          <a:p xmlns:a="http://schemas.openxmlformats.org/drawingml/2006/main">
            <a:pPr>
              <a:defRPr sz="3150" b="0">
                <a:solidFill>
                  <a:srgbClr val="007F83"/>
                </a:solidFill>
                <a:latin typeface="Arial"/>
                <a:ea typeface="Arial"/>
                <a:cs typeface="Arial"/>
              </a:defRPr>
            </a:pPr>
            <a:r>
              <a:rPr sz="3150" b="0">
                <a:solidFill>
                  <a:srgbClr val="007F83"/>
                </a:solidFill>
                <a:latin typeface="Arial"/>
                <a:ea typeface="Arial"/>
                <a:cs typeface="Arial"/>
              </a:rPr>
              <a:t>04</a:t>
            </a:r>
          </a:p>
        </p:txBody>
      </p:sp>
      <p:sp>
        <p:nvSpPr>
          <p:cNvPr id="12" name="">
            <a:extLst xmlns:a="http://schemas.openxmlformats.org/drawingml/2006/main">
              <a:ext uri="{FF2B5EF4-FFF2-40B4-BE49-F238E27FC236}">
                <a16:creationId xmlns:a16="http://schemas.microsoft.com/office/drawing/2014/main" id="{97C94A23-9666-45CA-AA42-F692AB4BD0A9}"/>
              </a:ext>
            </a:extLst>
          </p:cNvPr>
          <p:cNvSpPr>
            <a:spLocks xmlns:a="http://schemas.openxmlformats.org/drawingml/2006/main" noGrp="1"/>
          </p:cNvSpPr>
          <p:nvPr/>
        </p:nvSpPr>
        <p:spPr>
          <a:xfrm xmlns:a="http://schemas.openxmlformats.org/drawingml/2006/main">
            <a:off x="1619250" y="4362450"/>
            <a:ext cx="1905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152E3D"/>
                </a:solidFill>
                <a:latin typeface="Arial"/>
                <a:ea typeface="Arial"/>
                <a:cs typeface="Arial"/>
              </a:defRPr>
            </a:defPPr>
            <a:lvl1pPr>
              <a:defRPr sz="2175" b="1">
                <a:solidFill>
                  <a:srgbClr val="152E3D"/>
                </a:solidFill>
                <a:latin typeface="Arial"/>
                <a:ea typeface="Arial"/>
                <a:cs typeface="Arial"/>
              </a:defRPr>
            </a:lvl1pPr>
            <a:lvl2pPr>
              <a:defRPr sz="2175" b="1">
                <a:solidFill>
                  <a:srgbClr val="152E3D"/>
                </a:solidFill>
                <a:latin typeface="Arial"/>
                <a:ea typeface="Arial"/>
                <a:cs typeface="Arial"/>
              </a:defRPr>
            </a:lvl2pPr>
            <a:lvl3pPr>
              <a:defRPr sz="2175" b="1">
                <a:solidFill>
                  <a:srgbClr val="152E3D"/>
                </a:solidFill>
                <a:latin typeface="Arial"/>
                <a:ea typeface="Arial"/>
                <a:cs typeface="Arial"/>
              </a:defRPr>
            </a:lvl3pPr>
            <a:lvl4pPr>
              <a:defRPr sz="2175" b="1">
                <a:solidFill>
                  <a:srgbClr val="152E3D"/>
                </a:solidFill>
                <a:latin typeface="Arial"/>
                <a:ea typeface="Arial"/>
                <a:cs typeface="Arial"/>
              </a:defRPr>
            </a:lvl4pPr>
            <a:lvl5pPr>
              <a:defRPr sz="2175" b="1">
                <a:solidFill>
                  <a:srgbClr val="152E3D"/>
                </a:solidFill>
                <a:latin typeface="Arial"/>
                <a:ea typeface="Arial"/>
                <a:cs typeface="Arial"/>
              </a:defRPr>
            </a:lvl5pPr>
            <a:lvl6pPr>
              <a:defRPr sz="2175" b="1">
                <a:solidFill>
                  <a:srgbClr val="152E3D"/>
                </a:solidFill>
                <a:latin typeface="Arial"/>
                <a:ea typeface="Arial"/>
                <a:cs typeface="Arial"/>
              </a:defRPr>
            </a:lvl6pPr>
            <a:lvl7pPr>
              <a:defRPr sz="2175" b="1">
                <a:solidFill>
                  <a:srgbClr val="152E3D"/>
                </a:solidFill>
                <a:latin typeface="Arial"/>
                <a:ea typeface="Arial"/>
                <a:cs typeface="Arial"/>
              </a:defRPr>
            </a:lvl7pPr>
            <a:lvl8pPr>
              <a:defRPr sz="2175" b="1">
                <a:solidFill>
                  <a:srgbClr val="152E3D"/>
                </a:solidFill>
                <a:latin typeface="Arial"/>
                <a:ea typeface="Arial"/>
                <a:cs typeface="Arial"/>
              </a:defRPr>
            </a:lvl8pPr>
            <a:lvl9pPr>
              <a:defRPr sz="2175" b="1">
                <a:solidFill>
                  <a:srgbClr val="152E3D"/>
                </a:solidFill>
                <a:latin typeface="Arial"/>
                <a:ea typeface="Arial"/>
                <a:cs typeface="Arial"/>
              </a:defRPr>
            </a:lvl9pPr>
          </a:lstStyle>
          <a:p xmlns:a="http://schemas.openxmlformats.org/drawingml/2006/main">
            <a:pPr>
              <a:defRPr sz="2175" b="1">
                <a:solidFill>
                  <a:srgbClr val="152E3D"/>
                </a:solidFill>
                <a:latin typeface="Arial"/>
                <a:ea typeface="Arial"/>
                <a:cs typeface="Arial"/>
              </a:defRPr>
            </a:pPr>
            <a:r>
              <a:rPr sz="2175" b="1">
                <a:solidFill>
                  <a:srgbClr val="152E3D"/>
                </a:solidFill>
                <a:latin typeface="Arial"/>
                <a:ea typeface="Arial"/>
                <a:cs typeface="Arial"/>
              </a:rPr>
              <a:t>Bağlam</a:t>
            </a:r>
          </a:p>
        </p:txBody>
      </p:sp>
      <p:sp>
        <p:nvSpPr>
          <p:cNvPr id="13" name="">
            <a:extLst xmlns:a="http://schemas.openxmlformats.org/drawingml/2006/main">
              <a:ext uri="{FF2B5EF4-FFF2-40B4-BE49-F238E27FC236}">
                <a16:creationId xmlns:a16="http://schemas.microsoft.com/office/drawing/2014/main" id="{1B6143DD-4208-4632-AD37-459CFAF3458B}"/>
              </a:ext>
            </a:extLst>
          </p:cNvPr>
          <p:cNvSpPr>
            <a:spLocks xmlns:a="http://schemas.openxmlformats.org/drawingml/2006/main" noGrp="1"/>
          </p:cNvSpPr>
          <p:nvPr/>
        </p:nvSpPr>
        <p:spPr>
          <a:xfrm xmlns:a="http://schemas.openxmlformats.org/drawingml/2006/main">
            <a:off x="3571875" y="4381500"/>
            <a:ext cx="7953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50616A"/>
                </a:solidFill>
                <a:latin typeface="Arial"/>
                <a:ea typeface="Arial"/>
                <a:cs typeface="Arial"/>
              </a:defRPr>
            </a:defPPr>
            <a:lvl1pPr>
              <a:defRPr sz="2025" b="0">
                <a:solidFill>
                  <a:srgbClr val="50616A"/>
                </a:solidFill>
                <a:latin typeface="Arial"/>
                <a:ea typeface="Arial"/>
                <a:cs typeface="Arial"/>
              </a:defRPr>
            </a:lvl1pPr>
            <a:lvl2pPr>
              <a:defRPr sz="2025" b="0">
                <a:solidFill>
                  <a:srgbClr val="50616A"/>
                </a:solidFill>
                <a:latin typeface="Arial"/>
                <a:ea typeface="Arial"/>
                <a:cs typeface="Arial"/>
              </a:defRPr>
            </a:lvl2pPr>
            <a:lvl3pPr>
              <a:defRPr sz="2025" b="0">
                <a:solidFill>
                  <a:srgbClr val="50616A"/>
                </a:solidFill>
                <a:latin typeface="Arial"/>
                <a:ea typeface="Arial"/>
                <a:cs typeface="Arial"/>
              </a:defRPr>
            </a:lvl3pPr>
            <a:lvl4pPr>
              <a:defRPr sz="2025" b="0">
                <a:solidFill>
                  <a:srgbClr val="50616A"/>
                </a:solidFill>
                <a:latin typeface="Arial"/>
                <a:ea typeface="Arial"/>
                <a:cs typeface="Arial"/>
              </a:defRPr>
            </a:lvl4pPr>
            <a:lvl5pPr>
              <a:defRPr sz="2025" b="0">
                <a:solidFill>
                  <a:srgbClr val="50616A"/>
                </a:solidFill>
                <a:latin typeface="Arial"/>
                <a:ea typeface="Arial"/>
                <a:cs typeface="Arial"/>
              </a:defRPr>
            </a:lvl5pPr>
            <a:lvl6pPr>
              <a:defRPr sz="2025" b="0">
                <a:solidFill>
                  <a:srgbClr val="50616A"/>
                </a:solidFill>
                <a:latin typeface="Arial"/>
                <a:ea typeface="Arial"/>
                <a:cs typeface="Arial"/>
              </a:defRPr>
            </a:lvl6pPr>
            <a:lvl7pPr>
              <a:defRPr sz="2025" b="0">
                <a:solidFill>
                  <a:srgbClr val="50616A"/>
                </a:solidFill>
                <a:latin typeface="Arial"/>
                <a:ea typeface="Arial"/>
                <a:cs typeface="Arial"/>
              </a:defRPr>
            </a:lvl7pPr>
            <a:lvl8pPr>
              <a:defRPr sz="2025" b="0">
                <a:solidFill>
                  <a:srgbClr val="50616A"/>
                </a:solidFill>
                <a:latin typeface="Arial"/>
                <a:ea typeface="Arial"/>
                <a:cs typeface="Arial"/>
              </a:defRPr>
            </a:lvl8pPr>
            <a:lvl9pPr>
              <a:defRPr sz="2025" b="0">
                <a:solidFill>
                  <a:srgbClr val="50616A"/>
                </a:solidFill>
                <a:latin typeface="Arial"/>
                <a:ea typeface="Arial"/>
                <a:cs typeface="Arial"/>
              </a:defRPr>
            </a:lvl9pPr>
          </a:lstStyle>
          <a:p xmlns:a="http://schemas.openxmlformats.org/drawingml/2006/main">
            <a:pPr>
              <a:defRPr sz="2025" b="0">
                <a:solidFill>
                  <a:srgbClr val="50616A"/>
                </a:solidFill>
                <a:latin typeface="Arial"/>
                <a:ea typeface="Arial"/>
                <a:cs typeface="Arial"/>
              </a:defRPr>
            </a:pPr>
            <a:r>
              <a:rPr sz="2025" b="0">
                <a:solidFill>
                  <a:srgbClr val="50616A"/>
                </a:solidFill>
                <a:latin typeface="Arial"/>
                <a:ea typeface="Arial"/>
                <a:cs typeface="Arial"/>
              </a:rPr>
              <a:t>trace_id ile ilişkili servisleri incele.</a:t>
            </a:r>
          </a:p>
        </p:txBody>
      </p:sp>
      <p:sp>
        <p:nvSpPr>
          <p:cNvPr id="14" name="">
            <a:extLst xmlns:a="http://schemas.openxmlformats.org/drawingml/2006/main">
              <a:ext uri="{FF2B5EF4-FFF2-40B4-BE49-F238E27FC236}">
                <a16:creationId xmlns:a16="http://schemas.microsoft.com/office/drawing/2014/main" id="{DE3153A2-721B-422A-9F6E-318B0B350ADB}"/>
              </a:ext>
            </a:extLst>
          </p:cNvPr>
          <p:cNvSpPr>
            <a:spLocks xmlns:a="http://schemas.openxmlformats.org/drawingml/2006/main" noGrp="1"/>
          </p:cNvSpPr>
          <p:nvPr/>
        </p:nvSpPr>
        <p:spPr>
          <a:xfrm xmlns:a="http://schemas.openxmlformats.org/drawingml/2006/main">
            <a:off x="647700" y="5638800"/>
            <a:ext cx="10896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007F83"/>
                </a:solidFill>
                <a:latin typeface="Arial"/>
                <a:ea typeface="Arial"/>
                <a:cs typeface="Arial"/>
              </a:defRPr>
            </a:defPPr>
            <a:lvl1pPr>
              <a:defRPr sz="1950" b="1">
                <a:solidFill>
                  <a:srgbClr val="007F83"/>
                </a:solidFill>
                <a:latin typeface="Arial"/>
                <a:ea typeface="Arial"/>
                <a:cs typeface="Arial"/>
              </a:defRPr>
            </a:lvl1pPr>
            <a:lvl2pPr>
              <a:defRPr sz="1950" b="1">
                <a:solidFill>
                  <a:srgbClr val="007F83"/>
                </a:solidFill>
                <a:latin typeface="Arial"/>
                <a:ea typeface="Arial"/>
                <a:cs typeface="Arial"/>
              </a:defRPr>
            </a:lvl2pPr>
            <a:lvl3pPr>
              <a:defRPr sz="1950" b="1">
                <a:solidFill>
                  <a:srgbClr val="007F83"/>
                </a:solidFill>
                <a:latin typeface="Arial"/>
                <a:ea typeface="Arial"/>
                <a:cs typeface="Arial"/>
              </a:defRPr>
            </a:lvl3pPr>
            <a:lvl4pPr>
              <a:defRPr sz="1950" b="1">
                <a:solidFill>
                  <a:srgbClr val="007F83"/>
                </a:solidFill>
                <a:latin typeface="Arial"/>
                <a:ea typeface="Arial"/>
                <a:cs typeface="Arial"/>
              </a:defRPr>
            </a:lvl4pPr>
            <a:lvl5pPr>
              <a:defRPr sz="1950" b="1">
                <a:solidFill>
                  <a:srgbClr val="007F83"/>
                </a:solidFill>
                <a:latin typeface="Arial"/>
                <a:ea typeface="Arial"/>
                <a:cs typeface="Arial"/>
              </a:defRPr>
            </a:lvl5pPr>
            <a:lvl6pPr>
              <a:defRPr sz="1950" b="1">
                <a:solidFill>
                  <a:srgbClr val="007F83"/>
                </a:solidFill>
                <a:latin typeface="Arial"/>
                <a:ea typeface="Arial"/>
                <a:cs typeface="Arial"/>
              </a:defRPr>
            </a:lvl6pPr>
            <a:lvl7pPr>
              <a:defRPr sz="1950" b="1">
                <a:solidFill>
                  <a:srgbClr val="007F83"/>
                </a:solidFill>
                <a:latin typeface="Arial"/>
                <a:ea typeface="Arial"/>
                <a:cs typeface="Arial"/>
              </a:defRPr>
            </a:lvl7pPr>
            <a:lvl8pPr>
              <a:defRPr sz="1950" b="1">
                <a:solidFill>
                  <a:srgbClr val="007F83"/>
                </a:solidFill>
                <a:latin typeface="Arial"/>
                <a:ea typeface="Arial"/>
                <a:cs typeface="Arial"/>
              </a:defRPr>
            </a:lvl8pPr>
            <a:lvl9pPr>
              <a:defRPr sz="1950" b="1">
                <a:solidFill>
                  <a:srgbClr val="007F83"/>
                </a:solidFill>
                <a:latin typeface="Arial"/>
                <a:ea typeface="Arial"/>
                <a:cs typeface="Arial"/>
              </a:defRPr>
            </a:lvl9pPr>
          </a:lstStyle>
          <a:p xmlns:a="http://schemas.openxmlformats.org/drawingml/2006/main">
            <a:pPr>
              <a:defRPr sz="1950" b="1">
                <a:solidFill>
                  <a:srgbClr val="007F83"/>
                </a:solidFill>
                <a:latin typeface="Arial"/>
                <a:ea typeface="Arial"/>
                <a:cs typeface="Arial"/>
              </a:defRPr>
            </a:pPr>
            <a:r>
              <a:rPr sz="1950" b="1">
                <a:solidFill>
                  <a:srgbClr val="007F83"/>
                </a:solidFill>
                <a:latin typeface="Arial"/>
                <a:ea typeface="Arial"/>
                <a:cs typeface="Arial"/>
              </a:rPr>
              <a:t>Devir kaydı: sorgu + mutlak zaman aralığı + örnek olay kimliği</a:t>
            </a:r>
          </a:p>
        </p:txBody>
      </p:sp>
      <p:sp>
        <p:nvSpPr>
          <p:cNvPr id="15" name="">
            <a:extLst xmlns:a="http://schemas.openxmlformats.org/drawingml/2006/main">
              <a:ext uri="{FF2B5EF4-FFF2-40B4-BE49-F238E27FC236}">
                <a16:creationId xmlns:a16="http://schemas.microsoft.com/office/drawing/2014/main" id="{BB7DC947-B136-4061-B9E1-9808B01238CE}"/>
              </a:ext>
            </a:extLst>
          </p:cNvPr>
          <p:cNvSpPr>
            <a:spLocks xmlns:a="http://schemas.openxmlformats.org/drawingml/2006/main" noGrp="1"/>
          </p:cNvSpPr>
          <p:nvPr/>
        </p:nvSpPr>
        <p:spPr>
          <a:xfrm xmlns:a="http://schemas.openxmlformats.org/drawingml/2006/main">
            <a:off x="10858500" y="6429375"/>
            <a:ext cx="714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0616A"/>
                </a:solidFill>
                <a:latin typeface="Arial"/>
                <a:ea typeface="Arial"/>
                <a:cs typeface="Arial"/>
              </a:defRPr>
            </a:defPPr>
            <a:lvl1pPr>
              <a:defRPr sz="1200" b="0">
                <a:solidFill>
                  <a:srgbClr val="50616A"/>
                </a:solidFill>
                <a:latin typeface="Arial"/>
                <a:ea typeface="Arial"/>
                <a:cs typeface="Arial"/>
              </a:defRPr>
            </a:lvl1pPr>
            <a:lvl2pPr>
              <a:defRPr sz="1200" b="0">
                <a:solidFill>
                  <a:srgbClr val="50616A"/>
                </a:solidFill>
                <a:latin typeface="Arial"/>
                <a:ea typeface="Arial"/>
                <a:cs typeface="Arial"/>
              </a:defRPr>
            </a:lvl2pPr>
            <a:lvl3pPr>
              <a:defRPr sz="1200" b="0">
                <a:solidFill>
                  <a:srgbClr val="50616A"/>
                </a:solidFill>
                <a:latin typeface="Arial"/>
                <a:ea typeface="Arial"/>
                <a:cs typeface="Arial"/>
              </a:defRPr>
            </a:lvl3pPr>
            <a:lvl4pPr>
              <a:defRPr sz="1200" b="0">
                <a:solidFill>
                  <a:srgbClr val="50616A"/>
                </a:solidFill>
                <a:latin typeface="Arial"/>
                <a:ea typeface="Arial"/>
                <a:cs typeface="Arial"/>
              </a:defRPr>
            </a:lvl4pPr>
            <a:lvl5pPr>
              <a:defRPr sz="1200" b="0">
                <a:solidFill>
                  <a:srgbClr val="50616A"/>
                </a:solidFill>
                <a:latin typeface="Arial"/>
                <a:ea typeface="Arial"/>
                <a:cs typeface="Arial"/>
              </a:defRPr>
            </a:lvl5pPr>
            <a:lvl6pPr>
              <a:defRPr sz="1200" b="0">
                <a:solidFill>
                  <a:srgbClr val="50616A"/>
                </a:solidFill>
                <a:latin typeface="Arial"/>
                <a:ea typeface="Arial"/>
                <a:cs typeface="Arial"/>
              </a:defRPr>
            </a:lvl6pPr>
            <a:lvl7pPr>
              <a:defRPr sz="1200" b="0">
                <a:solidFill>
                  <a:srgbClr val="50616A"/>
                </a:solidFill>
                <a:latin typeface="Arial"/>
                <a:ea typeface="Arial"/>
                <a:cs typeface="Arial"/>
              </a:defRPr>
            </a:lvl7pPr>
            <a:lvl8pPr>
              <a:defRPr sz="1200" b="0">
                <a:solidFill>
                  <a:srgbClr val="50616A"/>
                </a:solidFill>
                <a:latin typeface="Arial"/>
                <a:ea typeface="Arial"/>
                <a:cs typeface="Arial"/>
              </a:defRPr>
            </a:lvl8pPr>
            <a:lvl9pPr>
              <a:defRPr sz="1200" b="0">
                <a:solidFill>
                  <a:srgbClr val="50616A"/>
                </a:solidFill>
                <a:latin typeface="Arial"/>
                <a:ea typeface="Arial"/>
                <a:cs typeface="Arial"/>
              </a:defRPr>
            </a:lvl9pPr>
          </a:lstStyle>
          <a:p xmlns:a="http://schemas.openxmlformats.org/drawingml/2006/main">
            <a:pPr>
              <a:defRPr sz="1200" b="0">
                <a:solidFill>
                  <a:srgbClr val="50616A"/>
                </a:solidFill>
                <a:latin typeface="Arial"/>
                <a:ea typeface="Arial"/>
                <a:cs typeface="Arial"/>
              </a:defRPr>
            </a:pPr>
            <a:r>
              <a:rPr sz="1200" b="0">
                <a:solidFill>
                  <a:srgbClr val="50616A"/>
                </a:solidFill>
                <a:latin typeface="Arial"/>
                <a:ea typeface="Arial"/>
                <a:cs typeface="Arial"/>
              </a:rPr>
              <a:t>02 / 26</a:t>
            </a:r>
          </a:p>
        </p:txBody>
      </p:sp>
      <p:sp>
        <p:nvSpPr>
          <p:cNvPr id="16" name="">
            <a:extLst xmlns:a="http://schemas.openxmlformats.org/drawingml/2006/main">
              <a:ext uri="{FF2B5EF4-FFF2-40B4-BE49-F238E27FC236}">
                <a16:creationId xmlns:a16="http://schemas.microsoft.com/office/drawing/2014/main" id="{666663CF-7702-435A-AABF-FA52881E498E}"/>
              </a:ext>
            </a:extLst>
          </p:cNvPr>
          <p:cNvSpPr>
            <a:spLocks xmlns:a="http://schemas.openxmlformats.org/drawingml/2006/main" noGrp="1"/>
          </p:cNvSpPr>
          <p:nvPr/>
        </p:nvSpPr>
        <p:spPr>
          <a:xfrm xmlns:a="http://schemas.openxmlformats.org/drawingml/2006/main">
            <a:off x="647700" y="6438900"/>
            <a:ext cx="98583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0616A"/>
                </a:solidFill>
                <a:latin typeface="Arial"/>
                <a:ea typeface="Arial"/>
                <a:cs typeface="Arial"/>
              </a:defRPr>
            </a:defPPr>
            <a:lvl1pPr>
              <a:defRPr sz="1050" b="0">
                <a:solidFill>
                  <a:srgbClr val="50616A"/>
                </a:solidFill>
                <a:latin typeface="Arial"/>
                <a:ea typeface="Arial"/>
                <a:cs typeface="Arial"/>
              </a:defRPr>
            </a:lvl1pPr>
            <a:lvl2pPr>
              <a:defRPr sz="1050" b="0">
                <a:solidFill>
                  <a:srgbClr val="50616A"/>
                </a:solidFill>
                <a:latin typeface="Arial"/>
                <a:ea typeface="Arial"/>
                <a:cs typeface="Arial"/>
              </a:defRPr>
            </a:lvl2pPr>
            <a:lvl3pPr>
              <a:defRPr sz="1050" b="0">
                <a:solidFill>
                  <a:srgbClr val="50616A"/>
                </a:solidFill>
                <a:latin typeface="Arial"/>
                <a:ea typeface="Arial"/>
                <a:cs typeface="Arial"/>
              </a:defRPr>
            </a:lvl3pPr>
            <a:lvl4pPr>
              <a:defRPr sz="1050" b="0">
                <a:solidFill>
                  <a:srgbClr val="50616A"/>
                </a:solidFill>
                <a:latin typeface="Arial"/>
                <a:ea typeface="Arial"/>
                <a:cs typeface="Arial"/>
              </a:defRPr>
            </a:lvl4pPr>
            <a:lvl5pPr>
              <a:defRPr sz="1050" b="0">
                <a:solidFill>
                  <a:srgbClr val="50616A"/>
                </a:solidFill>
                <a:latin typeface="Arial"/>
                <a:ea typeface="Arial"/>
                <a:cs typeface="Arial"/>
              </a:defRPr>
            </a:lvl5pPr>
            <a:lvl6pPr>
              <a:defRPr sz="1050" b="0">
                <a:solidFill>
                  <a:srgbClr val="50616A"/>
                </a:solidFill>
                <a:latin typeface="Arial"/>
                <a:ea typeface="Arial"/>
                <a:cs typeface="Arial"/>
              </a:defRPr>
            </a:lvl6pPr>
            <a:lvl7pPr>
              <a:defRPr sz="1050" b="0">
                <a:solidFill>
                  <a:srgbClr val="50616A"/>
                </a:solidFill>
                <a:latin typeface="Arial"/>
                <a:ea typeface="Arial"/>
                <a:cs typeface="Arial"/>
              </a:defRPr>
            </a:lvl7pPr>
            <a:lvl8pPr>
              <a:defRPr sz="1050" b="0">
                <a:solidFill>
                  <a:srgbClr val="50616A"/>
                </a:solidFill>
                <a:latin typeface="Arial"/>
                <a:ea typeface="Arial"/>
                <a:cs typeface="Arial"/>
              </a:defRPr>
            </a:lvl8pPr>
            <a:lvl9pPr>
              <a:defRPr sz="1050" b="0">
                <a:solidFill>
                  <a:srgbClr val="50616A"/>
                </a:solidFill>
                <a:latin typeface="Arial"/>
                <a:ea typeface="Arial"/>
                <a:cs typeface="Arial"/>
              </a:defRPr>
            </a:lvl9pPr>
          </a:lstStyle>
          <a:p xmlns:a="http://schemas.openxmlformats.org/drawingml/2006/main">
            <a:pPr>
              <a:defRPr sz="1050" b="0">
                <a:solidFill>
                  <a:srgbClr val="50616A"/>
                </a:solidFill>
                <a:latin typeface="Arial"/>
                <a:ea typeface="Arial"/>
                <a:cs typeface="Arial"/>
              </a:defRPr>
            </a:pPr>
            <a:r>
              <a:rPr sz="1050">
                <a:solidFill>
                  <a:srgbClr val="50616A"/>
                </a:solidFill>
                <a:latin typeface="Arial"/>
                <a:ea typeface="Arial"/>
                <a:cs typeface="Arial"/>
              </a:rPr>
              <a:t>Kaynaklar: </a:t>
            </a:r>
            <a:r>
              <a:rPr sz="1050">
                <a:solidFill>
                  <a:srgbClr val="50616A"/>
                </a:solidFill>
                <a:latin typeface="Arial"/>
                <a:ea typeface="Arial"/>
                <a:cs typeface="Arial"/>
                <a:hlinkClick xmlns:r="http://schemas.openxmlformats.org/officeDocument/2006/relationships" r:id="Rba628828a28246d3"/>
              </a:rPr>
              <a:t>S01  </a:t>
            </a:r>
            <a:r>
              <a:rPr sz="1050">
                <a:solidFill>
                  <a:srgbClr val="50616A"/>
                </a:solidFill>
                <a:latin typeface="Arial"/>
                <a:ea typeface="Arial"/>
                <a:cs typeface="Arial"/>
                <a:hlinkClick xmlns:r="http://schemas.openxmlformats.org/officeDocument/2006/relationships" r:id="R29e7a5f41640413c"/>
              </a:rPr>
              <a:t>S19  </a:t>
            </a:r>
          </a:p>
        </p:txBody>
      </p:sp>
    </p:spTree>
    <p:extLst>
      <p:ext uri="{BB962C8B-B14F-4D97-AF65-F5344CB8AC3E}">
        <p14:creationId xmlns:p14="http://schemas.microsoft.com/office/powerpoint/2010/main" val="30956406"/>
      </p:ext>
    </p:extLst>
  </p:cSld>
</p:sld>
</file>

<file path=ppt/slides/slide3.xml><?xml version="1.0" encoding="utf-8"?>
<p:sld xmlns:p="http://schemas.openxmlformats.org/presentationml/2006/main">
  <p:cSld>
    <p:bg>
      <p:bgPr>
        <a:solidFill xmlns:a="http://schemas.openxmlformats.org/drawingml/2006/main">
          <a:srgbClr val="F5F4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98FD35A-04B5-4D2F-B88F-793AAEC7B8EA}"/>
              </a:ext>
            </a:extLst>
          </p:cNvPr>
          <p:cNvSpPr>
            <a:spLocks xmlns:a="http://schemas.openxmlformats.org/drawingml/2006/main" noGrp="1"/>
          </p:cNvSpPr>
          <p:nvPr/>
        </p:nvSpPr>
        <p:spPr>
          <a:xfrm xmlns:a="http://schemas.openxmlformats.org/drawingml/2006/main">
            <a:off x="647700" y="49530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52E3D"/>
                </a:solidFill>
                <a:latin typeface="Arial"/>
                <a:ea typeface="Arial"/>
                <a:cs typeface="Arial"/>
              </a:defRPr>
            </a:defPPr>
            <a:lvl1pPr>
              <a:defRPr sz="3300" b="1">
                <a:solidFill>
                  <a:srgbClr val="152E3D"/>
                </a:solidFill>
                <a:latin typeface="Arial"/>
                <a:ea typeface="Arial"/>
                <a:cs typeface="Arial"/>
              </a:defRPr>
            </a:lvl1pPr>
            <a:lvl2pPr>
              <a:defRPr sz="3300" b="1">
                <a:solidFill>
                  <a:srgbClr val="152E3D"/>
                </a:solidFill>
                <a:latin typeface="Arial"/>
                <a:ea typeface="Arial"/>
                <a:cs typeface="Arial"/>
              </a:defRPr>
            </a:lvl2pPr>
            <a:lvl3pPr>
              <a:defRPr sz="3300" b="1">
                <a:solidFill>
                  <a:srgbClr val="152E3D"/>
                </a:solidFill>
                <a:latin typeface="Arial"/>
                <a:ea typeface="Arial"/>
                <a:cs typeface="Arial"/>
              </a:defRPr>
            </a:lvl3pPr>
            <a:lvl4pPr>
              <a:defRPr sz="3300" b="1">
                <a:solidFill>
                  <a:srgbClr val="152E3D"/>
                </a:solidFill>
                <a:latin typeface="Arial"/>
                <a:ea typeface="Arial"/>
                <a:cs typeface="Arial"/>
              </a:defRPr>
            </a:lvl4pPr>
            <a:lvl5pPr>
              <a:defRPr sz="3300" b="1">
                <a:solidFill>
                  <a:srgbClr val="152E3D"/>
                </a:solidFill>
                <a:latin typeface="Arial"/>
                <a:ea typeface="Arial"/>
                <a:cs typeface="Arial"/>
              </a:defRPr>
            </a:lvl5pPr>
            <a:lvl6pPr>
              <a:defRPr sz="3300" b="1">
                <a:solidFill>
                  <a:srgbClr val="152E3D"/>
                </a:solidFill>
                <a:latin typeface="Arial"/>
                <a:ea typeface="Arial"/>
                <a:cs typeface="Arial"/>
              </a:defRPr>
            </a:lvl6pPr>
            <a:lvl7pPr>
              <a:defRPr sz="3300" b="1">
                <a:solidFill>
                  <a:srgbClr val="152E3D"/>
                </a:solidFill>
                <a:latin typeface="Arial"/>
                <a:ea typeface="Arial"/>
                <a:cs typeface="Arial"/>
              </a:defRPr>
            </a:lvl7pPr>
            <a:lvl8pPr>
              <a:defRPr sz="3300" b="1">
                <a:solidFill>
                  <a:srgbClr val="152E3D"/>
                </a:solidFill>
                <a:latin typeface="Arial"/>
                <a:ea typeface="Arial"/>
                <a:cs typeface="Arial"/>
              </a:defRPr>
            </a:lvl8pPr>
            <a:lvl9pPr>
              <a:defRPr sz="3300" b="1">
                <a:solidFill>
                  <a:srgbClr val="152E3D"/>
                </a:solidFill>
                <a:latin typeface="Arial"/>
                <a:ea typeface="Arial"/>
                <a:cs typeface="Arial"/>
              </a:defRPr>
            </a:lvl9pPr>
          </a:lstStyle>
          <a:p xmlns:a="http://schemas.openxmlformats.org/drawingml/2006/main">
            <a:pPr>
              <a:defRPr sz="3300" b="1">
                <a:solidFill>
                  <a:srgbClr val="152E3D"/>
                </a:solidFill>
                <a:latin typeface="Arial"/>
                <a:ea typeface="Arial"/>
                <a:cs typeface="Arial"/>
              </a:defRPr>
            </a:pPr>
            <a:r>
              <a:rPr sz="3300" b="1">
                <a:solidFill>
                  <a:srgbClr val="152E3D"/>
                </a:solidFill>
                <a:latin typeface="Arial"/>
                <a:ea typeface="Arial"/>
                <a:cs typeface="Arial"/>
              </a:rPr>
              <a:t>Alan türü, sorgunun anlamını değiştirir</a:t>
            </a:r>
          </a:p>
        </p:txBody>
      </p:sp>
      <p:graphicFrame>
        <p:nvGraphicFramePr>
          <p:cNvPr id="2" name="">
            <a:extLst xmlns:a="http://schemas.openxmlformats.org/drawingml/2006/main">
              <a:ext uri="{FF2B5EF4-FFF2-40B4-BE49-F238E27FC236}">
                <a16:creationId xmlns:a16="http://schemas.microsoft.com/office/drawing/2014/main" id="{10D74E5D-965F-471D-9132-16C69F171932}"/>
              </a:ext>
            </a:extLst>
          </p:cNvPr>
          <p:cNvGraphicFramePr/>
          <p:nvPr/>
        </p:nvGraphicFramePr>
        <p:xfrm>
          <a:off xmlns:a="http://schemas.openxmlformats.org/drawingml/2006/main" x="647700" y="1619250"/>
          <a:ext xmlns:a="http://schemas.openxmlformats.org/drawingml/2006/main" cx="10896600" cy="3333750"/>
        </p:xfrm>
        <a:graphic xmlns:a="http://schemas.openxmlformats.org/drawingml/2006/main">
          <a:graphicData uri="http://schemas.openxmlformats.org/drawingml/2006/table">
            <a:tbl>
              <a:tblPr firstRow="0" bandRow="0"/>
              <a:tblGrid>
                <a:gridCol w="4143375"/>
                <a:gridCol w="2190750"/>
                <a:gridCol w="4562475"/>
              </a:tblGrid>
              <a:tr h="555625">
                <a:tc>
                  <a:txBody>
                    <a:bodyPr lIns="152400" tIns="95250" rIns="133350" bIns="95250">
                      <a:noAutofit/>
                    </a:bodyPr>
                    <a:lstStyle/>
                    <a:p>
                      <a:r>
                        <a:rPr sz="1800" b="1">
                          <a:solidFill>
                            <a:srgbClr val="F5F4F0"/>
                          </a:solidFill>
                          <a:latin typeface="Arial"/>
                          <a:ea typeface="Arial"/>
                          <a:cs typeface="Arial"/>
                        </a:rPr>
                        <a:t>Alan</a:t>
                      </a:r>
                    </a:p>
                  </a:txBody>
                  <a:tcPr marL="91440" marR="91440" marT="45720" marB="45720" anchor="ctr">
                    <a:lnL w="4763">
                      <a:solidFill>
                        <a:srgbClr val="D1D9D9"/>
                      </a:solidFill>
                      <a:prstDash val="solid"/>
                    </a:lnL>
                    <a:lnR w="4763">
                      <a:solidFill>
                        <a:srgbClr val="D1D9D9"/>
                      </a:solidFill>
                      <a:prstDash val="solid"/>
                    </a:lnR>
                    <a:lnT w="4763">
                      <a:solidFill>
                        <a:srgbClr val="D1D9D9"/>
                      </a:solidFill>
                      <a:prstDash val="solid"/>
                    </a:lnT>
                    <a:lnB w="4763">
                      <a:solidFill>
                        <a:srgbClr val="D1D9D9"/>
                      </a:solidFill>
                      <a:prstDash val="solid"/>
                    </a:lnB>
                    <a:solidFill>
                      <a:srgbClr val="152E3D"/>
                    </a:solidFill>
                  </a:tcPr>
                </a:tc>
                <a:tc>
                  <a:txBody>
                    <a:bodyPr lIns="152400" tIns="95250" rIns="133350" bIns="95250">
                      <a:noAutofit/>
                    </a:bodyPr>
                    <a:lstStyle/>
                    <a:p>
                      <a:r>
                        <a:rPr sz="1800" b="1">
                          <a:solidFill>
                            <a:srgbClr val="F5F4F0"/>
                          </a:solidFill>
                          <a:latin typeface="Arial"/>
                          <a:ea typeface="Arial"/>
                          <a:cs typeface="Arial"/>
                        </a:rPr>
                        <a:t>Tür</a:t>
                      </a:r>
                    </a:p>
                  </a:txBody>
                  <a:tcPr marL="91440" marR="91440" marT="45720" marB="45720" anchor="ctr">
                    <a:lnR w="4763">
                      <a:solidFill>
                        <a:srgbClr val="D1D9D9"/>
                      </a:solidFill>
                      <a:prstDash val="solid"/>
                    </a:lnR>
                    <a:lnT w="4763">
                      <a:solidFill>
                        <a:srgbClr val="D1D9D9"/>
                      </a:solidFill>
                      <a:prstDash val="solid"/>
                    </a:lnT>
                    <a:lnB w="4763">
                      <a:solidFill>
                        <a:srgbClr val="D1D9D9"/>
                      </a:solidFill>
                      <a:prstDash val="solid"/>
                    </a:lnB>
                    <a:solidFill>
                      <a:srgbClr val="152E3D"/>
                    </a:solidFill>
                  </a:tcPr>
                </a:tc>
                <a:tc>
                  <a:txBody>
                    <a:bodyPr lIns="152400" tIns="95250" rIns="133350" bIns="95250">
                      <a:noAutofit/>
                    </a:bodyPr>
                    <a:lstStyle/>
                    <a:p>
                      <a:r>
                        <a:rPr sz="1800" b="1">
                          <a:solidFill>
                            <a:srgbClr val="F5F4F0"/>
                          </a:solidFill>
                          <a:latin typeface="Arial"/>
                          <a:ea typeface="Arial"/>
                          <a:cs typeface="Arial"/>
                        </a:rPr>
                        <a:t>Kullanım</a:t>
                      </a:r>
                    </a:p>
                  </a:txBody>
                  <a:tcPr marL="91440" marR="91440" marT="45720" marB="45720" anchor="ctr">
                    <a:lnR w="4763">
                      <a:solidFill>
                        <a:srgbClr val="D1D9D9"/>
                      </a:solidFill>
                      <a:prstDash val="solid"/>
                    </a:lnR>
                    <a:lnT w="4763">
                      <a:solidFill>
                        <a:srgbClr val="D1D9D9"/>
                      </a:solidFill>
                      <a:prstDash val="solid"/>
                    </a:lnT>
                    <a:lnB w="4763">
                      <a:solidFill>
                        <a:srgbClr val="D1D9D9"/>
                      </a:solidFill>
                      <a:prstDash val="solid"/>
                    </a:lnB>
                    <a:solidFill>
                      <a:srgbClr val="152E3D"/>
                    </a:solidFill>
                  </a:tcPr>
                </a:tc>
              </a:tr>
              <a:tr h="555625">
                <a:tc>
                  <a:txBody>
                    <a:bodyPr lIns="152400" tIns="95250" rIns="133350" bIns="95250">
                      <a:noAutofit/>
                    </a:bodyPr>
                    <a:lstStyle/>
                    <a:p>
                      <a:r>
                        <a:rPr sz="1950" b="0">
                          <a:solidFill>
                            <a:srgbClr val="152E3D"/>
                          </a:solidFill>
                          <a:latin typeface="Arial"/>
                          <a:ea typeface="Arial"/>
                          <a:cs typeface="Arial"/>
                        </a:rPr>
                        <a:t>service_name, environment</a:t>
                      </a:r>
                    </a:p>
                  </a:txBody>
                  <a:tcPr marL="91440" marR="91440" marT="45720" marB="45720" anchor="ctr">
                    <a:lnL w="4763">
                      <a:solidFill>
                        <a:srgbClr val="D1D9D9"/>
                      </a:solidFill>
                      <a:prstDash val="solid"/>
                    </a:lnL>
                    <a:lnR w="4763">
                      <a:solidFill>
                        <a:srgbClr val="D1D9D9"/>
                      </a:solidFill>
                      <a:prstDash val="solid"/>
                    </a:lnR>
                    <a:lnB w="4763">
                      <a:solidFill>
                        <a:srgbClr val="D1D9D9"/>
                      </a:solidFill>
                      <a:prstDash val="solid"/>
                    </a:lnB>
                    <a:solidFill>
                      <a:srgbClr val="F5F4F0"/>
                    </a:solidFill>
                  </a:tcPr>
                </a:tc>
                <a:tc>
                  <a:txBody>
                    <a:bodyPr lIns="152400" tIns="95250" rIns="133350" bIns="95250">
                      <a:noAutofit/>
                    </a:bodyPr>
                    <a:lstStyle/>
                    <a:p>
                      <a:r>
                        <a:rPr sz="1950" b="0">
                          <a:solidFill>
                            <a:srgbClr val="152E3D"/>
                          </a:solidFill>
                          <a:latin typeface="Arial"/>
                          <a:ea typeface="Arial"/>
                          <a:cs typeface="Arial"/>
                        </a:rPr>
                        <a:t>keyword</a:t>
                      </a:r>
                    </a:p>
                  </a:txBody>
                  <a:tcPr marL="91440" marR="91440" marT="45720" marB="45720" anchor="ctr">
                    <a:lnR w="4763">
                      <a:solidFill>
                        <a:srgbClr val="D1D9D9"/>
                      </a:solidFill>
                      <a:prstDash val="solid"/>
                    </a:lnR>
                    <a:lnB w="4763">
                      <a:solidFill>
                        <a:srgbClr val="D1D9D9"/>
                      </a:solidFill>
                      <a:prstDash val="solid"/>
                    </a:lnB>
                    <a:solidFill>
                      <a:srgbClr val="F5F4F0"/>
                    </a:solidFill>
                  </a:tcPr>
                </a:tc>
                <a:tc>
                  <a:txBody>
                    <a:bodyPr lIns="152400" tIns="95250" rIns="133350" bIns="95250">
                      <a:noAutofit/>
                    </a:bodyPr>
                    <a:lstStyle/>
                    <a:p>
                      <a:r>
                        <a:rPr sz="1950" b="0">
                          <a:solidFill>
                            <a:srgbClr val="152E3D"/>
                          </a:solidFill>
                          <a:latin typeface="Arial"/>
                          <a:ea typeface="Arial"/>
                          <a:cs typeface="Arial"/>
                        </a:rPr>
                        <a:t>Tam değerle filtre</a:t>
                      </a:r>
                    </a:p>
                  </a:txBody>
                  <a:tcPr marL="91440" marR="91440" marT="45720" marB="45720" anchor="ctr">
                    <a:lnR w="4763">
                      <a:solidFill>
                        <a:srgbClr val="D1D9D9"/>
                      </a:solidFill>
                      <a:prstDash val="solid"/>
                    </a:lnR>
                    <a:lnB w="4763">
                      <a:solidFill>
                        <a:srgbClr val="D1D9D9"/>
                      </a:solidFill>
                      <a:prstDash val="solid"/>
                    </a:lnB>
                    <a:solidFill>
                      <a:srgbClr val="F5F4F0"/>
                    </a:solidFill>
                  </a:tcPr>
                </a:tc>
              </a:tr>
              <a:tr h="555625">
                <a:tc>
                  <a:txBody>
                    <a:bodyPr lIns="152400" tIns="95250" rIns="133350" bIns="95250">
                      <a:noAutofit/>
                    </a:bodyPr>
                    <a:lstStyle/>
                    <a:p>
                      <a:r>
                        <a:rPr sz="1950" b="0">
                          <a:solidFill>
                            <a:srgbClr val="152E3D"/>
                          </a:solidFill>
                          <a:latin typeface="Arial"/>
                          <a:ea typeface="Arial"/>
                          <a:cs typeface="Arial"/>
                        </a:rPr>
                        <a:t>trace_id, event_id</a:t>
                      </a:r>
                    </a:p>
                  </a:txBody>
                  <a:tcPr marL="91440" marR="91440" marT="45720" marB="45720" anchor="ctr">
                    <a:lnL w="4763">
                      <a:solidFill>
                        <a:srgbClr val="D1D9D9"/>
                      </a:solidFill>
                      <a:prstDash val="solid"/>
                    </a:lnL>
                    <a:lnR w="4763">
                      <a:solidFill>
                        <a:srgbClr val="D1D9D9"/>
                      </a:solidFill>
                      <a:prstDash val="solid"/>
                    </a:lnR>
                    <a:lnB w="4763">
                      <a:solidFill>
                        <a:srgbClr val="D1D9D9"/>
                      </a:solidFill>
                      <a:prstDash val="solid"/>
                    </a:lnB>
                    <a:solidFill>
                      <a:srgbClr val="F5F4F0"/>
                    </a:solidFill>
                  </a:tcPr>
                </a:tc>
                <a:tc>
                  <a:txBody>
                    <a:bodyPr lIns="152400" tIns="95250" rIns="133350" bIns="95250">
                      <a:noAutofit/>
                    </a:bodyPr>
                    <a:lstStyle/>
                    <a:p>
                      <a:r>
                        <a:rPr sz="1950" b="0">
                          <a:solidFill>
                            <a:srgbClr val="152E3D"/>
                          </a:solidFill>
                          <a:latin typeface="Arial"/>
                          <a:ea typeface="Arial"/>
                          <a:cs typeface="Arial"/>
                        </a:rPr>
                        <a:t>keyword</a:t>
                      </a:r>
                    </a:p>
                  </a:txBody>
                  <a:tcPr marL="91440" marR="91440" marT="45720" marB="45720" anchor="ctr">
                    <a:lnR w="4763">
                      <a:solidFill>
                        <a:srgbClr val="D1D9D9"/>
                      </a:solidFill>
                      <a:prstDash val="solid"/>
                    </a:lnR>
                    <a:lnB w="4763">
                      <a:solidFill>
                        <a:srgbClr val="D1D9D9"/>
                      </a:solidFill>
                      <a:prstDash val="solid"/>
                    </a:lnB>
                    <a:solidFill>
                      <a:srgbClr val="F5F4F0"/>
                    </a:solidFill>
                  </a:tcPr>
                </a:tc>
                <a:tc>
                  <a:txBody>
                    <a:bodyPr lIns="152400" tIns="95250" rIns="133350" bIns="95250">
                      <a:noAutofit/>
                    </a:bodyPr>
                    <a:lstStyle/>
                    <a:p>
                      <a:r>
                        <a:rPr sz="1950" b="0">
                          <a:solidFill>
                            <a:srgbClr val="152E3D"/>
                          </a:solidFill>
                          <a:latin typeface="Arial"/>
                          <a:ea typeface="Arial"/>
                          <a:cs typeface="Arial"/>
                        </a:rPr>
                        <a:t>Korelasyon ve kimlik</a:t>
                      </a:r>
                    </a:p>
                  </a:txBody>
                  <a:tcPr marL="91440" marR="91440" marT="45720" marB="45720" anchor="ctr">
                    <a:lnR w="4763">
                      <a:solidFill>
                        <a:srgbClr val="D1D9D9"/>
                      </a:solidFill>
                      <a:prstDash val="solid"/>
                    </a:lnR>
                    <a:lnB w="4763">
                      <a:solidFill>
                        <a:srgbClr val="D1D9D9"/>
                      </a:solidFill>
                      <a:prstDash val="solid"/>
                    </a:lnB>
                    <a:solidFill>
                      <a:srgbClr val="F5F4F0"/>
                    </a:solidFill>
                  </a:tcPr>
                </a:tc>
              </a:tr>
              <a:tr h="555625">
                <a:tc>
                  <a:txBody>
                    <a:bodyPr lIns="152400" tIns="95250" rIns="133350" bIns="95250">
                      <a:noAutofit/>
                    </a:bodyPr>
                    <a:lstStyle/>
                    <a:p>
                      <a:r>
                        <a:rPr sz="1950" b="0">
                          <a:solidFill>
                            <a:srgbClr val="152E3D"/>
                          </a:solidFill>
                          <a:latin typeface="Arial"/>
                          <a:ea typeface="Arial"/>
                          <a:cs typeface="Arial"/>
                        </a:rPr>
                        <a:t>message</a:t>
                      </a:r>
                    </a:p>
                  </a:txBody>
                  <a:tcPr marL="91440" marR="91440" marT="45720" marB="45720" anchor="ctr">
                    <a:lnL w="4763">
                      <a:solidFill>
                        <a:srgbClr val="D1D9D9"/>
                      </a:solidFill>
                      <a:prstDash val="solid"/>
                    </a:lnL>
                    <a:lnR w="4763">
                      <a:solidFill>
                        <a:srgbClr val="D1D9D9"/>
                      </a:solidFill>
                      <a:prstDash val="solid"/>
                    </a:lnR>
                    <a:lnB w="4763">
                      <a:solidFill>
                        <a:srgbClr val="D1D9D9"/>
                      </a:solidFill>
                      <a:prstDash val="solid"/>
                    </a:lnB>
                    <a:solidFill>
                      <a:srgbClr val="F5F4F0"/>
                    </a:solidFill>
                  </a:tcPr>
                </a:tc>
                <a:tc>
                  <a:txBody>
                    <a:bodyPr lIns="152400" tIns="95250" rIns="133350" bIns="95250">
                      <a:noAutofit/>
                    </a:bodyPr>
                    <a:lstStyle/>
                    <a:p>
                      <a:r>
                        <a:rPr sz="1950" b="0">
                          <a:solidFill>
                            <a:srgbClr val="152E3D"/>
                          </a:solidFill>
                          <a:latin typeface="Arial"/>
                          <a:ea typeface="Arial"/>
                          <a:cs typeface="Arial"/>
                        </a:rPr>
                        <a:t>text</a:t>
                      </a:r>
                    </a:p>
                  </a:txBody>
                  <a:tcPr marL="91440" marR="91440" marT="45720" marB="45720" anchor="ctr">
                    <a:lnR w="4763">
                      <a:solidFill>
                        <a:srgbClr val="D1D9D9"/>
                      </a:solidFill>
                      <a:prstDash val="solid"/>
                    </a:lnR>
                    <a:lnB w="4763">
                      <a:solidFill>
                        <a:srgbClr val="D1D9D9"/>
                      </a:solidFill>
                      <a:prstDash val="solid"/>
                    </a:lnB>
                    <a:solidFill>
                      <a:srgbClr val="F5F4F0"/>
                    </a:solidFill>
                  </a:tcPr>
                </a:tc>
                <a:tc>
                  <a:txBody>
                    <a:bodyPr lIns="152400" tIns="95250" rIns="133350" bIns="95250">
                      <a:noAutofit/>
                    </a:bodyPr>
                    <a:lstStyle/>
                    <a:p>
                      <a:r>
                        <a:rPr sz="1950" b="0">
                          <a:solidFill>
                            <a:srgbClr val="152E3D"/>
                          </a:solidFill>
                          <a:latin typeface="Arial"/>
                          <a:ea typeface="Arial"/>
                          <a:cs typeface="Arial"/>
                        </a:rPr>
                        <a:t>Terim veya phrase araması</a:t>
                      </a:r>
                    </a:p>
                  </a:txBody>
                  <a:tcPr marL="91440" marR="91440" marT="45720" marB="45720" anchor="ctr">
                    <a:lnR w="4763">
                      <a:solidFill>
                        <a:srgbClr val="D1D9D9"/>
                      </a:solidFill>
                      <a:prstDash val="solid"/>
                    </a:lnR>
                    <a:lnB w="4763">
                      <a:solidFill>
                        <a:srgbClr val="D1D9D9"/>
                      </a:solidFill>
                      <a:prstDash val="solid"/>
                    </a:lnB>
                    <a:solidFill>
                      <a:srgbClr val="F5F4F0"/>
                    </a:solidFill>
                  </a:tcPr>
                </a:tc>
              </a:tr>
              <a:tr h="555625">
                <a:tc>
                  <a:txBody>
                    <a:bodyPr lIns="152400" tIns="95250" rIns="133350" bIns="95250">
                      <a:noAutofit/>
                    </a:bodyPr>
                    <a:lstStyle/>
                    <a:p>
                      <a:r>
                        <a:rPr sz="1950" b="0">
                          <a:solidFill>
                            <a:srgbClr val="152E3D"/>
                          </a:solidFill>
                          <a:latin typeface="Arial"/>
                          <a:ea typeface="Arial"/>
                          <a:cs typeface="Arial"/>
                        </a:rPr>
                        <a:t>status_code, duration_ms</a:t>
                      </a:r>
                    </a:p>
                  </a:txBody>
                  <a:tcPr marL="91440" marR="91440" marT="45720" marB="45720" anchor="ctr">
                    <a:lnL w="4763">
                      <a:solidFill>
                        <a:srgbClr val="D1D9D9"/>
                      </a:solidFill>
                      <a:prstDash val="solid"/>
                    </a:lnL>
                    <a:lnR w="4763">
                      <a:solidFill>
                        <a:srgbClr val="D1D9D9"/>
                      </a:solidFill>
                      <a:prstDash val="solid"/>
                    </a:lnR>
                    <a:lnB w="4763">
                      <a:solidFill>
                        <a:srgbClr val="D1D9D9"/>
                      </a:solidFill>
                      <a:prstDash val="solid"/>
                    </a:lnB>
                    <a:solidFill>
                      <a:srgbClr val="F5F4F0"/>
                    </a:solidFill>
                  </a:tcPr>
                </a:tc>
                <a:tc>
                  <a:txBody>
                    <a:bodyPr lIns="152400" tIns="95250" rIns="133350" bIns="95250">
                      <a:noAutofit/>
                    </a:bodyPr>
                    <a:lstStyle/>
                    <a:p>
                      <a:r>
                        <a:rPr sz="1950" b="0">
                          <a:solidFill>
                            <a:srgbClr val="152E3D"/>
                          </a:solidFill>
                          <a:latin typeface="Arial"/>
                          <a:ea typeface="Arial"/>
                          <a:cs typeface="Arial"/>
                        </a:rPr>
                        <a:t>integer / float</a:t>
                      </a:r>
                    </a:p>
                  </a:txBody>
                  <a:tcPr marL="91440" marR="91440" marT="45720" marB="45720" anchor="ctr">
                    <a:lnR w="4763">
                      <a:solidFill>
                        <a:srgbClr val="D1D9D9"/>
                      </a:solidFill>
                      <a:prstDash val="solid"/>
                    </a:lnR>
                    <a:lnB w="4763">
                      <a:solidFill>
                        <a:srgbClr val="D1D9D9"/>
                      </a:solidFill>
                      <a:prstDash val="solid"/>
                    </a:lnB>
                    <a:solidFill>
                      <a:srgbClr val="F5F4F0"/>
                    </a:solidFill>
                  </a:tcPr>
                </a:tc>
                <a:tc>
                  <a:txBody>
                    <a:bodyPr lIns="152400" tIns="95250" rIns="133350" bIns="95250">
                      <a:noAutofit/>
                    </a:bodyPr>
                    <a:lstStyle/>
                    <a:p>
                      <a:r>
                        <a:rPr sz="1950" b="0">
                          <a:solidFill>
                            <a:srgbClr val="152E3D"/>
                          </a:solidFill>
                          <a:latin typeface="Arial"/>
                          <a:ea typeface="Arial"/>
                          <a:cs typeface="Arial"/>
                        </a:rPr>
                        <a:t>Aralık ve ölçüm</a:t>
                      </a:r>
                    </a:p>
                  </a:txBody>
                  <a:tcPr marL="91440" marR="91440" marT="45720" marB="45720" anchor="ctr">
                    <a:lnR w="4763">
                      <a:solidFill>
                        <a:srgbClr val="D1D9D9"/>
                      </a:solidFill>
                      <a:prstDash val="solid"/>
                    </a:lnR>
                    <a:lnB w="4763">
                      <a:solidFill>
                        <a:srgbClr val="D1D9D9"/>
                      </a:solidFill>
                      <a:prstDash val="solid"/>
                    </a:lnB>
                    <a:solidFill>
                      <a:srgbClr val="F5F4F0"/>
                    </a:solidFill>
                  </a:tcPr>
                </a:tc>
              </a:tr>
              <a:tr h="555625">
                <a:tc>
                  <a:txBody>
                    <a:bodyPr lIns="152400" tIns="95250" rIns="133350" bIns="95250">
                      <a:noAutofit/>
                    </a:bodyPr>
                    <a:lstStyle/>
                    <a:p>
                      <a:r>
                        <a:rPr sz="1950" b="0">
                          <a:solidFill>
                            <a:srgbClr val="152E3D"/>
                          </a:solidFill>
                          <a:latin typeface="Arial"/>
                          <a:ea typeface="Arial"/>
                          <a:cs typeface="Arial"/>
                        </a:rPr>
                        <a:t>@timestamp</a:t>
                      </a:r>
                    </a:p>
                  </a:txBody>
                  <a:tcPr marL="91440" marR="91440" marT="45720" marB="45720" anchor="ctr">
                    <a:lnL w="4763">
                      <a:solidFill>
                        <a:srgbClr val="D1D9D9"/>
                      </a:solidFill>
                      <a:prstDash val="solid"/>
                    </a:lnL>
                    <a:lnR w="4763">
                      <a:solidFill>
                        <a:srgbClr val="D1D9D9"/>
                      </a:solidFill>
                      <a:prstDash val="solid"/>
                    </a:lnR>
                    <a:lnB w="4763">
                      <a:solidFill>
                        <a:srgbClr val="D1D9D9"/>
                      </a:solidFill>
                      <a:prstDash val="solid"/>
                    </a:lnB>
                    <a:solidFill>
                      <a:srgbClr val="F5F4F0"/>
                    </a:solidFill>
                  </a:tcPr>
                </a:tc>
                <a:tc>
                  <a:txBody>
                    <a:bodyPr lIns="152400" tIns="95250" rIns="133350" bIns="95250">
                      <a:noAutofit/>
                    </a:bodyPr>
                    <a:lstStyle/>
                    <a:p>
                      <a:r>
                        <a:rPr sz="1950" b="0">
                          <a:solidFill>
                            <a:srgbClr val="152E3D"/>
                          </a:solidFill>
                          <a:latin typeface="Arial"/>
                          <a:ea typeface="Arial"/>
                          <a:cs typeface="Arial"/>
                        </a:rPr>
                        <a:t>date</a:t>
                      </a:r>
                    </a:p>
                  </a:txBody>
                  <a:tcPr marL="91440" marR="91440" marT="45720" marB="45720" anchor="ctr">
                    <a:lnR w="4763">
                      <a:solidFill>
                        <a:srgbClr val="D1D9D9"/>
                      </a:solidFill>
                      <a:prstDash val="solid"/>
                    </a:lnR>
                    <a:lnB w="4763">
                      <a:solidFill>
                        <a:srgbClr val="D1D9D9"/>
                      </a:solidFill>
                      <a:prstDash val="solid"/>
                    </a:lnB>
                    <a:solidFill>
                      <a:srgbClr val="F5F4F0"/>
                    </a:solidFill>
                  </a:tcPr>
                </a:tc>
                <a:tc>
                  <a:txBody>
                    <a:bodyPr lIns="152400" tIns="95250" rIns="133350" bIns="95250">
                      <a:noAutofit/>
                    </a:bodyPr>
                    <a:lstStyle/>
                    <a:p>
                      <a:r>
                        <a:rPr sz="1950" b="0">
                          <a:solidFill>
                            <a:srgbClr val="152E3D"/>
                          </a:solidFill>
                          <a:latin typeface="Arial"/>
                          <a:ea typeface="Arial"/>
                          <a:cs typeface="Arial"/>
                        </a:rPr>
                        <a:t>Olay zamanını sınırla</a:t>
                      </a:r>
                    </a:p>
                  </a:txBody>
                  <a:tcPr marL="91440" marR="91440" marT="45720" marB="45720" anchor="ctr">
                    <a:lnR w="4763">
                      <a:solidFill>
                        <a:srgbClr val="D1D9D9"/>
                      </a:solidFill>
                      <a:prstDash val="solid"/>
                    </a:lnR>
                    <a:lnB w="4763">
                      <a:solidFill>
                        <a:srgbClr val="D1D9D9"/>
                      </a:solidFill>
                      <a:prstDash val="solid"/>
                    </a:lnB>
                    <a:solidFill>
                      <a:srgbClr val="F5F4F0"/>
                    </a:solidFill>
                  </a:tcPr>
                </a:tc>
              </a:tr>
            </a:tbl>
          </a:graphicData>
        </a:graphic>
      </p:graphicFrame>
      <p:sp>
        <p:nvSpPr>
          <p:cNvPr id="3" name="">
            <a:extLst xmlns:a="http://schemas.openxmlformats.org/drawingml/2006/main">
              <a:ext uri="{FF2B5EF4-FFF2-40B4-BE49-F238E27FC236}">
                <a16:creationId xmlns:a16="http://schemas.microsoft.com/office/drawing/2014/main" id="{2D0FDF0B-B096-4B8F-9C37-99CFBC316F02}"/>
              </a:ext>
            </a:extLst>
          </p:cNvPr>
          <p:cNvSpPr>
            <a:spLocks xmlns:a="http://schemas.openxmlformats.org/drawingml/2006/main" noGrp="1"/>
          </p:cNvSpPr>
          <p:nvPr/>
        </p:nvSpPr>
        <p:spPr>
          <a:xfrm xmlns:a="http://schemas.openxmlformats.org/drawingml/2006/main">
            <a:off x="647700" y="5467350"/>
            <a:ext cx="10896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007F83"/>
                </a:solidFill>
                <a:latin typeface="Arial"/>
                <a:ea typeface="Arial"/>
                <a:cs typeface="Arial"/>
              </a:defRPr>
            </a:defPPr>
            <a:lvl1pPr>
              <a:defRPr sz="1950" b="1">
                <a:solidFill>
                  <a:srgbClr val="007F83"/>
                </a:solidFill>
                <a:latin typeface="Arial"/>
                <a:ea typeface="Arial"/>
                <a:cs typeface="Arial"/>
              </a:defRPr>
            </a:lvl1pPr>
            <a:lvl2pPr>
              <a:defRPr sz="1950" b="1">
                <a:solidFill>
                  <a:srgbClr val="007F83"/>
                </a:solidFill>
                <a:latin typeface="Arial"/>
                <a:ea typeface="Arial"/>
                <a:cs typeface="Arial"/>
              </a:defRPr>
            </a:lvl2pPr>
            <a:lvl3pPr>
              <a:defRPr sz="1950" b="1">
                <a:solidFill>
                  <a:srgbClr val="007F83"/>
                </a:solidFill>
                <a:latin typeface="Arial"/>
                <a:ea typeface="Arial"/>
                <a:cs typeface="Arial"/>
              </a:defRPr>
            </a:lvl3pPr>
            <a:lvl4pPr>
              <a:defRPr sz="1950" b="1">
                <a:solidFill>
                  <a:srgbClr val="007F83"/>
                </a:solidFill>
                <a:latin typeface="Arial"/>
                <a:ea typeface="Arial"/>
                <a:cs typeface="Arial"/>
              </a:defRPr>
            </a:lvl4pPr>
            <a:lvl5pPr>
              <a:defRPr sz="1950" b="1">
                <a:solidFill>
                  <a:srgbClr val="007F83"/>
                </a:solidFill>
                <a:latin typeface="Arial"/>
                <a:ea typeface="Arial"/>
                <a:cs typeface="Arial"/>
              </a:defRPr>
            </a:lvl5pPr>
            <a:lvl6pPr>
              <a:defRPr sz="1950" b="1">
                <a:solidFill>
                  <a:srgbClr val="007F83"/>
                </a:solidFill>
                <a:latin typeface="Arial"/>
                <a:ea typeface="Arial"/>
                <a:cs typeface="Arial"/>
              </a:defRPr>
            </a:lvl6pPr>
            <a:lvl7pPr>
              <a:defRPr sz="1950" b="1">
                <a:solidFill>
                  <a:srgbClr val="007F83"/>
                </a:solidFill>
                <a:latin typeface="Arial"/>
                <a:ea typeface="Arial"/>
                <a:cs typeface="Arial"/>
              </a:defRPr>
            </a:lvl7pPr>
            <a:lvl8pPr>
              <a:defRPr sz="1950" b="1">
                <a:solidFill>
                  <a:srgbClr val="007F83"/>
                </a:solidFill>
                <a:latin typeface="Arial"/>
                <a:ea typeface="Arial"/>
                <a:cs typeface="Arial"/>
              </a:defRPr>
            </a:lvl8pPr>
            <a:lvl9pPr>
              <a:defRPr sz="1950" b="1">
                <a:solidFill>
                  <a:srgbClr val="007F83"/>
                </a:solidFill>
                <a:latin typeface="Arial"/>
                <a:ea typeface="Arial"/>
                <a:cs typeface="Arial"/>
              </a:defRPr>
            </a:lvl9pPr>
          </a:lstStyle>
          <a:p xmlns:a="http://schemas.openxmlformats.org/drawingml/2006/main">
            <a:pPr>
              <a:defRPr sz="1950" b="1">
                <a:solidFill>
                  <a:srgbClr val="007F83"/>
                </a:solidFill>
                <a:latin typeface="Arial"/>
                <a:ea typeface="Arial"/>
                <a:cs typeface="Arial"/>
              </a:defRPr>
            </a:pPr>
            <a:r>
              <a:rPr sz="1950" b="1">
                <a:solidFill>
                  <a:srgbClr val="007F83"/>
                </a:solidFill>
                <a:latin typeface="Arial"/>
                <a:ea typeface="Arial"/>
                <a:cs typeface="Arial"/>
              </a:rPr>
              <a:t>“.keyword” yalnızca mapping’de tanımlıysa vardır.</a:t>
            </a:r>
          </a:p>
        </p:txBody>
      </p:sp>
      <p:sp>
        <p:nvSpPr>
          <p:cNvPr id="4" name="">
            <a:extLst xmlns:a="http://schemas.openxmlformats.org/drawingml/2006/main">
              <a:ext uri="{FF2B5EF4-FFF2-40B4-BE49-F238E27FC236}">
                <a16:creationId xmlns:a16="http://schemas.microsoft.com/office/drawing/2014/main" id="{25330457-CEB7-457D-A331-71D320576702}"/>
              </a:ext>
            </a:extLst>
          </p:cNvPr>
          <p:cNvSpPr>
            <a:spLocks xmlns:a="http://schemas.openxmlformats.org/drawingml/2006/main" noGrp="1"/>
          </p:cNvSpPr>
          <p:nvPr/>
        </p:nvSpPr>
        <p:spPr>
          <a:xfrm xmlns:a="http://schemas.openxmlformats.org/drawingml/2006/main">
            <a:off x="10858500" y="6429375"/>
            <a:ext cx="714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0616A"/>
                </a:solidFill>
                <a:latin typeface="Arial"/>
                <a:ea typeface="Arial"/>
                <a:cs typeface="Arial"/>
              </a:defRPr>
            </a:defPPr>
            <a:lvl1pPr>
              <a:defRPr sz="1200" b="0">
                <a:solidFill>
                  <a:srgbClr val="50616A"/>
                </a:solidFill>
                <a:latin typeface="Arial"/>
                <a:ea typeface="Arial"/>
                <a:cs typeface="Arial"/>
              </a:defRPr>
            </a:lvl1pPr>
            <a:lvl2pPr>
              <a:defRPr sz="1200" b="0">
                <a:solidFill>
                  <a:srgbClr val="50616A"/>
                </a:solidFill>
                <a:latin typeface="Arial"/>
                <a:ea typeface="Arial"/>
                <a:cs typeface="Arial"/>
              </a:defRPr>
            </a:lvl2pPr>
            <a:lvl3pPr>
              <a:defRPr sz="1200" b="0">
                <a:solidFill>
                  <a:srgbClr val="50616A"/>
                </a:solidFill>
                <a:latin typeface="Arial"/>
                <a:ea typeface="Arial"/>
                <a:cs typeface="Arial"/>
              </a:defRPr>
            </a:lvl3pPr>
            <a:lvl4pPr>
              <a:defRPr sz="1200" b="0">
                <a:solidFill>
                  <a:srgbClr val="50616A"/>
                </a:solidFill>
                <a:latin typeface="Arial"/>
                <a:ea typeface="Arial"/>
                <a:cs typeface="Arial"/>
              </a:defRPr>
            </a:lvl4pPr>
            <a:lvl5pPr>
              <a:defRPr sz="1200" b="0">
                <a:solidFill>
                  <a:srgbClr val="50616A"/>
                </a:solidFill>
                <a:latin typeface="Arial"/>
                <a:ea typeface="Arial"/>
                <a:cs typeface="Arial"/>
              </a:defRPr>
            </a:lvl5pPr>
            <a:lvl6pPr>
              <a:defRPr sz="1200" b="0">
                <a:solidFill>
                  <a:srgbClr val="50616A"/>
                </a:solidFill>
                <a:latin typeface="Arial"/>
                <a:ea typeface="Arial"/>
                <a:cs typeface="Arial"/>
              </a:defRPr>
            </a:lvl6pPr>
            <a:lvl7pPr>
              <a:defRPr sz="1200" b="0">
                <a:solidFill>
                  <a:srgbClr val="50616A"/>
                </a:solidFill>
                <a:latin typeface="Arial"/>
                <a:ea typeface="Arial"/>
                <a:cs typeface="Arial"/>
              </a:defRPr>
            </a:lvl7pPr>
            <a:lvl8pPr>
              <a:defRPr sz="1200" b="0">
                <a:solidFill>
                  <a:srgbClr val="50616A"/>
                </a:solidFill>
                <a:latin typeface="Arial"/>
                <a:ea typeface="Arial"/>
                <a:cs typeface="Arial"/>
              </a:defRPr>
            </a:lvl8pPr>
            <a:lvl9pPr>
              <a:defRPr sz="1200" b="0">
                <a:solidFill>
                  <a:srgbClr val="50616A"/>
                </a:solidFill>
                <a:latin typeface="Arial"/>
                <a:ea typeface="Arial"/>
                <a:cs typeface="Arial"/>
              </a:defRPr>
            </a:lvl9pPr>
          </a:lstStyle>
          <a:p xmlns:a="http://schemas.openxmlformats.org/drawingml/2006/main">
            <a:pPr>
              <a:defRPr sz="1200" b="0">
                <a:solidFill>
                  <a:srgbClr val="50616A"/>
                </a:solidFill>
                <a:latin typeface="Arial"/>
                <a:ea typeface="Arial"/>
                <a:cs typeface="Arial"/>
              </a:defRPr>
            </a:pPr>
            <a:r>
              <a:rPr sz="1200" b="0">
                <a:solidFill>
                  <a:srgbClr val="50616A"/>
                </a:solidFill>
                <a:latin typeface="Arial"/>
                <a:ea typeface="Arial"/>
                <a:cs typeface="Arial"/>
              </a:rPr>
              <a:t>03 / 26</a:t>
            </a:r>
          </a:p>
        </p:txBody>
      </p:sp>
      <p:sp>
        <p:nvSpPr>
          <p:cNvPr id="5" name="">
            <a:extLst xmlns:a="http://schemas.openxmlformats.org/drawingml/2006/main">
              <a:ext uri="{FF2B5EF4-FFF2-40B4-BE49-F238E27FC236}">
                <a16:creationId xmlns:a16="http://schemas.microsoft.com/office/drawing/2014/main" id="{5414C2BC-0BF6-400F-92BA-CE491ECA45E4}"/>
              </a:ext>
            </a:extLst>
          </p:cNvPr>
          <p:cNvSpPr>
            <a:spLocks xmlns:a="http://schemas.openxmlformats.org/drawingml/2006/main" noGrp="1"/>
          </p:cNvSpPr>
          <p:nvPr/>
        </p:nvSpPr>
        <p:spPr>
          <a:xfrm xmlns:a="http://schemas.openxmlformats.org/drawingml/2006/main">
            <a:off x="647700" y="6438900"/>
            <a:ext cx="98583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0616A"/>
                </a:solidFill>
                <a:latin typeface="Arial"/>
                <a:ea typeface="Arial"/>
                <a:cs typeface="Arial"/>
              </a:defRPr>
            </a:defPPr>
            <a:lvl1pPr>
              <a:defRPr sz="1050" b="0">
                <a:solidFill>
                  <a:srgbClr val="50616A"/>
                </a:solidFill>
                <a:latin typeface="Arial"/>
                <a:ea typeface="Arial"/>
                <a:cs typeface="Arial"/>
              </a:defRPr>
            </a:lvl1pPr>
            <a:lvl2pPr>
              <a:defRPr sz="1050" b="0">
                <a:solidFill>
                  <a:srgbClr val="50616A"/>
                </a:solidFill>
                <a:latin typeface="Arial"/>
                <a:ea typeface="Arial"/>
                <a:cs typeface="Arial"/>
              </a:defRPr>
            </a:lvl2pPr>
            <a:lvl3pPr>
              <a:defRPr sz="1050" b="0">
                <a:solidFill>
                  <a:srgbClr val="50616A"/>
                </a:solidFill>
                <a:latin typeface="Arial"/>
                <a:ea typeface="Arial"/>
                <a:cs typeface="Arial"/>
              </a:defRPr>
            </a:lvl3pPr>
            <a:lvl4pPr>
              <a:defRPr sz="1050" b="0">
                <a:solidFill>
                  <a:srgbClr val="50616A"/>
                </a:solidFill>
                <a:latin typeface="Arial"/>
                <a:ea typeface="Arial"/>
                <a:cs typeface="Arial"/>
              </a:defRPr>
            </a:lvl4pPr>
            <a:lvl5pPr>
              <a:defRPr sz="1050" b="0">
                <a:solidFill>
                  <a:srgbClr val="50616A"/>
                </a:solidFill>
                <a:latin typeface="Arial"/>
                <a:ea typeface="Arial"/>
                <a:cs typeface="Arial"/>
              </a:defRPr>
            </a:lvl5pPr>
            <a:lvl6pPr>
              <a:defRPr sz="1050" b="0">
                <a:solidFill>
                  <a:srgbClr val="50616A"/>
                </a:solidFill>
                <a:latin typeface="Arial"/>
                <a:ea typeface="Arial"/>
                <a:cs typeface="Arial"/>
              </a:defRPr>
            </a:lvl6pPr>
            <a:lvl7pPr>
              <a:defRPr sz="1050" b="0">
                <a:solidFill>
                  <a:srgbClr val="50616A"/>
                </a:solidFill>
                <a:latin typeface="Arial"/>
                <a:ea typeface="Arial"/>
                <a:cs typeface="Arial"/>
              </a:defRPr>
            </a:lvl7pPr>
            <a:lvl8pPr>
              <a:defRPr sz="1050" b="0">
                <a:solidFill>
                  <a:srgbClr val="50616A"/>
                </a:solidFill>
                <a:latin typeface="Arial"/>
                <a:ea typeface="Arial"/>
                <a:cs typeface="Arial"/>
              </a:defRPr>
            </a:lvl8pPr>
            <a:lvl9pPr>
              <a:defRPr sz="1050" b="0">
                <a:solidFill>
                  <a:srgbClr val="50616A"/>
                </a:solidFill>
                <a:latin typeface="Arial"/>
                <a:ea typeface="Arial"/>
                <a:cs typeface="Arial"/>
              </a:defRPr>
            </a:lvl9pPr>
          </a:lstStyle>
          <a:p xmlns:a="http://schemas.openxmlformats.org/drawingml/2006/main">
            <a:pPr>
              <a:defRPr sz="1050" b="0">
                <a:solidFill>
                  <a:srgbClr val="50616A"/>
                </a:solidFill>
                <a:latin typeface="Arial"/>
                <a:ea typeface="Arial"/>
                <a:cs typeface="Arial"/>
              </a:defRPr>
            </a:pPr>
            <a:r>
              <a:rPr sz="1050">
                <a:solidFill>
                  <a:srgbClr val="50616A"/>
                </a:solidFill>
                <a:latin typeface="Arial"/>
                <a:ea typeface="Arial"/>
                <a:cs typeface="Arial"/>
              </a:rPr>
              <a:t>Kaynaklar: </a:t>
            </a:r>
            <a:r>
              <a:rPr sz="1050">
                <a:solidFill>
                  <a:srgbClr val="50616A"/>
                </a:solidFill>
                <a:latin typeface="Arial"/>
                <a:ea typeface="Arial"/>
                <a:cs typeface="Arial"/>
                <a:hlinkClick xmlns:r="http://schemas.openxmlformats.org/officeDocument/2006/relationships" r:id="Ra28720dc2ebb44db"/>
              </a:rPr>
              <a:t>S03  </a:t>
            </a:r>
            <a:r>
              <a:rPr sz="1050">
                <a:solidFill>
                  <a:srgbClr val="50616A"/>
                </a:solidFill>
                <a:latin typeface="Arial"/>
                <a:ea typeface="Arial"/>
                <a:cs typeface="Arial"/>
                <a:hlinkClick xmlns:r="http://schemas.openxmlformats.org/officeDocument/2006/relationships" r:id="R438fb6d5e5ea4760"/>
              </a:rPr>
              <a:t>S04  </a:t>
            </a:r>
            <a:r>
              <a:rPr sz="1050">
                <a:solidFill>
                  <a:srgbClr val="50616A"/>
                </a:solidFill>
                <a:latin typeface="Arial"/>
                <a:ea typeface="Arial"/>
                <a:cs typeface="Arial"/>
                <a:hlinkClick xmlns:r="http://schemas.openxmlformats.org/officeDocument/2006/relationships" r:id="R8e125cd83df34655"/>
              </a:rPr>
              <a:t>S12  </a:t>
            </a:r>
          </a:p>
        </p:txBody>
      </p:sp>
    </p:spTree>
    <p:extLst>
      <p:ext uri="{BB962C8B-B14F-4D97-AF65-F5344CB8AC3E}">
        <p14:creationId xmlns:p14="http://schemas.microsoft.com/office/powerpoint/2010/main" val="361461327"/>
      </p:ext>
    </p:extLst>
  </p:cSld>
</p:sld>
</file>

<file path=ppt/slides/slide4.xml><?xml version="1.0" encoding="utf-8"?>
<p:sld xmlns:p="http://schemas.openxmlformats.org/presentationml/2006/main">
  <p:cSld>
    <p:bg>
      <p:bgPr>
        <a:solidFill xmlns:a="http://schemas.openxmlformats.org/drawingml/2006/main">
          <a:srgbClr val="F5F4F0"/>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CAFEC277-AFFC-4DE9-B9AC-966CE8A9D2FB}"/>
              </a:ext>
            </a:extLst>
          </p:cNvPr>
          <p:cNvSpPr>
            <a:spLocks xmlns:a="http://schemas.openxmlformats.org/drawingml/2006/main" noGrp="1"/>
          </p:cNvSpPr>
          <p:nvPr/>
        </p:nvSpPr>
        <p:spPr>
          <a:xfrm xmlns:a="http://schemas.openxmlformats.org/drawingml/2006/main">
            <a:off x="647700" y="49530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52E3D"/>
                </a:solidFill>
                <a:latin typeface="Arial"/>
                <a:ea typeface="Arial"/>
                <a:cs typeface="Arial"/>
              </a:defRPr>
            </a:defPPr>
            <a:lvl1pPr>
              <a:defRPr sz="3300" b="1">
                <a:solidFill>
                  <a:srgbClr val="152E3D"/>
                </a:solidFill>
                <a:latin typeface="Arial"/>
                <a:ea typeface="Arial"/>
                <a:cs typeface="Arial"/>
              </a:defRPr>
            </a:lvl1pPr>
            <a:lvl2pPr>
              <a:defRPr sz="3300" b="1">
                <a:solidFill>
                  <a:srgbClr val="152E3D"/>
                </a:solidFill>
                <a:latin typeface="Arial"/>
                <a:ea typeface="Arial"/>
                <a:cs typeface="Arial"/>
              </a:defRPr>
            </a:lvl2pPr>
            <a:lvl3pPr>
              <a:defRPr sz="3300" b="1">
                <a:solidFill>
                  <a:srgbClr val="152E3D"/>
                </a:solidFill>
                <a:latin typeface="Arial"/>
                <a:ea typeface="Arial"/>
                <a:cs typeface="Arial"/>
              </a:defRPr>
            </a:lvl3pPr>
            <a:lvl4pPr>
              <a:defRPr sz="3300" b="1">
                <a:solidFill>
                  <a:srgbClr val="152E3D"/>
                </a:solidFill>
                <a:latin typeface="Arial"/>
                <a:ea typeface="Arial"/>
                <a:cs typeface="Arial"/>
              </a:defRPr>
            </a:lvl4pPr>
            <a:lvl5pPr>
              <a:defRPr sz="3300" b="1">
                <a:solidFill>
                  <a:srgbClr val="152E3D"/>
                </a:solidFill>
                <a:latin typeface="Arial"/>
                <a:ea typeface="Arial"/>
                <a:cs typeface="Arial"/>
              </a:defRPr>
            </a:lvl5pPr>
            <a:lvl6pPr>
              <a:defRPr sz="3300" b="1">
                <a:solidFill>
                  <a:srgbClr val="152E3D"/>
                </a:solidFill>
                <a:latin typeface="Arial"/>
                <a:ea typeface="Arial"/>
                <a:cs typeface="Arial"/>
              </a:defRPr>
            </a:lvl6pPr>
            <a:lvl7pPr>
              <a:defRPr sz="3300" b="1">
                <a:solidFill>
                  <a:srgbClr val="152E3D"/>
                </a:solidFill>
                <a:latin typeface="Arial"/>
                <a:ea typeface="Arial"/>
                <a:cs typeface="Arial"/>
              </a:defRPr>
            </a:lvl7pPr>
            <a:lvl8pPr>
              <a:defRPr sz="3300" b="1">
                <a:solidFill>
                  <a:srgbClr val="152E3D"/>
                </a:solidFill>
                <a:latin typeface="Arial"/>
                <a:ea typeface="Arial"/>
                <a:cs typeface="Arial"/>
              </a:defRPr>
            </a:lvl8pPr>
            <a:lvl9pPr>
              <a:defRPr sz="3300" b="1">
                <a:solidFill>
                  <a:srgbClr val="152E3D"/>
                </a:solidFill>
                <a:latin typeface="Arial"/>
                <a:ea typeface="Arial"/>
                <a:cs typeface="Arial"/>
              </a:defRPr>
            </a:lvl9pPr>
          </a:lstStyle>
          <a:p xmlns:a="http://schemas.openxmlformats.org/drawingml/2006/main">
            <a:pPr>
              <a:defRPr sz="3300" b="1">
                <a:solidFill>
                  <a:srgbClr val="152E3D"/>
                </a:solidFill>
                <a:latin typeface="Arial"/>
                <a:ea typeface="Arial"/>
                <a:cs typeface="Arial"/>
              </a:defRPr>
            </a:pPr>
            <a:r>
              <a:rPr sz="3300" b="1">
                <a:solidFill>
                  <a:srgbClr val="152E3D"/>
                </a:solidFill>
                <a:latin typeface="Arial"/>
                <a:ea typeface="Arial"/>
                <a:cs typeface="Arial"/>
              </a:rPr>
              <a:t>DSL ve PPL nereden çalıştırılır?</a:t>
            </a:r>
          </a:p>
        </p:txBody>
      </p:sp>
      <p:sp>
        <p:nvSpPr>
          <p:cNvPr id="2" name="">
            <a:extLst xmlns:a="http://schemas.openxmlformats.org/drawingml/2006/main">
              <a:ext uri="{FF2B5EF4-FFF2-40B4-BE49-F238E27FC236}">
                <a16:creationId xmlns:a16="http://schemas.microsoft.com/office/drawing/2014/main" id="{22534B85-17F0-4736-A9E1-50FEA19AC623}"/>
              </a:ext>
            </a:extLst>
          </p:cNvPr>
          <p:cNvSpPr>
            <a:spLocks xmlns:a="http://schemas.openxmlformats.org/drawingml/2006/main" noGrp="1"/>
          </p:cNvSpPr>
          <p:nvPr/>
        </p:nvSpPr>
        <p:spPr>
          <a:xfrm xmlns:a="http://schemas.openxmlformats.org/drawingml/2006/main">
            <a:off x="647700" y="1466850"/>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00" b="1">
                <a:solidFill>
                  <a:srgbClr val="007F83"/>
                </a:solidFill>
                <a:latin typeface="Arial"/>
                <a:ea typeface="Arial"/>
                <a:cs typeface="Arial"/>
              </a:defRPr>
            </a:defPPr>
            <a:lvl1pPr>
              <a:defRPr sz="2400" b="1">
                <a:solidFill>
                  <a:srgbClr val="007F83"/>
                </a:solidFill>
                <a:latin typeface="Arial"/>
                <a:ea typeface="Arial"/>
                <a:cs typeface="Arial"/>
              </a:defRPr>
            </a:lvl1pPr>
            <a:lvl2pPr>
              <a:defRPr sz="2400" b="1">
                <a:solidFill>
                  <a:srgbClr val="007F83"/>
                </a:solidFill>
                <a:latin typeface="Arial"/>
                <a:ea typeface="Arial"/>
                <a:cs typeface="Arial"/>
              </a:defRPr>
            </a:lvl2pPr>
            <a:lvl3pPr>
              <a:defRPr sz="2400" b="1">
                <a:solidFill>
                  <a:srgbClr val="007F83"/>
                </a:solidFill>
                <a:latin typeface="Arial"/>
                <a:ea typeface="Arial"/>
                <a:cs typeface="Arial"/>
              </a:defRPr>
            </a:lvl3pPr>
            <a:lvl4pPr>
              <a:defRPr sz="2400" b="1">
                <a:solidFill>
                  <a:srgbClr val="007F83"/>
                </a:solidFill>
                <a:latin typeface="Arial"/>
                <a:ea typeface="Arial"/>
                <a:cs typeface="Arial"/>
              </a:defRPr>
            </a:lvl4pPr>
            <a:lvl5pPr>
              <a:defRPr sz="2400" b="1">
                <a:solidFill>
                  <a:srgbClr val="007F83"/>
                </a:solidFill>
                <a:latin typeface="Arial"/>
                <a:ea typeface="Arial"/>
                <a:cs typeface="Arial"/>
              </a:defRPr>
            </a:lvl5pPr>
            <a:lvl6pPr>
              <a:defRPr sz="2400" b="1">
                <a:solidFill>
                  <a:srgbClr val="007F83"/>
                </a:solidFill>
                <a:latin typeface="Arial"/>
                <a:ea typeface="Arial"/>
                <a:cs typeface="Arial"/>
              </a:defRPr>
            </a:lvl6pPr>
            <a:lvl7pPr>
              <a:defRPr sz="2400" b="1">
                <a:solidFill>
                  <a:srgbClr val="007F83"/>
                </a:solidFill>
                <a:latin typeface="Arial"/>
                <a:ea typeface="Arial"/>
                <a:cs typeface="Arial"/>
              </a:defRPr>
            </a:lvl7pPr>
            <a:lvl8pPr>
              <a:defRPr sz="2400" b="1">
                <a:solidFill>
                  <a:srgbClr val="007F83"/>
                </a:solidFill>
                <a:latin typeface="Arial"/>
                <a:ea typeface="Arial"/>
                <a:cs typeface="Arial"/>
              </a:defRPr>
            </a:lvl8pPr>
            <a:lvl9pPr>
              <a:defRPr sz="2400" b="1">
                <a:solidFill>
                  <a:srgbClr val="007F83"/>
                </a:solidFill>
                <a:latin typeface="Arial"/>
                <a:ea typeface="Arial"/>
                <a:cs typeface="Arial"/>
              </a:defRPr>
            </a:lvl9pPr>
          </a:lstStyle>
          <a:p xmlns:a="http://schemas.openxmlformats.org/drawingml/2006/main">
            <a:pPr>
              <a:defRPr sz="2400" b="1">
                <a:solidFill>
                  <a:srgbClr val="007F83"/>
                </a:solidFill>
                <a:latin typeface="Arial"/>
                <a:ea typeface="Arial"/>
                <a:cs typeface="Arial"/>
              </a:defRPr>
            </a:pPr>
            <a:r>
              <a:rPr sz="2400" b="1">
                <a:solidFill>
                  <a:srgbClr val="007F83"/>
                </a:solidFill>
                <a:latin typeface="Arial"/>
                <a:ea typeface="Arial"/>
                <a:cs typeface="Arial"/>
              </a:rPr>
              <a:t>Query DSL</a:t>
            </a:r>
          </a:p>
        </p:txBody>
      </p:sp>
      <p:sp>
        <p:nvSpPr>
          <p:cNvPr id="3" name="">
            <a:extLst xmlns:a="http://schemas.openxmlformats.org/drawingml/2006/main">
              <a:ext uri="{FF2B5EF4-FFF2-40B4-BE49-F238E27FC236}">
                <a16:creationId xmlns:a16="http://schemas.microsoft.com/office/drawing/2014/main" id="{A768C363-9C89-43C1-ACBF-DEFE81FF8C00}"/>
              </a:ext>
            </a:extLst>
          </p:cNvPr>
          <p:cNvSpPr>
            <a:spLocks xmlns:a="http://schemas.openxmlformats.org/drawingml/2006/main" noGrp="1"/>
          </p:cNvSpPr>
          <p:nvPr/>
        </p:nvSpPr>
        <p:spPr>
          <a:xfrm xmlns:a="http://schemas.openxmlformats.org/drawingml/2006/main">
            <a:off x="647700" y="2066925"/>
            <a:ext cx="5048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152E3D"/>
                </a:solidFill>
                <a:latin typeface="Arial"/>
                <a:ea typeface="Arial"/>
                <a:cs typeface="Arial"/>
              </a:defRPr>
            </a:defPPr>
            <a:lvl1pPr>
              <a:defRPr sz="2025" b="1">
                <a:solidFill>
                  <a:srgbClr val="152E3D"/>
                </a:solidFill>
                <a:latin typeface="Arial"/>
                <a:ea typeface="Arial"/>
                <a:cs typeface="Arial"/>
              </a:defRPr>
            </a:lvl1pPr>
            <a:lvl2pPr>
              <a:defRPr sz="2025" b="1">
                <a:solidFill>
                  <a:srgbClr val="152E3D"/>
                </a:solidFill>
                <a:latin typeface="Arial"/>
                <a:ea typeface="Arial"/>
                <a:cs typeface="Arial"/>
              </a:defRPr>
            </a:lvl2pPr>
            <a:lvl3pPr>
              <a:defRPr sz="2025" b="1">
                <a:solidFill>
                  <a:srgbClr val="152E3D"/>
                </a:solidFill>
                <a:latin typeface="Arial"/>
                <a:ea typeface="Arial"/>
                <a:cs typeface="Arial"/>
              </a:defRPr>
            </a:lvl3pPr>
            <a:lvl4pPr>
              <a:defRPr sz="2025" b="1">
                <a:solidFill>
                  <a:srgbClr val="152E3D"/>
                </a:solidFill>
                <a:latin typeface="Arial"/>
                <a:ea typeface="Arial"/>
                <a:cs typeface="Arial"/>
              </a:defRPr>
            </a:lvl4pPr>
            <a:lvl5pPr>
              <a:defRPr sz="2025" b="1">
                <a:solidFill>
                  <a:srgbClr val="152E3D"/>
                </a:solidFill>
                <a:latin typeface="Arial"/>
                <a:ea typeface="Arial"/>
                <a:cs typeface="Arial"/>
              </a:defRPr>
            </a:lvl5pPr>
            <a:lvl6pPr>
              <a:defRPr sz="2025" b="1">
                <a:solidFill>
                  <a:srgbClr val="152E3D"/>
                </a:solidFill>
                <a:latin typeface="Arial"/>
                <a:ea typeface="Arial"/>
                <a:cs typeface="Arial"/>
              </a:defRPr>
            </a:lvl6pPr>
            <a:lvl7pPr>
              <a:defRPr sz="2025" b="1">
                <a:solidFill>
                  <a:srgbClr val="152E3D"/>
                </a:solidFill>
                <a:latin typeface="Arial"/>
                <a:ea typeface="Arial"/>
                <a:cs typeface="Arial"/>
              </a:defRPr>
            </a:lvl7pPr>
            <a:lvl8pPr>
              <a:defRPr sz="2025" b="1">
                <a:solidFill>
                  <a:srgbClr val="152E3D"/>
                </a:solidFill>
                <a:latin typeface="Arial"/>
                <a:ea typeface="Arial"/>
                <a:cs typeface="Arial"/>
              </a:defRPr>
            </a:lvl8pPr>
            <a:lvl9pPr>
              <a:defRPr sz="2025" b="1">
                <a:solidFill>
                  <a:srgbClr val="152E3D"/>
                </a:solidFill>
                <a:latin typeface="Arial"/>
                <a:ea typeface="Arial"/>
                <a:cs typeface="Arial"/>
              </a:defRPr>
            </a:lvl9pPr>
          </a:lstStyle>
          <a:p xmlns:a="http://schemas.openxmlformats.org/drawingml/2006/main">
            <a:pPr>
              <a:defRPr sz="2025" b="1">
                <a:solidFill>
                  <a:srgbClr val="152E3D"/>
                </a:solidFill>
                <a:latin typeface="Arial"/>
                <a:ea typeface="Arial"/>
                <a:cs typeface="Arial"/>
              </a:defRPr>
            </a:pPr>
            <a:r>
              <a:rPr sz="2025" b="1">
                <a:solidFill>
                  <a:srgbClr val="152E3D"/>
                </a:solidFill>
                <a:latin typeface="Arial"/>
                <a:ea typeface="Arial"/>
                <a:cs typeface="Arial"/>
              </a:rPr>
              <a:t>Dashboards &gt; Dev Tools</a:t>
            </a:r>
          </a:p>
        </p:txBody>
      </p:sp>
      <p:sp>
        <p:nvSpPr>
          <p:cNvPr id="4" name="">
            <a:extLst xmlns:a="http://schemas.openxmlformats.org/drawingml/2006/main">
              <a:ext uri="{FF2B5EF4-FFF2-40B4-BE49-F238E27FC236}">
                <a16:creationId xmlns:a16="http://schemas.microsoft.com/office/drawing/2014/main" id="{540003B7-B62E-485B-9F4E-D875A22949F7}"/>
              </a:ext>
            </a:extLst>
          </p:cNvPr>
          <p:cNvSpPr>
            <a:spLocks xmlns:a="http://schemas.openxmlformats.org/drawingml/2006/main" noGrp="1"/>
          </p:cNvSpPr>
          <p:nvPr/>
        </p:nvSpPr>
        <p:spPr>
          <a:xfrm xmlns:a="http://schemas.openxmlformats.org/drawingml/2006/main">
            <a:off x="647700" y="2752725"/>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875" b="1">
                <a:solidFill>
                  <a:srgbClr val="007F83"/>
                </a:solidFill>
                <a:latin typeface="Courier New"/>
                <a:ea typeface="Courier New"/>
                <a:cs typeface="Courier New"/>
              </a:defRPr>
            </a:defPPr>
            <a:lvl1pPr>
              <a:defRPr sz="1875" b="1">
                <a:solidFill>
                  <a:srgbClr val="007F83"/>
                </a:solidFill>
                <a:latin typeface="Courier New"/>
                <a:ea typeface="Courier New"/>
                <a:cs typeface="Courier New"/>
              </a:defRPr>
            </a:lvl1pPr>
            <a:lvl2pPr>
              <a:defRPr sz="1875" b="1">
                <a:solidFill>
                  <a:srgbClr val="007F83"/>
                </a:solidFill>
                <a:latin typeface="Courier New"/>
                <a:ea typeface="Courier New"/>
                <a:cs typeface="Courier New"/>
              </a:defRPr>
            </a:lvl2pPr>
            <a:lvl3pPr>
              <a:defRPr sz="1875" b="1">
                <a:solidFill>
                  <a:srgbClr val="007F83"/>
                </a:solidFill>
                <a:latin typeface="Courier New"/>
                <a:ea typeface="Courier New"/>
                <a:cs typeface="Courier New"/>
              </a:defRPr>
            </a:lvl3pPr>
            <a:lvl4pPr>
              <a:defRPr sz="1875" b="1">
                <a:solidFill>
                  <a:srgbClr val="007F83"/>
                </a:solidFill>
                <a:latin typeface="Courier New"/>
                <a:ea typeface="Courier New"/>
                <a:cs typeface="Courier New"/>
              </a:defRPr>
            </a:lvl4pPr>
            <a:lvl5pPr>
              <a:defRPr sz="1875" b="1">
                <a:solidFill>
                  <a:srgbClr val="007F83"/>
                </a:solidFill>
                <a:latin typeface="Courier New"/>
                <a:ea typeface="Courier New"/>
                <a:cs typeface="Courier New"/>
              </a:defRPr>
            </a:lvl5pPr>
            <a:lvl6pPr>
              <a:defRPr sz="1875" b="1">
                <a:solidFill>
                  <a:srgbClr val="007F83"/>
                </a:solidFill>
                <a:latin typeface="Courier New"/>
                <a:ea typeface="Courier New"/>
                <a:cs typeface="Courier New"/>
              </a:defRPr>
            </a:lvl6pPr>
            <a:lvl7pPr>
              <a:defRPr sz="1875" b="1">
                <a:solidFill>
                  <a:srgbClr val="007F83"/>
                </a:solidFill>
                <a:latin typeface="Courier New"/>
                <a:ea typeface="Courier New"/>
                <a:cs typeface="Courier New"/>
              </a:defRPr>
            </a:lvl7pPr>
            <a:lvl8pPr>
              <a:defRPr sz="1875" b="1">
                <a:solidFill>
                  <a:srgbClr val="007F83"/>
                </a:solidFill>
                <a:latin typeface="Courier New"/>
                <a:ea typeface="Courier New"/>
                <a:cs typeface="Courier New"/>
              </a:defRPr>
            </a:lvl8pPr>
            <a:lvl9pPr>
              <a:defRPr sz="1875" b="1">
                <a:solidFill>
                  <a:srgbClr val="007F83"/>
                </a:solidFill>
                <a:latin typeface="Courier New"/>
                <a:ea typeface="Courier New"/>
                <a:cs typeface="Courier New"/>
              </a:defRPr>
            </a:lvl9pPr>
          </a:lstStyle>
          <a:p xmlns:a="http://schemas.openxmlformats.org/drawingml/2006/main">
            <a:pPr>
              <a:defRPr sz="1875" b="1">
                <a:solidFill>
                  <a:srgbClr val="007F83"/>
                </a:solidFill>
                <a:latin typeface="Courier New"/>
                <a:ea typeface="Courier New"/>
                <a:cs typeface="Courier New"/>
              </a:defRPr>
            </a:pPr>
            <a:r>
              <a:rPr sz="1875" b="1">
                <a:solidFill>
                  <a:srgbClr val="007F83"/>
                </a:solidFill>
                <a:latin typeface="Courier New"/>
                <a:ea typeface="Courier New"/>
                <a:cs typeface="Courier New"/>
              </a:rPr>
              <a:t>POST /logs_demo/_search</a:t>
            </a:r>
          </a:p>
        </p:txBody>
      </p:sp>
      <p:sp>
        <p:nvSpPr>
          <p:cNvPr id="5" name="">
            <a:extLst xmlns:a="http://schemas.openxmlformats.org/drawingml/2006/main">
              <a:ext uri="{FF2B5EF4-FFF2-40B4-BE49-F238E27FC236}">
                <a16:creationId xmlns:a16="http://schemas.microsoft.com/office/drawing/2014/main" id="{4099F661-D14D-4C55-8492-616339C3DBD3}"/>
              </a:ext>
            </a:extLst>
          </p:cNvPr>
          <p:cNvSpPr>
            <a:spLocks xmlns:a="http://schemas.openxmlformats.org/drawingml/2006/main" noGrp="1"/>
          </p:cNvSpPr>
          <p:nvPr/>
        </p:nvSpPr>
        <p:spPr>
          <a:xfrm xmlns:a="http://schemas.openxmlformats.org/drawingml/2006/main">
            <a:off x="647700" y="3362325"/>
            <a:ext cx="5048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50616A"/>
                </a:solidFill>
                <a:latin typeface="Arial"/>
                <a:ea typeface="Arial"/>
                <a:cs typeface="Arial"/>
              </a:defRPr>
            </a:defPPr>
            <a:lvl1pPr>
              <a:defRPr sz="2025" b="0">
                <a:solidFill>
                  <a:srgbClr val="50616A"/>
                </a:solidFill>
                <a:latin typeface="Arial"/>
                <a:ea typeface="Arial"/>
                <a:cs typeface="Arial"/>
              </a:defRPr>
            </a:lvl1pPr>
            <a:lvl2pPr>
              <a:defRPr sz="2025" b="0">
                <a:solidFill>
                  <a:srgbClr val="50616A"/>
                </a:solidFill>
                <a:latin typeface="Arial"/>
                <a:ea typeface="Arial"/>
                <a:cs typeface="Arial"/>
              </a:defRPr>
            </a:lvl2pPr>
            <a:lvl3pPr>
              <a:defRPr sz="2025" b="0">
                <a:solidFill>
                  <a:srgbClr val="50616A"/>
                </a:solidFill>
                <a:latin typeface="Arial"/>
                <a:ea typeface="Arial"/>
                <a:cs typeface="Arial"/>
              </a:defRPr>
            </a:lvl3pPr>
            <a:lvl4pPr>
              <a:defRPr sz="2025" b="0">
                <a:solidFill>
                  <a:srgbClr val="50616A"/>
                </a:solidFill>
                <a:latin typeface="Arial"/>
                <a:ea typeface="Arial"/>
                <a:cs typeface="Arial"/>
              </a:defRPr>
            </a:lvl4pPr>
            <a:lvl5pPr>
              <a:defRPr sz="2025" b="0">
                <a:solidFill>
                  <a:srgbClr val="50616A"/>
                </a:solidFill>
                <a:latin typeface="Arial"/>
                <a:ea typeface="Arial"/>
                <a:cs typeface="Arial"/>
              </a:defRPr>
            </a:lvl5pPr>
            <a:lvl6pPr>
              <a:defRPr sz="2025" b="0">
                <a:solidFill>
                  <a:srgbClr val="50616A"/>
                </a:solidFill>
                <a:latin typeface="Arial"/>
                <a:ea typeface="Arial"/>
                <a:cs typeface="Arial"/>
              </a:defRPr>
            </a:lvl6pPr>
            <a:lvl7pPr>
              <a:defRPr sz="2025" b="0">
                <a:solidFill>
                  <a:srgbClr val="50616A"/>
                </a:solidFill>
                <a:latin typeface="Arial"/>
                <a:ea typeface="Arial"/>
                <a:cs typeface="Arial"/>
              </a:defRPr>
            </a:lvl7pPr>
            <a:lvl8pPr>
              <a:defRPr sz="2025" b="0">
                <a:solidFill>
                  <a:srgbClr val="50616A"/>
                </a:solidFill>
                <a:latin typeface="Arial"/>
                <a:ea typeface="Arial"/>
                <a:cs typeface="Arial"/>
              </a:defRPr>
            </a:lvl8pPr>
            <a:lvl9pPr>
              <a:defRPr sz="2025" b="0">
                <a:solidFill>
                  <a:srgbClr val="50616A"/>
                </a:solidFill>
                <a:latin typeface="Arial"/>
                <a:ea typeface="Arial"/>
                <a:cs typeface="Arial"/>
              </a:defRPr>
            </a:lvl9pPr>
          </a:lstStyle>
          <a:p xmlns:a="http://schemas.openxmlformats.org/drawingml/2006/main">
            <a:pPr>
              <a:defRPr sz="2025" b="0">
                <a:solidFill>
                  <a:srgbClr val="50616A"/>
                </a:solidFill>
                <a:latin typeface="Arial"/>
                <a:ea typeface="Arial"/>
                <a:cs typeface="Arial"/>
              </a:defRPr>
            </a:pPr>
            <a:r>
              <a:rPr sz="2025" b="0">
                <a:solidFill>
                  <a:srgbClr val="50616A"/>
                </a:solidFill>
                <a:latin typeface="Arial"/>
                <a:ea typeface="Arial"/>
                <a:cs typeface="Arial"/>
              </a:rPr>
              <a:t>JSON sorgu gövdesi.</a:t>
            </a:r>
          </a:p>
          <a:p xmlns:a="http://schemas.openxmlformats.org/drawingml/2006/main">
            <a:pPr>
              <a:defRPr sz="2025" b="0">
                <a:solidFill>
                  <a:srgbClr val="50616A"/>
                </a:solidFill>
                <a:latin typeface="Arial"/>
                <a:ea typeface="Arial"/>
                <a:cs typeface="Arial"/>
              </a:defRPr>
            </a:pPr>
            <a:r>
              <a:rPr sz="2025" b="0">
                <a:solidFill>
                  <a:srgbClr val="50616A"/>
                </a:solidFill>
                <a:latin typeface="Arial"/>
                <a:ea typeface="Arial"/>
                <a:cs typeface="Arial"/>
              </a:rPr>
              <a:t>Dev Tools ve uygulama API’si aynı</a:t>
            </a:r>
          </a:p>
          <a:p xmlns:a="http://schemas.openxmlformats.org/drawingml/2006/main">
            <a:pPr>
              <a:defRPr sz="2025" b="0">
                <a:solidFill>
                  <a:srgbClr val="50616A"/>
                </a:solidFill>
                <a:latin typeface="Arial"/>
                <a:ea typeface="Arial"/>
                <a:cs typeface="Arial"/>
              </a:defRPr>
            </a:pPr>
            <a:r>
              <a:rPr sz="2025" b="0">
                <a:solidFill>
                  <a:srgbClr val="50616A"/>
                </a:solidFill>
                <a:latin typeface="Arial"/>
                <a:ea typeface="Arial"/>
                <a:cs typeface="Arial"/>
              </a:rPr>
              <a:t>Search API üzerinden çalışır.</a:t>
            </a:r>
          </a:p>
        </p:txBody>
      </p:sp>
      <p:sp>
        <p:nvSpPr>
          <p:cNvPr id="6" name="">
            <a:extLst xmlns:a="http://schemas.openxmlformats.org/drawingml/2006/main">
              <a:ext uri="{FF2B5EF4-FFF2-40B4-BE49-F238E27FC236}">
                <a16:creationId xmlns:a16="http://schemas.microsoft.com/office/drawing/2014/main" id="{FDC5CE20-FB5F-4903-A899-4F3AA6AC5E78}"/>
              </a:ext>
            </a:extLst>
          </p:cNvPr>
          <p:cNvSpPr>
            <a:spLocks xmlns:a="http://schemas.openxmlformats.org/drawingml/2006/main" noGrp="1"/>
          </p:cNvSpPr>
          <p:nvPr/>
        </p:nvSpPr>
        <p:spPr>
          <a:xfrm xmlns:a="http://schemas.openxmlformats.org/drawingml/2006/main">
            <a:off x="6400800" y="1466850"/>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00" b="1">
                <a:solidFill>
                  <a:srgbClr val="007F83"/>
                </a:solidFill>
                <a:latin typeface="Arial"/>
                <a:ea typeface="Arial"/>
                <a:cs typeface="Arial"/>
              </a:defRPr>
            </a:defPPr>
            <a:lvl1pPr>
              <a:defRPr sz="2400" b="1">
                <a:solidFill>
                  <a:srgbClr val="007F83"/>
                </a:solidFill>
                <a:latin typeface="Arial"/>
                <a:ea typeface="Arial"/>
                <a:cs typeface="Arial"/>
              </a:defRPr>
            </a:lvl1pPr>
            <a:lvl2pPr>
              <a:defRPr sz="2400" b="1">
                <a:solidFill>
                  <a:srgbClr val="007F83"/>
                </a:solidFill>
                <a:latin typeface="Arial"/>
                <a:ea typeface="Arial"/>
                <a:cs typeface="Arial"/>
              </a:defRPr>
            </a:lvl2pPr>
            <a:lvl3pPr>
              <a:defRPr sz="2400" b="1">
                <a:solidFill>
                  <a:srgbClr val="007F83"/>
                </a:solidFill>
                <a:latin typeface="Arial"/>
                <a:ea typeface="Arial"/>
                <a:cs typeface="Arial"/>
              </a:defRPr>
            </a:lvl3pPr>
            <a:lvl4pPr>
              <a:defRPr sz="2400" b="1">
                <a:solidFill>
                  <a:srgbClr val="007F83"/>
                </a:solidFill>
                <a:latin typeface="Arial"/>
                <a:ea typeface="Arial"/>
                <a:cs typeface="Arial"/>
              </a:defRPr>
            </a:lvl4pPr>
            <a:lvl5pPr>
              <a:defRPr sz="2400" b="1">
                <a:solidFill>
                  <a:srgbClr val="007F83"/>
                </a:solidFill>
                <a:latin typeface="Arial"/>
                <a:ea typeface="Arial"/>
                <a:cs typeface="Arial"/>
              </a:defRPr>
            </a:lvl5pPr>
            <a:lvl6pPr>
              <a:defRPr sz="2400" b="1">
                <a:solidFill>
                  <a:srgbClr val="007F83"/>
                </a:solidFill>
                <a:latin typeface="Arial"/>
                <a:ea typeface="Arial"/>
                <a:cs typeface="Arial"/>
              </a:defRPr>
            </a:lvl6pPr>
            <a:lvl7pPr>
              <a:defRPr sz="2400" b="1">
                <a:solidFill>
                  <a:srgbClr val="007F83"/>
                </a:solidFill>
                <a:latin typeface="Arial"/>
                <a:ea typeface="Arial"/>
                <a:cs typeface="Arial"/>
              </a:defRPr>
            </a:lvl7pPr>
            <a:lvl8pPr>
              <a:defRPr sz="2400" b="1">
                <a:solidFill>
                  <a:srgbClr val="007F83"/>
                </a:solidFill>
                <a:latin typeface="Arial"/>
                <a:ea typeface="Arial"/>
                <a:cs typeface="Arial"/>
              </a:defRPr>
            </a:lvl8pPr>
            <a:lvl9pPr>
              <a:defRPr sz="2400" b="1">
                <a:solidFill>
                  <a:srgbClr val="007F83"/>
                </a:solidFill>
                <a:latin typeface="Arial"/>
                <a:ea typeface="Arial"/>
                <a:cs typeface="Arial"/>
              </a:defRPr>
            </a:lvl9pPr>
          </a:lstStyle>
          <a:p xmlns:a="http://schemas.openxmlformats.org/drawingml/2006/main">
            <a:pPr>
              <a:defRPr sz="2400" b="1">
                <a:solidFill>
                  <a:srgbClr val="007F83"/>
                </a:solidFill>
                <a:latin typeface="Arial"/>
                <a:ea typeface="Arial"/>
                <a:cs typeface="Arial"/>
              </a:defRPr>
            </a:pPr>
            <a:r>
              <a:rPr sz="2400" b="1">
                <a:solidFill>
                  <a:srgbClr val="007F83"/>
                </a:solidFill>
                <a:latin typeface="Arial"/>
                <a:ea typeface="Arial"/>
                <a:cs typeface="Arial"/>
              </a:rPr>
              <a:t>PPL</a:t>
            </a:r>
          </a:p>
        </p:txBody>
      </p:sp>
      <p:sp>
        <p:nvSpPr>
          <p:cNvPr id="7" name="">
            <a:extLst xmlns:a="http://schemas.openxmlformats.org/drawingml/2006/main">
              <a:ext uri="{FF2B5EF4-FFF2-40B4-BE49-F238E27FC236}">
                <a16:creationId xmlns:a16="http://schemas.microsoft.com/office/drawing/2014/main" id="{179AD309-A221-47E2-90C1-95455EBAD592}"/>
              </a:ext>
            </a:extLst>
          </p:cNvPr>
          <p:cNvSpPr>
            <a:spLocks xmlns:a="http://schemas.openxmlformats.org/drawingml/2006/main" noGrp="1"/>
          </p:cNvSpPr>
          <p:nvPr/>
        </p:nvSpPr>
        <p:spPr>
          <a:xfrm xmlns:a="http://schemas.openxmlformats.org/drawingml/2006/main">
            <a:off x="6400800" y="2066925"/>
            <a:ext cx="5143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152E3D"/>
                </a:solidFill>
                <a:latin typeface="Arial"/>
                <a:ea typeface="Arial"/>
                <a:cs typeface="Arial"/>
              </a:defRPr>
            </a:defPPr>
            <a:lvl1pPr>
              <a:defRPr sz="2025" b="1">
                <a:solidFill>
                  <a:srgbClr val="152E3D"/>
                </a:solidFill>
                <a:latin typeface="Arial"/>
                <a:ea typeface="Arial"/>
                <a:cs typeface="Arial"/>
              </a:defRPr>
            </a:lvl1pPr>
            <a:lvl2pPr>
              <a:defRPr sz="2025" b="1">
                <a:solidFill>
                  <a:srgbClr val="152E3D"/>
                </a:solidFill>
                <a:latin typeface="Arial"/>
                <a:ea typeface="Arial"/>
                <a:cs typeface="Arial"/>
              </a:defRPr>
            </a:lvl2pPr>
            <a:lvl3pPr>
              <a:defRPr sz="2025" b="1">
                <a:solidFill>
                  <a:srgbClr val="152E3D"/>
                </a:solidFill>
                <a:latin typeface="Arial"/>
                <a:ea typeface="Arial"/>
                <a:cs typeface="Arial"/>
              </a:defRPr>
            </a:lvl3pPr>
            <a:lvl4pPr>
              <a:defRPr sz="2025" b="1">
                <a:solidFill>
                  <a:srgbClr val="152E3D"/>
                </a:solidFill>
                <a:latin typeface="Arial"/>
                <a:ea typeface="Arial"/>
                <a:cs typeface="Arial"/>
              </a:defRPr>
            </a:lvl4pPr>
            <a:lvl5pPr>
              <a:defRPr sz="2025" b="1">
                <a:solidFill>
                  <a:srgbClr val="152E3D"/>
                </a:solidFill>
                <a:latin typeface="Arial"/>
                <a:ea typeface="Arial"/>
                <a:cs typeface="Arial"/>
              </a:defRPr>
            </a:lvl5pPr>
            <a:lvl6pPr>
              <a:defRPr sz="2025" b="1">
                <a:solidFill>
                  <a:srgbClr val="152E3D"/>
                </a:solidFill>
                <a:latin typeface="Arial"/>
                <a:ea typeface="Arial"/>
                <a:cs typeface="Arial"/>
              </a:defRPr>
            </a:lvl6pPr>
            <a:lvl7pPr>
              <a:defRPr sz="2025" b="1">
                <a:solidFill>
                  <a:srgbClr val="152E3D"/>
                </a:solidFill>
                <a:latin typeface="Arial"/>
                <a:ea typeface="Arial"/>
                <a:cs typeface="Arial"/>
              </a:defRPr>
            </a:lvl7pPr>
            <a:lvl8pPr>
              <a:defRPr sz="2025" b="1">
                <a:solidFill>
                  <a:srgbClr val="152E3D"/>
                </a:solidFill>
                <a:latin typeface="Arial"/>
                <a:ea typeface="Arial"/>
                <a:cs typeface="Arial"/>
              </a:defRPr>
            </a:lvl8pPr>
            <a:lvl9pPr>
              <a:defRPr sz="2025" b="1">
                <a:solidFill>
                  <a:srgbClr val="152E3D"/>
                </a:solidFill>
                <a:latin typeface="Arial"/>
                <a:ea typeface="Arial"/>
                <a:cs typeface="Arial"/>
              </a:defRPr>
            </a:lvl9pPr>
          </a:lstStyle>
          <a:p xmlns:a="http://schemas.openxmlformats.org/drawingml/2006/main">
            <a:pPr>
              <a:defRPr sz="2025" b="1">
                <a:solidFill>
                  <a:srgbClr val="152E3D"/>
                </a:solidFill>
                <a:latin typeface="Arial"/>
                <a:ea typeface="Arial"/>
                <a:cs typeface="Arial"/>
              </a:defRPr>
            </a:pPr>
            <a:r>
              <a:rPr sz="2025" b="1">
                <a:solidFill>
                  <a:srgbClr val="152E3D"/>
                </a:solidFill>
                <a:latin typeface="Arial"/>
                <a:ea typeface="Arial"/>
                <a:cs typeface="Arial"/>
              </a:rPr>
              <a:t>OpenSearch Plugins</a:t>
            </a:r>
          </a:p>
          <a:p xmlns:a="http://schemas.openxmlformats.org/drawingml/2006/main">
            <a:pPr>
              <a:defRPr sz="2025" b="1">
                <a:solidFill>
                  <a:srgbClr val="152E3D"/>
                </a:solidFill>
                <a:latin typeface="Arial"/>
                <a:ea typeface="Arial"/>
                <a:cs typeface="Arial"/>
              </a:defRPr>
            </a:pPr>
            <a:r>
              <a:rPr sz="2025" b="1">
                <a:solidFill>
                  <a:srgbClr val="152E3D"/>
                </a:solidFill>
                <a:latin typeface="Arial"/>
                <a:ea typeface="Arial"/>
                <a:cs typeface="Arial"/>
              </a:rPr>
              <a:t>&gt; Query Workbench &gt; PPL</a:t>
            </a:r>
          </a:p>
        </p:txBody>
      </p:sp>
      <p:sp>
        <p:nvSpPr>
          <p:cNvPr id="8" name="">
            <a:extLst xmlns:a="http://schemas.openxmlformats.org/drawingml/2006/main">
              <a:ext uri="{FF2B5EF4-FFF2-40B4-BE49-F238E27FC236}">
                <a16:creationId xmlns:a16="http://schemas.microsoft.com/office/drawing/2014/main" id="{C2D7FA0F-F26F-4CCD-88D6-7FE956FB639F}"/>
              </a:ext>
            </a:extLst>
          </p:cNvPr>
          <p:cNvSpPr>
            <a:spLocks xmlns:a="http://schemas.openxmlformats.org/drawingml/2006/main" noGrp="1"/>
          </p:cNvSpPr>
          <p:nvPr/>
        </p:nvSpPr>
        <p:spPr>
          <a:xfrm xmlns:a="http://schemas.openxmlformats.org/drawingml/2006/main">
            <a:off x="6400800" y="3067050"/>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875" b="1">
                <a:solidFill>
                  <a:srgbClr val="007F83"/>
                </a:solidFill>
                <a:latin typeface="Courier New"/>
                <a:ea typeface="Courier New"/>
                <a:cs typeface="Courier New"/>
              </a:defRPr>
            </a:defPPr>
            <a:lvl1pPr>
              <a:defRPr sz="1875" b="1">
                <a:solidFill>
                  <a:srgbClr val="007F83"/>
                </a:solidFill>
                <a:latin typeface="Courier New"/>
                <a:ea typeface="Courier New"/>
                <a:cs typeface="Courier New"/>
              </a:defRPr>
            </a:lvl1pPr>
            <a:lvl2pPr>
              <a:defRPr sz="1875" b="1">
                <a:solidFill>
                  <a:srgbClr val="007F83"/>
                </a:solidFill>
                <a:latin typeface="Courier New"/>
                <a:ea typeface="Courier New"/>
                <a:cs typeface="Courier New"/>
              </a:defRPr>
            </a:lvl2pPr>
            <a:lvl3pPr>
              <a:defRPr sz="1875" b="1">
                <a:solidFill>
                  <a:srgbClr val="007F83"/>
                </a:solidFill>
                <a:latin typeface="Courier New"/>
                <a:ea typeface="Courier New"/>
                <a:cs typeface="Courier New"/>
              </a:defRPr>
            </a:lvl3pPr>
            <a:lvl4pPr>
              <a:defRPr sz="1875" b="1">
                <a:solidFill>
                  <a:srgbClr val="007F83"/>
                </a:solidFill>
                <a:latin typeface="Courier New"/>
                <a:ea typeface="Courier New"/>
                <a:cs typeface="Courier New"/>
              </a:defRPr>
            </a:lvl4pPr>
            <a:lvl5pPr>
              <a:defRPr sz="1875" b="1">
                <a:solidFill>
                  <a:srgbClr val="007F83"/>
                </a:solidFill>
                <a:latin typeface="Courier New"/>
                <a:ea typeface="Courier New"/>
                <a:cs typeface="Courier New"/>
              </a:defRPr>
            </a:lvl5pPr>
            <a:lvl6pPr>
              <a:defRPr sz="1875" b="1">
                <a:solidFill>
                  <a:srgbClr val="007F83"/>
                </a:solidFill>
                <a:latin typeface="Courier New"/>
                <a:ea typeface="Courier New"/>
                <a:cs typeface="Courier New"/>
              </a:defRPr>
            </a:lvl6pPr>
            <a:lvl7pPr>
              <a:defRPr sz="1875" b="1">
                <a:solidFill>
                  <a:srgbClr val="007F83"/>
                </a:solidFill>
                <a:latin typeface="Courier New"/>
                <a:ea typeface="Courier New"/>
                <a:cs typeface="Courier New"/>
              </a:defRPr>
            </a:lvl7pPr>
            <a:lvl8pPr>
              <a:defRPr sz="1875" b="1">
                <a:solidFill>
                  <a:srgbClr val="007F83"/>
                </a:solidFill>
                <a:latin typeface="Courier New"/>
                <a:ea typeface="Courier New"/>
                <a:cs typeface="Courier New"/>
              </a:defRPr>
            </a:lvl8pPr>
            <a:lvl9pPr>
              <a:defRPr sz="1875" b="1">
                <a:solidFill>
                  <a:srgbClr val="007F83"/>
                </a:solidFill>
                <a:latin typeface="Courier New"/>
                <a:ea typeface="Courier New"/>
                <a:cs typeface="Courier New"/>
              </a:defRPr>
            </a:lvl9pPr>
          </a:lstStyle>
          <a:p xmlns:a="http://schemas.openxmlformats.org/drawingml/2006/main">
            <a:pPr>
              <a:defRPr sz="1875" b="1">
                <a:solidFill>
                  <a:srgbClr val="007F83"/>
                </a:solidFill>
                <a:latin typeface="Courier New"/>
                <a:ea typeface="Courier New"/>
                <a:cs typeface="Courier New"/>
              </a:defRPr>
            </a:pPr>
            <a:r>
              <a:rPr sz="1875" b="1">
                <a:solidFill>
                  <a:srgbClr val="007F83"/>
                </a:solidFill>
                <a:latin typeface="Courier New"/>
                <a:ea typeface="Courier New"/>
                <a:cs typeface="Courier New"/>
              </a:rPr>
              <a:t>POST /_plugins/_ppl</a:t>
            </a:r>
          </a:p>
        </p:txBody>
      </p:sp>
      <p:sp>
        <p:nvSpPr>
          <p:cNvPr id="9" name="">
            <a:extLst xmlns:a="http://schemas.openxmlformats.org/drawingml/2006/main">
              <a:ext uri="{FF2B5EF4-FFF2-40B4-BE49-F238E27FC236}">
                <a16:creationId xmlns:a16="http://schemas.microsoft.com/office/drawing/2014/main" id="{95D8C5AF-C2F5-4A25-AB2C-B6042F86D6CD}"/>
              </a:ext>
            </a:extLst>
          </p:cNvPr>
          <p:cNvSpPr>
            <a:spLocks xmlns:a="http://schemas.openxmlformats.org/drawingml/2006/main" noGrp="1"/>
          </p:cNvSpPr>
          <p:nvPr/>
        </p:nvSpPr>
        <p:spPr>
          <a:xfrm xmlns:a="http://schemas.openxmlformats.org/drawingml/2006/main">
            <a:off x="6400800" y="3609975"/>
            <a:ext cx="5143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650" b="1">
                <a:solidFill>
                  <a:srgbClr val="007F83"/>
                </a:solidFill>
                <a:latin typeface="Courier New"/>
                <a:ea typeface="Courier New"/>
                <a:cs typeface="Courier New"/>
              </a:defRPr>
            </a:defPPr>
            <a:lvl1pPr>
              <a:defRPr sz="1650" b="1">
                <a:solidFill>
                  <a:srgbClr val="007F83"/>
                </a:solidFill>
                <a:latin typeface="Courier New"/>
                <a:ea typeface="Courier New"/>
                <a:cs typeface="Courier New"/>
              </a:defRPr>
            </a:lvl1pPr>
            <a:lvl2pPr>
              <a:defRPr sz="1650" b="1">
                <a:solidFill>
                  <a:srgbClr val="007F83"/>
                </a:solidFill>
                <a:latin typeface="Courier New"/>
                <a:ea typeface="Courier New"/>
                <a:cs typeface="Courier New"/>
              </a:defRPr>
            </a:lvl2pPr>
            <a:lvl3pPr>
              <a:defRPr sz="1650" b="1">
                <a:solidFill>
                  <a:srgbClr val="007F83"/>
                </a:solidFill>
                <a:latin typeface="Courier New"/>
                <a:ea typeface="Courier New"/>
                <a:cs typeface="Courier New"/>
              </a:defRPr>
            </a:lvl3pPr>
            <a:lvl4pPr>
              <a:defRPr sz="1650" b="1">
                <a:solidFill>
                  <a:srgbClr val="007F83"/>
                </a:solidFill>
                <a:latin typeface="Courier New"/>
                <a:ea typeface="Courier New"/>
                <a:cs typeface="Courier New"/>
              </a:defRPr>
            </a:lvl4pPr>
            <a:lvl5pPr>
              <a:defRPr sz="1650" b="1">
                <a:solidFill>
                  <a:srgbClr val="007F83"/>
                </a:solidFill>
                <a:latin typeface="Courier New"/>
                <a:ea typeface="Courier New"/>
                <a:cs typeface="Courier New"/>
              </a:defRPr>
            </a:lvl5pPr>
            <a:lvl6pPr>
              <a:defRPr sz="1650" b="1">
                <a:solidFill>
                  <a:srgbClr val="007F83"/>
                </a:solidFill>
                <a:latin typeface="Courier New"/>
                <a:ea typeface="Courier New"/>
                <a:cs typeface="Courier New"/>
              </a:defRPr>
            </a:lvl6pPr>
            <a:lvl7pPr>
              <a:defRPr sz="1650" b="1">
                <a:solidFill>
                  <a:srgbClr val="007F83"/>
                </a:solidFill>
                <a:latin typeface="Courier New"/>
                <a:ea typeface="Courier New"/>
                <a:cs typeface="Courier New"/>
              </a:defRPr>
            </a:lvl7pPr>
            <a:lvl8pPr>
              <a:defRPr sz="1650" b="1">
                <a:solidFill>
                  <a:srgbClr val="007F83"/>
                </a:solidFill>
                <a:latin typeface="Courier New"/>
                <a:ea typeface="Courier New"/>
                <a:cs typeface="Courier New"/>
              </a:defRPr>
            </a:lvl8pPr>
            <a:lvl9pPr>
              <a:defRPr sz="1650" b="1">
                <a:solidFill>
                  <a:srgbClr val="007F83"/>
                </a:solidFill>
                <a:latin typeface="Courier New"/>
                <a:ea typeface="Courier New"/>
                <a:cs typeface="Courier New"/>
              </a:defRPr>
            </a:lvl9pPr>
          </a:lstStyle>
          <a:p xmlns:a="http://schemas.openxmlformats.org/drawingml/2006/main">
            <a:pPr>
              <a:defRPr sz="1650" b="1">
                <a:solidFill>
                  <a:srgbClr val="007F83"/>
                </a:solidFill>
                <a:latin typeface="Courier New"/>
                <a:ea typeface="Courier New"/>
                <a:cs typeface="Courier New"/>
              </a:defRPr>
            </a:pPr>
            <a:r>
              <a:rPr sz="1650" b="1">
                <a:solidFill>
                  <a:srgbClr val="007F83"/>
                </a:solidFill>
                <a:latin typeface="Courier New"/>
                <a:ea typeface="Courier New"/>
                <a:cs typeface="Courier New"/>
              </a:rPr>
              <a:t>{"query":"source=logs_demo"}</a:t>
            </a:r>
          </a:p>
        </p:txBody>
      </p:sp>
      <p:sp>
        <p:nvSpPr>
          <p:cNvPr id="10" name="">
            <a:extLst xmlns:a="http://schemas.openxmlformats.org/drawingml/2006/main">
              <a:ext uri="{FF2B5EF4-FFF2-40B4-BE49-F238E27FC236}">
                <a16:creationId xmlns:a16="http://schemas.microsoft.com/office/drawing/2014/main" id="{7EC25B9F-FF50-4CED-8798-25D4E346C4B7}"/>
              </a:ext>
            </a:extLst>
          </p:cNvPr>
          <p:cNvSpPr>
            <a:spLocks xmlns:a="http://schemas.openxmlformats.org/drawingml/2006/main" noGrp="1"/>
          </p:cNvSpPr>
          <p:nvPr/>
        </p:nvSpPr>
        <p:spPr>
          <a:xfrm xmlns:a="http://schemas.openxmlformats.org/drawingml/2006/main">
            <a:off x="6400800" y="4210050"/>
            <a:ext cx="51435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50616A"/>
                </a:solidFill>
                <a:latin typeface="Arial"/>
                <a:ea typeface="Arial"/>
                <a:cs typeface="Arial"/>
              </a:defRPr>
            </a:defPPr>
            <a:lvl1pPr>
              <a:defRPr sz="1875" b="0">
                <a:solidFill>
                  <a:srgbClr val="50616A"/>
                </a:solidFill>
                <a:latin typeface="Arial"/>
                <a:ea typeface="Arial"/>
                <a:cs typeface="Arial"/>
              </a:defRPr>
            </a:lvl1pPr>
            <a:lvl2pPr>
              <a:defRPr sz="1875" b="0">
                <a:solidFill>
                  <a:srgbClr val="50616A"/>
                </a:solidFill>
                <a:latin typeface="Arial"/>
                <a:ea typeface="Arial"/>
                <a:cs typeface="Arial"/>
              </a:defRPr>
            </a:lvl2pPr>
            <a:lvl3pPr>
              <a:defRPr sz="1875" b="0">
                <a:solidFill>
                  <a:srgbClr val="50616A"/>
                </a:solidFill>
                <a:latin typeface="Arial"/>
                <a:ea typeface="Arial"/>
                <a:cs typeface="Arial"/>
              </a:defRPr>
            </a:lvl3pPr>
            <a:lvl4pPr>
              <a:defRPr sz="1875" b="0">
                <a:solidFill>
                  <a:srgbClr val="50616A"/>
                </a:solidFill>
                <a:latin typeface="Arial"/>
                <a:ea typeface="Arial"/>
                <a:cs typeface="Arial"/>
              </a:defRPr>
            </a:lvl4pPr>
            <a:lvl5pPr>
              <a:defRPr sz="1875" b="0">
                <a:solidFill>
                  <a:srgbClr val="50616A"/>
                </a:solidFill>
                <a:latin typeface="Arial"/>
                <a:ea typeface="Arial"/>
                <a:cs typeface="Arial"/>
              </a:defRPr>
            </a:lvl5pPr>
            <a:lvl6pPr>
              <a:defRPr sz="1875" b="0">
                <a:solidFill>
                  <a:srgbClr val="50616A"/>
                </a:solidFill>
                <a:latin typeface="Arial"/>
                <a:ea typeface="Arial"/>
                <a:cs typeface="Arial"/>
              </a:defRPr>
            </a:lvl6pPr>
            <a:lvl7pPr>
              <a:defRPr sz="1875" b="0">
                <a:solidFill>
                  <a:srgbClr val="50616A"/>
                </a:solidFill>
                <a:latin typeface="Arial"/>
                <a:ea typeface="Arial"/>
                <a:cs typeface="Arial"/>
              </a:defRPr>
            </a:lvl7pPr>
            <a:lvl8pPr>
              <a:defRPr sz="1875" b="0">
                <a:solidFill>
                  <a:srgbClr val="50616A"/>
                </a:solidFill>
                <a:latin typeface="Arial"/>
                <a:ea typeface="Arial"/>
                <a:cs typeface="Arial"/>
              </a:defRPr>
            </a:lvl8pPr>
            <a:lvl9pPr>
              <a:defRPr sz="1875" b="0">
                <a:solidFill>
                  <a:srgbClr val="50616A"/>
                </a:solidFill>
                <a:latin typeface="Arial"/>
                <a:ea typeface="Arial"/>
                <a:cs typeface="Arial"/>
              </a:defRPr>
            </a:lvl9pPr>
          </a:lstStyle>
          <a:p xmlns:a="http://schemas.openxmlformats.org/drawingml/2006/main">
            <a:pPr>
              <a:defRPr sz="1875" b="0">
                <a:solidFill>
                  <a:srgbClr val="50616A"/>
                </a:solidFill>
                <a:latin typeface="Arial"/>
                <a:ea typeface="Arial"/>
                <a:cs typeface="Arial"/>
              </a:defRPr>
            </a:pPr>
            <a:r>
              <a:rPr sz="1875" b="0">
                <a:solidFill>
                  <a:srgbClr val="50616A"/>
                </a:solidFill>
                <a:latin typeface="Arial"/>
                <a:ea typeface="Arial"/>
                <a:cs typeface="Arial"/>
              </a:rPr>
              <a:t>SQL/PPL eklentisi gerekir.</a:t>
            </a:r>
          </a:p>
          <a:p xmlns:a="http://schemas.openxmlformats.org/drawingml/2006/main">
            <a:pPr>
              <a:defRPr sz="1875" b="0">
                <a:solidFill>
                  <a:srgbClr val="50616A"/>
                </a:solidFill>
                <a:latin typeface="Arial"/>
                <a:ea typeface="Arial"/>
                <a:cs typeface="Arial"/>
              </a:defRPr>
            </a:pPr>
            <a:r>
              <a:rPr sz="1875" b="0">
                <a:solidFill>
                  <a:srgbClr val="50616A"/>
                </a:solidFill>
                <a:latin typeface="Arial"/>
                <a:ea typeface="Arial"/>
                <a:cs typeface="Arial"/>
              </a:rPr>
              <a:t>Yeni Discover &gt; Logs: 3.5+,</a:t>
            </a:r>
          </a:p>
          <a:p xmlns:a="http://schemas.openxmlformats.org/drawingml/2006/main">
            <a:pPr>
              <a:defRPr sz="1875" b="0">
                <a:solidFill>
                  <a:srgbClr val="50616A"/>
                </a:solidFill>
                <a:latin typeface="Arial"/>
                <a:ea typeface="Arial"/>
                <a:cs typeface="Arial"/>
              </a:defRPr>
            </a:pPr>
            <a:r>
              <a:rPr sz="1875" b="0">
                <a:solidFill>
                  <a:srgbClr val="50616A"/>
                </a:solidFill>
                <a:latin typeface="Arial"/>
                <a:ea typeface="Arial"/>
                <a:cs typeface="Arial"/>
              </a:rPr>
              <a:t>workspace ve yapılandırmaya bağlı.</a:t>
            </a:r>
          </a:p>
        </p:txBody>
      </p:sp>
      <p:sp>
        <p:nvSpPr>
          <p:cNvPr id="11" name="">
            <a:extLst xmlns:a="http://schemas.openxmlformats.org/drawingml/2006/main">
              <a:ext uri="{FF2B5EF4-FFF2-40B4-BE49-F238E27FC236}">
                <a16:creationId xmlns:a16="http://schemas.microsoft.com/office/drawing/2014/main" id="{94C3B223-8EA5-470C-8212-409CA9D919AF}"/>
              </a:ext>
            </a:extLst>
          </p:cNvPr>
          <p:cNvSpPr>
            <a:spLocks xmlns:a="http://schemas.openxmlformats.org/drawingml/2006/main" noGrp="1"/>
          </p:cNvSpPr>
          <p:nvPr/>
        </p:nvSpPr>
        <p:spPr>
          <a:xfrm xmlns:a="http://schemas.openxmlformats.org/drawingml/2006/main">
            <a:off x="647700" y="5810250"/>
            <a:ext cx="10896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1">
                <a:solidFill>
                  <a:srgbClr val="007F83"/>
                </a:solidFill>
                <a:latin typeface="Arial"/>
                <a:ea typeface="Arial"/>
                <a:cs typeface="Arial"/>
              </a:defRPr>
            </a:defPPr>
            <a:lvl1pPr>
              <a:defRPr sz="1875" b="1">
                <a:solidFill>
                  <a:srgbClr val="007F83"/>
                </a:solidFill>
                <a:latin typeface="Arial"/>
                <a:ea typeface="Arial"/>
                <a:cs typeface="Arial"/>
              </a:defRPr>
            </a:lvl1pPr>
            <a:lvl2pPr>
              <a:defRPr sz="1875" b="1">
                <a:solidFill>
                  <a:srgbClr val="007F83"/>
                </a:solidFill>
                <a:latin typeface="Arial"/>
                <a:ea typeface="Arial"/>
                <a:cs typeface="Arial"/>
              </a:defRPr>
            </a:lvl2pPr>
            <a:lvl3pPr>
              <a:defRPr sz="1875" b="1">
                <a:solidFill>
                  <a:srgbClr val="007F83"/>
                </a:solidFill>
                <a:latin typeface="Arial"/>
                <a:ea typeface="Arial"/>
                <a:cs typeface="Arial"/>
              </a:defRPr>
            </a:lvl3pPr>
            <a:lvl4pPr>
              <a:defRPr sz="1875" b="1">
                <a:solidFill>
                  <a:srgbClr val="007F83"/>
                </a:solidFill>
                <a:latin typeface="Arial"/>
                <a:ea typeface="Arial"/>
                <a:cs typeface="Arial"/>
              </a:defRPr>
            </a:lvl4pPr>
            <a:lvl5pPr>
              <a:defRPr sz="1875" b="1">
                <a:solidFill>
                  <a:srgbClr val="007F83"/>
                </a:solidFill>
                <a:latin typeface="Arial"/>
                <a:ea typeface="Arial"/>
                <a:cs typeface="Arial"/>
              </a:defRPr>
            </a:lvl5pPr>
            <a:lvl6pPr>
              <a:defRPr sz="1875" b="1">
                <a:solidFill>
                  <a:srgbClr val="007F83"/>
                </a:solidFill>
                <a:latin typeface="Arial"/>
                <a:ea typeface="Arial"/>
                <a:cs typeface="Arial"/>
              </a:defRPr>
            </a:lvl6pPr>
            <a:lvl7pPr>
              <a:defRPr sz="1875" b="1">
                <a:solidFill>
                  <a:srgbClr val="007F83"/>
                </a:solidFill>
                <a:latin typeface="Arial"/>
                <a:ea typeface="Arial"/>
                <a:cs typeface="Arial"/>
              </a:defRPr>
            </a:lvl7pPr>
            <a:lvl8pPr>
              <a:defRPr sz="1875" b="1">
                <a:solidFill>
                  <a:srgbClr val="007F83"/>
                </a:solidFill>
                <a:latin typeface="Arial"/>
                <a:ea typeface="Arial"/>
                <a:cs typeface="Arial"/>
              </a:defRPr>
            </a:lvl8pPr>
            <a:lvl9pPr>
              <a:defRPr sz="1875" b="1">
                <a:solidFill>
                  <a:srgbClr val="007F83"/>
                </a:solidFill>
                <a:latin typeface="Arial"/>
                <a:ea typeface="Arial"/>
                <a:cs typeface="Arial"/>
              </a:defRPr>
            </a:lvl9pPr>
          </a:lstStyle>
          <a:p xmlns:a="http://schemas.openxmlformats.org/drawingml/2006/main">
            <a:pPr>
              <a:defRPr sz="1875" b="1">
                <a:solidFill>
                  <a:srgbClr val="007F83"/>
                </a:solidFill>
                <a:latin typeface="Arial"/>
                <a:ea typeface="Arial"/>
                <a:cs typeface="Arial"/>
              </a:defRPr>
            </a:pPr>
            <a:r>
              <a:rPr sz="1875" b="1">
                <a:solidFill>
                  <a:srgbClr val="007F83"/>
                </a:solidFill>
                <a:latin typeface="Arial"/>
                <a:ea typeface="Arial"/>
                <a:cs typeface="Arial"/>
              </a:rPr>
              <a:t>API istemcisi: curl, Postman veya SDK. İndeks okuma yetkisi gerekir.</a:t>
            </a:r>
          </a:p>
        </p:txBody>
      </p:sp>
      <p:sp>
        <p:nvSpPr>
          <p:cNvPr id="12" name="">
            <a:extLst xmlns:a="http://schemas.openxmlformats.org/drawingml/2006/main">
              <a:ext uri="{FF2B5EF4-FFF2-40B4-BE49-F238E27FC236}">
                <a16:creationId xmlns:a16="http://schemas.microsoft.com/office/drawing/2014/main" id="{15A9A6C9-FA13-4483-9B39-111158673BFF}"/>
              </a:ext>
            </a:extLst>
          </p:cNvPr>
          <p:cNvSpPr>
            <a:spLocks xmlns:a="http://schemas.openxmlformats.org/drawingml/2006/main" noGrp="1"/>
          </p:cNvSpPr>
          <p:nvPr/>
        </p:nvSpPr>
        <p:spPr>
          <a:xfrm xmlns:a="http://schemas.openxmlformats.org/drawingml/2006/main">
            <a:off x="10858500" y="6429375"/>
            <a:ext cx="714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0616A"/>
                </a:solidFill>
                <a:latin typeface="Arial"/>
                <a:ea typeface="Arial"/>
                <a:cs typeface="Arial"/>
              </a:defRPr>
            </a:defPPr>
            <a:lvl1pPr>
              <a:defRPr sz="1200" b="0">
                <a:solidFill>
                  <a:srgbClr val="50616A"/>
                </a:solidFill>
                <a:latin typeface="Arial"/>
                <a:ea typeface="Arial"/>
                <a:cs typeface="Arial"/>
              </a:defRPr>
            </a:lvl1pPr>
            <a:lvl2pPr>
              <a:defRPr sz="1200" b="0">
                <a:solidFill>
                  <a:srgbClr val="50616A"/>
                </a:solidFill>
                <a:latin typeface="Arial"/>
                <a:ea typeface="Arial"/>
                <a:cs typeface="Arial"/>
              </a:defRPr>
            </a:lvl2pPr>
            <a:lvl3pPr>
              <a:defRPr sz="1200" b="0">
                <a:solidFill>
                  <a:srgbClr val="50616A"/>
                </a:solidFill>
                <a:latin typeface="Arial"/>
                <a:ea typeface="Arial"/>
                <a:cs typeface="Arial"/>
              </a:defRPr>
            </a:lvl3pPr>
            <a:lvl4pPr>
              <a:defRPr sz="1200" b="0">
                <a:solidFill>
                  <a:srgbClr val="50616A"/>
                </a:solidFill>
                <a:latin typeface="Arial"/>
                <a:ea typeface="Arial"/>
                <a:cs typeface="Arial"/>
              </a:defRPr>
            </a:lvl4pPr>
            <a:lvl5pPr>
              <a:defRPr sz="1200" b="0">
                <a:solidFill>
                  <a:srgbClr val="50616A"/>
                </a:solidFill>
                <a:latin typeface="Arial"/>
                <a:ea typeface="Arial"/>
                <a:cs typeface="Arial"/>
              </a:defRPr>
            </a:lvl5pPr>
            <a:lvl6pPr>
              <a:defRPr sz="1200" b="0">
                <a:solidFill>
                  <a:srgbClr val="50616A"/>
                </a:solidFill>
                <a:latin typeface="Arial"/>
                <a:ea typeface="Arial"/>
                <a:cs typeface="Arial"/>
              </a:defRPr>
            </a:lvl6pPr>
            <a:lvl7pPr>
              <a:defRPr sz="1200" b="0">
                <a:solidFill>
                  <a:srgbClr val="50616A"/>
                </a:solidFill>
                <a:latin typeface="Arial"/>
                <a:ea typeface="Arial"/>
                <a:cs typeface="Arial"/>
              </a:defRPr>
            </a:lvl7pPr>
            <a:lvl8pPr>
              <a:defRPr sz="1200" b="0">
                <a:solidFill>
                  <a:srgbClr val="50616A"/>
                </a:solidFill>
                <a:latin typeface="Arial"/>
                <a:ea typeface="Arial"/>
                <a:cs typeface="Arial"/>
              </a:defRPr>
            </a:lvl8pPr>
            <a:lvl9pPr>
              <a:defRPr sz="1200" b="0">
                <a:solidFill>
                  <a:srgbClr val="50616A"/>
                </a:solidFill>
                <a:latin typeface="Arial"/>
                <a:ea typeface="Arial"/>
                <a:cs typeface="Arial"/>
              </a:defRPr>
            </a:lvl9pPr>
          </a:lstStyle>
          <a:p xmlns:a="http://schemas.openxmlformats.org/drawingml/2006/main">
            <a:pPr>
              <a:defRPr sz="1200" b="0">
                <a:solidFill>
                  <a:srgbClr val="50616A"/>
                </a:solidFill>
                <a:latin typeface="Arial"/>
                <a:ea typeface="Arial"/>
                <a:cs typeface="Arial"/>
              </a:defRPr>
            </a:pPr>
            <a:r>
              <a:rPr sz="1200" b="0">
                <a:solidFill>
                  <a:srgbClr val="50616A"/>
                </a:solidFill>
                <a:latin typeface="Arial"/>
                <a:ea typeface="Arial"/>
                <a:cs typeface="Arial"/>
              </a:rPr>
              <a:t>04 / 26</a:t>
            </a:r>
          </a:p>
        </p:txBody>
      </p:sp>
      <p:sp>
        <p:nvSpPr>
          <p:cNvPr id="13" name="">
            <a:extLst xmlns:a="http://schemas.openxmlformats.org/drawingml/2006/main">
              <a:ext uri="{FF2B5EF4-FFF2-40B4-BE49-F238E27FC236}">
                <a16:creationId xmlns:a16="http://schemas.microsoft.com/office/drawing/2014/main" id="{F203FBDB-AB7C-4B51-8DF9-343E29D5E5D4}"/>
              </a:ext>
            </a:extLst>
          </p:cNvPr>
          <p:cNvSpPr>
            <a:spLocks xmlns:a="http://schemas.openxmlformats.org/drawingml/2006/main" noGrp="1"/>
          </p:cNvSpPr>
          <p:nvPr/>
        </p:nvSpPr>
        <p:spPr>
          <a:xfrm xmlns:a="http://schemas.openxmlformats.org/drawingml/2006/main">
            <a:off x="647700" y="6438900"/>
            <a:ext cx="98583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0616A"/>
                </a:solidFill>
                <a:latin typeface="Arial"/>
                <a:ea typeface="Arial"/>
                <a:cs typeface="Arial"/>
              </a:defRPr>
            </a:defPPr>
            <a:lvl1pPr>
              <a:defRPr sz="1050" b="0">
                <a:solidFill>
                  <a:srgbClr val="50616A"/>
                </a:solidFill>
                <a:latin typeface="Arial"/>
                <a:ea typeface="Arial"/>
                <a:cs typeface="Arial"/>
              </a:defRPr>
            </a:lvl1pPr>
            <a:lvl2pPr>
              <a:defRPr sz="1050" b="0">
                <a:solidFill>
                  <a:srgbClr val="50616A"/>
                </a:solidFill>
                <a:latin typeface="Arial"/>
                <a:ea typeface="Arial"/>
                <a:cs typeface="Arial"/>
              </a:defRPr>
            </a:lvl2pPr>
            <a:lvl3pPr>
              <a:defRPr sz="1050" b="0">
                <a:solidFill>
                  <a:srgbClr val="50616A"/>
                </a:solidFill>
                <a:latin typeface="Arial"/>
                <a:ea typeface="Arial"/>
                <a:cs typeface="Arial"/>
              </a:defRPr>
            </a:lvl3pPr>
            <a:lvl4pPr>
              <a:defRPr sz="1050" b="0">
                <a:solidFill>
                  <a:srgbClr val="50616A"/>
                </a:solidFill>
                <a:latin typeface="Arial"/>
                <a:ea typeface="Arial"/>
                <a:cs typeface="Arial"/>
              </a:defRPr>
            </a:lvl4pPr>
            <a:lvl5pPr>
              <a:defRPr sz="1050" b="0">
                <a:solidFill>
                  <a:srgbClr val="50616A"/>
                </a:solidFill>
                <a:latin typeface="Arial"/>
                <a:ea typeface="Arial"/>
                <a:cs typeface="Arial"/>
              </a:defRPr>
            </a:lvl5pPr>
            <a:lvl6pPr>
              <a:defRPr sz="1050" b="0">
                <a:solidFill>
                  <a:srgbClr val="50616A"/>
                </a:solidFill>
                <a:latin typeface="Arial"/>
                <a:ea typeface="Arial"/>
                <a:cs typeface="Arial"/>
              </a:defRPr>
            </a:lvl6pPr>
            <a:lvl7pPr>
              <a:defRPr sz="1050" b="0">
                <a:solidFill>
                  <a:srgbClr val="50616A"/>
                </a:solidFill>
                <a:latin typeface="Arial"/>
                <a:ea typeface="Arial"/>
                <a:cs typeface="Arial"/>
              </a:defRPr>
            </a:lvl7pPr>
            <a:lvl8pPr>
              <a:defRPr sz="1050" b="0">
                <a:solidFill>
                  <a:srgbClr val="50616A"/>
                </a:solidFill>
                <a:latin typeface="Arial"/>
                <a:ea typeface="Arial"/>
                <a:cs typeface="Arial"/>
              </a:defRPr>
            </a:lvl8pPr>
            <a:lvl9pPr>
              <a:defRPr sz="1050" b="0">
                <a:solidFill>
                  <a:srgbClr val="50616A"/>
                </a:solidFill>
                <a:latin typeface="Arial"/>
                <a:ea typeface="Arial"/>
                <a:cs typeface="Arial"/>
              </a:defRPr>
            </a:lvl9pPr>
          </a:lstStyle>
          <a:p xmlns:a="http://schemas.openxmlformats.org/drawingml/2006/main">
            <a:pPr>
              <a:defRPr sz="1050" b="0">
                <a:solidFill>
                  <a:srgbClr val="50616A"/>
                </a:solidFill>
                <a:latin typeface="Arial"/>
                <a:ea typeface="Arial"/>
                <a:cs typeface="Arial"/>
              </a:defRPr>
            </a:pPr>
            <a:r>
              <a:rPr sz="1050">
                <a:solidFill>
                  <a:srgbClr val="50616A"/>
                </a:solidFill>
                <a:latin typeface="Arial"/>
                <a:ea typeface="Arial"/>
                <a:cs typeface="Arial"/>
              </a:rPr>
              <a:t>Kaynaklar: </a:t>
            </a:r>
            <a:r>
              <a:rPr sz="1050">
                <a:solidFill>
                  <a:srgbClr val="50616A"/>
                </a:solidFill>
                <a:latin typeface="Arial"/>
                <a:ea typeface="Arial"/>
                <a:cs typeface="Arial"/>
                <a:hlinkClick xmlns:r="http://schemas.openxmlformats.org/officeDocument/2006/relationships" r:id="Rc8eaf2cf9a254520"/>
              </a:rPr>
              <a:t>S01  </a:t>
            </a:r>
            <a:r>
              <a:rPr sz="1050">
                <a:solidFill>
                  <a:srgbClr val="50616A"/>
                </a:solidFill>
                <a:latin typeface="Arial"/>
                <a:ea typeface="Arial"/>
                <a:cs typeface="Arial"/>
                <a:hlinkClick xmlns:r="http://schemas.openxmlformats.org/officeDocument/2006/relationships" r:id="R3f42c64f54dd4220"/>
              </a:rPr>
              <a:t>S08  </a:t>
            </a:r>
            <a:r>
              <a:rPr sz="1050">
                <a:solidFill>
                  <a:srgbClr val="50616A"/>
                </a:solidFill>
                <a:latin typeface="Arial"/>
                <a:ea typeface="Arial"/>
                <a:cs typeface="Arial"/>
                <a:hlinkClick xmlns:r="http://schemas.openxmlformats.org/officeDocument/2006/relationships" r:id="R67b1ccc055f6453e"/>
              </a:rPr>
              <a:t>S23  </a:t>
            </a:r>
            <a:r>
              <a:rPr sz="1050">
                <a:solidFill>
                  <a:srgbClr val="50616A"/>
                </a:solidFill>
                <a:latin typeface="Arial"/>
                <a:ea typeface="Arial"/>
                <a:cs typeface="Arial"/>
                <a:hlinkClick xmlns:r="http://schemas.openxmlformats.org/officeDocument/2006/relationships" r:id="R981b1cadf05e4806"/>
              </a:rPr>
              <a:t>S24  </a:t>
            </a:r>
            <a:r>
              <a:rPr sz="1050">
                <a:solidFill>
                  <a:srgbClr val="50616A"/>
                </a:solidFill>
                <a:latin typeface="Arial"/>
                <a:ea typeface="Arial"/>
                <a:cs typeface="Arial"/>
                <a:hlinkClick xmlns:r="http://schemas.openxmlformats.org/officeDocument/2006/relationships" r:id="R20ba90dff4d74b83"/>
              </a:rPr>
              <a:t>S25  </a:t>
            </a:r>
            <a:r>
              <a:rPr sz="1050">
                <a:solidFill>
                  <a:srgbClr val="50616A"/>
                </a:solidFill>
                <a:latin typeface="Arial"/>
                <a:ea typeface="Arial"/>
                <a:cs typeface="Arial"/>
                <a:hlinkClick xmlns:r="http://schemas.openxmlformats.org/officeDocument/2006/relationships" r:id="Rdef4a7f82f444087"/>
              </a:rPr>
              <a:t>S30  </a:t>
            </a:r>
          </a:p>
        </p:txBody>
      </p:sp>
    </p:spTree>
    <p:extLst>
      <p:ext uri="{BB962C8B-B14F-4D97-AF65-F5344CB8AC3E}">
        <p14:creationId xmlns:p14="http://schemas.microsoft.com/office/powerpoint/2010/main" val="2102346961"/>
      </p:ext>
    </p:extLst>
  </p:cSld>
</p:sld>
</file>

<file path=ppt/slides/slide5.xml><?xml version="1.0" encoding="utf-8"?>
<p:sld xmlns:p="http://schemas.openxmlformats.org/presentationml/2006/main">
  <p:cSld>
    <p:bg>
      <p:bgPr>
        <a:solidFill xmlns:a="http://schemas.openxmlformats.org/drawingml/2006/main">
          <a:srgbClr val="F5F4F0"/>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9085D27-FC7D-4167-A43B-AEBD68609144}"/>
              </a:ext>
            </a:extLst>
          </p:cNvPr>
          <p:cNvSpPr>
            <a:spLocks xmlns:a="http://schemas.openxmlformats.org/drawingml/2006/main" noGrp="1"/>
          </p:cNvSpPr>
          <p:nvPr/>
        </p:nvSpPr>
        <p:spPr>
          <a:xfrm xmlns:a="http://schemas.openxmlformats.org/drawingml/2006/main">
            <a:off x="647700" y="49530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52E3D"/>
                </a:solidFill>
                <a:latin typeface="Arial"/>
                <a:ea typeface="Arial"/>
                <a:cs typeface="Arial"/>
              </a:defRPr>
            </a:defPPr>
            <a:lvl1pPr>
              <a:defRPr sz="3300" b="1">
                <a:solidFill>
                  <a:srgbClr val="152E3D"/>
                </a:solidFill>
                <a:latin typeface="Arial"/>
                <a:ea typeface="Arial"/>
                <a:cs typeface="Arial"/>
              </a:defRPr>
            </a:lvl1pPr>
            <a:lvl2pPr>
              <a:defRPr sz="3300" b="1">
                <a:solidFill>
                  <a:srgbClr val="152E3D"/>
                </a:solidFill>
                <a:latin typeface="Arial"/>
                <a:ea typeface="Arial"/>
                <a:cs typeface="Arial"/>
              </a:defRPr>
            </a:lvl2pPr>
            <a:lvl3pPr>
              <a:defRPr sz="3300" b="1">
                <a:solidFill>
                  <a:srgbClr val="152E3D"/>
                </a:solidFill>
                <a:latin typeface="Arial"/>
                <a:ea typeface="Arial"/>
                <a:cs typeface="Arial"/>
              </a:defRPr>
            </a:lvl3pPr>
            <a:lvl4pPr>
              <a:defRPr sz="3300" b="1">
                <a:solidFill>
                  <a:srgbClr val="152E3D"/>
                </a:solidFill>
                <a:latin typeface="Arial"/>
                <a:ea typeface="Arial"/>
                <a:cs typeface="Arial"/>
              </a:defRPr>
            </a:lvl4pPr>
            <a:lvl5pPr>
              <a:defRPr sz="3300" b="1">
                <a:solidFill>
                  <a:srgbClr val="152E3D"/>
                </a:solidFill>
                <a:latin typeface="Arial"/>
                <a:ea typeface="Arial"/>
                <a:cs typeface="Arial"/>
              </a:defRPr>
            </a:lvl5pPr>
            <a:lvl6pPr>
              <a:defRPr sz="3300" b="1">
                <a:solidFill>
                  <a:srgbClr val="152E3D"/>
                </a:solidFill>
                <a:latin typeface="Arial"/>
                <a:ea typeface="Arial"/>
                <a:cs typeface="Arial"/>
              </a:defRPr>
            </a:lvl6pPr>
            <a:lvl7pPr>
              <a:defRPr sz="3300" b="1">
                <a:solidFill>
                  <a:srgbClr val="152E3D"/>
                </a:solidFill>
                <a:latin typeface="Arial"/>
                <a:ea typeface="Arial"/>
                <a:cs typeface="Arial"/>
              </a:defRPr>
            </a:lvl7pPr>
            <a:lvl8pPr>
              <a:defRPr sz="3300" b="1">
                <a:solidFill>
                  <a:srgbClr val="152E3D"/>
                </a:solidFill>
                <a:latin typeface="Arial"/>
                <a:ea typeface="Arial"/>
                <a:cs typeface="Arial"/>
              </a:defRPr>
            </a:lvl8pPr>
            <a:lvl9pPr>
              <a:defRPr sz="3300" b="1">
                <a:solidFill>
                  <a:srgbClr val="152E3D"/>
                </a:solidFill>
                <a:latin typeface="Arial"/>
                <a:ea typeface="Arial"/>
                <a:cs typeface="Arial"/>
              </a:defRPr>
            </a:lvl9pPr>
          </a:lstStyle>
          <a:p xmlns:a="http://schemas.openxmlformats.org/drawingml/2006/main">
            <a:pPr>
              <a:defRPr sz="3300" b="1">
                <a:solidFill>
                  <a:srgbClr val="152E3D"/>
                </a:solidFill>
                <a:latin typeface="Arial"/>
                <a:ea typeface="Arial"/>
                <a:cs typeface="Arial"/>
              </a:defRPr>
            </a:pPr>
            <a:r>
              <a:rPr sz="3300" b="1">
                <a:solidFill>
                  <a:srgbClr val="152E3D"/>
                </a:solidFill>
                <a:latin typeface="Arial"/>
                <a:ea typeface="Arial"/>
                <a:cs typeface="Arial"/>
              </a:rPr>
              <a:t>DQL: 5xx ve eksik alan tuzağı</a:t>
            </a:r>
          </a:p>
        </p:txBody>
      </p:sp>
      <p:sp>
        <p:nvSpPr>
          <p:cNvPr id="2" name="">
            <a:extLst xmlns:a="http://schemas.openxmlformats.org/drawingml/2006/main">
              <a:ext uri="{FF2B5EF4-FFF2-40B4-BE49-F238E27FC236}">
                <a16:creationId xmlns:a16="http://schemas.microsoft.com/office/drawing/2014/main" id="{E824A281-A8E2-4AB1-BC43-053B7EF903F3}"/>
              </a:ext>
            </a:extLst>
          </p:cNvPr>
          <p:cNvSpPr>
            <a:spLocks xmlns:a="http://schemas.openxmlformats.org/drawingml/2006/main" noGrp="1"/>
          </p:cNvSpPr>
          <p:nvPr/>
        </p:nvSpPr>
        <p:spPr>
          <a:xfrm xmlns:a="http://schemas.openxmlformats.org/drawingml/2006/main">
            <a:off x="647700" y="1362075"/>
            <a:ext cx="10896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50616A"/>
                </a:solidFill>
                <a:latin typeface="Arial"/>
                <a:ea typeface="Arial"/>
                <a:cs typeface="Arial"/>
              </a:defRPr>
            </a:defPPr>
            <a:lvl1pPr>
              <a:defRPr sz="1950" b="0">
                <a:solidFill>
                  <a:srgbClr val="50616A"/>
                </a:solidFill>
                <a:latin typeface="Arial"/>
                <a:ea typeface="Arial"/>
                <a:cs typeface="Arial"/>
              </a:defRPr>
            </a:lvl1pPr>
            <a:lvl2pPr>
              <a:defRPr sz="1950" b="0">
                <a:solidFill>
                  <a:srgbClr val="50616A"/>
                </a:solidFill>
                <a:latin typeface="Arial"/>
                <a:ea typeface="Arial"/>
                <a:cs typeface="Arial"/>
              </a:defRPr>
            </a:lvl2pPr>
            <a:lvl3pPr>
              <a:defRPr sz="1950" b="0">
                <a:solidFill>
                  <a:srgbClr val="50616A"/>
                </a:solidFill>
                <a:latin typeface="Arial"/>
                <a:ea typeface="Arial"/>
                <a:cs typeface="Arial"/>
              </a:defRPr>
            </a:lvl3pPr>
            <a:lvl4pPr>
              <a:defRPr sz="1950" b="0">
                <a:solidFill>
                  <a:srgbClr val="50616A"/>
                </a:solidFill>
                <a:latin typeface="Arial"/>
                <a:ea typeface="Arial"/>
                <a:cs typeface="Arial"/>
              </a:defRPr>
            </a:lvl4pPr>
            <a:lvl5pPr>
              <a:defRPr sz="1950" b="0">
                <a:solidFill>
                  <a:srgbClr val="50616A"/>
                </a:solidFill>
                <a:latin typeface="Arial"/>
                <a:ea typeface="Arial"/>
                <a:cs typeface="Arial"/>
              </a:defRPr>
            </a:lvl5pPr>
            <a:lvl6pPr>
              <a:defRPr sz="1950" b="0">
                <a:solidFill>
                  <a:srgbClr val="50616A"/>
                </a:solidFill>
                <a:latin typeface="Arial"/>
                <a:ea typeface="Arial"/>
                <a:cs typeface="Arial"/>
              </a:defRPr>
            </a:lvl6pPr>
            <a:lvl7pPr>
              <a:defRPr sz="1950" b="0">
                <a:solidFill>
                  <a:srgbClr val="50616A"/>
                </a:solidFill>
                <a:latin typeface="Arial"/>
                <a:ea typeface="Arial"/>
                <a:cs typeface="Arial"/>
              </a:defRPr>
            </a:lvl7pPr>
            <a:lvl8pPr>
              <a:defRPr sz="1950" b="0">
                <a:solidFill>
                  <a:srgbClr val="50616A"/>
                </a:solidFill>
                <a:latin typeface="Arial"/>
                <a:ea typeface="Arial"/>
                <a:cs typeface="Arial"/>
              </a:defRPr>
            </a:lvl8pPr>
            <a:lvl9pPr>
              <a:defRPr sz="1950" b="0">
                <a:solidFill>
                  <a:srgbClr val="50616A"/>
                </a:solidFill>
                <a:latin typeface="Arial"/>
                <a:ea typeface="Arial"/>
                <a:cs typeface="Arial"/>
              </a:defRPr>
            </a:lvl9pPr>
          </a:lstStyle>
          <a:p xmlns:a="http://schemas.openxmlformats.org/drawingml/2006/main">
            <a:pPr>
              <a:defRPr sz="1950" b="0">
                <a:solidFill>
                  <a:srgbClr val="50616A"/>
                </a:solidFill>
                <a:latin typeface="Arial"/>
                <a:ea typeface="Arial"/>
                <a:cs typeface="Arial"/>
              </a:defRPr>
            </a:pPr>
            <a:r>
              <a:rPr sz="1950" b="0">
                <a:solidFill>
                  <a:srgbClr val="50616A"/>
                </a:solidFill>
                <a:latin typeface="Arial"/>
                <a:ea typeface="Arial"/>
                <a:cs typeface="Arial"/>
              </a:rPr>
              <a:t>Discover zaman filtresi: 29 Ekim, 10:00–10:15 UTC</a:t>
            </a:r>
          </a:p>
        </p:txBody>
      </p:sp>
      <p:sp>
        <p:nvSpPr>
          <p:cNvPr id="3" name="">
            <a:extLst xmlns:a="http://schemas.openxmlformats.org/drawingml/2006/main">
              <a:ext uri="{FF2B5EF4-FFF2-40B4-BE49-F238E27FC236}">
                <a16:creationId xmlns:a16="http://schemas.microsoft.com/office/drawing/2014/main" id="{BF008F5B-D3FC-479E-B681-8A076C9E8DB3}"/>
              </a:ext>
            </a:extLst>
          </p:cNvPr>
          <p:cNvSpPr>
            <a:spLocks xmlns:a="http://schemas.openxmlformats.org/drawingml/2006/main" noGrp="1"/>
          </p:cNvSpPr>
          <p:nvPr/>
        </p:nvSpPr>
        <p:spPr>
          <a:xfrm xmlns:a="http://schemas.openxmlformats.org/drawingml/2006/main">
            <a:off x="647700" y="2181225"/>
            <a:ext cx="10896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1">
                <a:solidFill>
                  <a:srgbClr val="007F83"/>
                </a:solidFill>
                <a:latin typeface="Courier New"/>
                <a:ea typeface="Courier New"/>
                <a:cs typeface="Courier New"/>
              </a:defRPr>
            </a:defPPr>
            <a:lvl1pPr>
              <a:defRPr sz="2175" b="1">
                <a:solidFill>
                  <a:srgbClr val="007F83"/>
                </a:solidFill>
                <a:latin typeface="Courier New"/>
                <a:ea typeface="Courier New"/>
                <a:cs typeface="Courier New"/>
              </a:defRPr>
            </a:lvl1pPr>
            <a:lvl2pPr>
              <a:defRPr sz="2175" b="1">
                <a:solidFill>
                  <a:srgbClr val="007F83"/>
                </a:solidFill>
                <a:latin typeface="Courier New"/>
                <a:ea typeface="Courier New"/>
                <a:cs typeface="Courier New"/>
              </a:defRPr>
            </a:lvl2pPr>
            <a:lvl3pPr>
              <a:defRPr sz="2175" b="1">
                <a:solidFill>
                  <a:srgbClr val="007F83"/>
                </a:solidFill>
                <a:latin typeface="Courier New"/>
                <a:ea typeface="Courier New"/>
                <a:cs typeface="Courier New"/>
              </a:defRPr>
            </a:lvl3pPr>
            <a:lvl4pPr>
              <a:defRPr sz="2175" b="1">
                <a:solidFill>
                  <a:srgbClr val="007F83"/>
                </a:solidFill>
                <a:latin typeface="Courier New"/>
                <a:ea typeface="Courier New"/>
                <a:cs typeface="Courier New"/>
              </a:defRPr>
            </a:lvl4pPr>
            <a:lvl5pPr>
              <a:defRPr sz="2175" b="1">
                <a:solidFill>
                  <a:srgbClr val="007F83"/>
                </a:solidFill>
                <a:latin typeface="Courier New"/>
                <a:ea typeface="Courier New"/>
                <a:cs typeface="Courier New"/>
              </a:defRPr>
            </a:lvl5pPr>
            <a:lvl6pPr>
              <a:defRPr sz="2175" b="1">
                <a:solidFill>
                  <a:srgbClr val="007F83"/>
                </a:solidFill>
                <a:latin typeface="Courier New"/>
                <a:ea typeface="Courier New"/>
                <a:cs typeface="Courier New"/>
              </a:defRPr>
            </a:lvl6pPr>
            <a:lvl7pPr>
              <a:defRPr sz="2175" b="1">
                <a:solidFill>
                  <a:srgbClr val="007F83"/>
                </a:solidFill>
                <a:latin typeface="Courier New"/>
                <a:ea typeface="Courier New"/>
                <a:cs typeface="Courier New"/>
              </a:defRPr>
            </a:lvl7pPr>
            <a:lvl8pPr>
              <a:defRPr sz="2175" b="1">
                <a:solidFill>
                  <a:srgbClr val="007F83"/>
                </a:solidFill>
                <a:latin typeface="Courier New"/>
                <a:ea typeface="Courier New"/>
                <a:cs typeface="Courier New"/>
              </a:defRPr>
            </a:lvl8pPr>
            <a:lvl9pPr>
              <a:defRPr sz="2175" b="1">
                <a:solidFill>
                  <a:srgbClr val="007F83"/>
                </a:solidFill>
                <a:latin typeface="Courier New"/>
                <a:ea typeface="Courier New"/>
                <a:cs typeface="Courier New"/>
              </a:defRPr>
            </a:lvl9pPr>
          </a:lstStyle>
          <a:p xmlns:a="http://schemas.openxmlformats.org/drawingml/2006/main">
            <a:pPr>
              <a:defRPr sz="2175" b="1">
                <a:solidFill>
                  <a:srgbClr val="007F83"/>
                </a:solidFill>
                <a:latin typeface="Courier New"/>
                <a:ea typeface="Courier New"/>
                <a:cs typeface="Courier New"/>
              </a:defRPr>
            </a:pPr>
            <a:r>
              <a:rPr sz="2175" b="1">
                <a:solidFill>
                  <a:srgbClr val="007F83"/>
                </a:solidFill>
                <a:latin typeface="Courier New"/>
                <a:ea typeface="Courier New"/>
                <a:cs typeface="Courier New"/>
              </a:rPr>
              <a:t>service_name: "checkout" and environment: "prod"</a:t>
            </a:r>
          </a:p>
          <a:p xmlns:a="http://schemas.openxmlformats.org/drawingml/2006/main">
            <a:pPr>
              <a:defRPr sz="2175" b="1">
                <a:solidFill>
                  <a:srgbClr val="007F83"/>
                </a:solidFill>
                <a:latin typeface="Courier New"/>
                <a:ea typeface="Courier New"/>
                <a:cs typeface="Courier New"/>
              </a:defRPr>
            </a:pPr>
            <a:r>
              <a:rPr sz="2175" b="1">
                <a:solidFill>
                  <a:srgbClr val="007F83"/>
                </a:solidFill>
                <a:latin typeface="Courier New"/>
                <a:ea typeface="Courier New"/>
                <a:cs typeface="Courier New"/>
              </a:rPr>
              <a:t>and status_code &gt;= 500 and status_code &lt; 600</a:t>
            </a:r>
          </a:p>
        </p:txBody>
      </p:sp>
      <p:sp>
        <p:nvSpPr>
          <p:cNvPr id="4" name="">
            <a:extLst xmlns:a="http://schemas.openxmlformats.org/drawingml/2006/main">
              <a:ext uri="{FF2B5EF4-FFF2-40B4-BE49-F238E27FC236}">
                <a16:creationId xmlns:a16="http://schemas.microsoft.com/office/drawing/2014/main" id="{6227656B-FBC1-4EDE-8C99-2389E449CCE4}"/>
              </a:ext>
            </a:extLst>
          </p:cNvPr>
          <p:cNvSpPr>
            <a:spLocks xmlns:a="http://schemas.openxmlformats.org/drawingml/2006/main" noGrp="1"/>
          </p:cNvSpPr>
          <p:nvPr/>
        </p:nvSpPr>
        <p:spPr>
          <a:xfrm xmlns:a="http://schemas.openxmlformats.org/drawingml/2006/main">
            <a:off x="647700" y="3562350"/>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152E3D"/>
                </a:solidFill>
                <a:latin typeface="Arial"/>
                <a:ea typeface="Arial"/>
                <a:cs typeface="Arial"/>
              </a:defRPr>
            </a:defPPr>
            <a:lvl1pPr>
              <a:defRPr sz="2175" b="1">
                <a:solidFill>
                  <a:srgbClr val="152E3D"/>
                </a:solidFill>
                <a:latin typeface="Arial"/>
                <a:ea typeface="Arial"/>
                <a:cs typeface="Arial"/>
              </a:defRPr>
            </a:lvl1pPr>
            <a:lvl2pPr>
              <a:defRPr sz="2175" b="1">
                <a:solidFill>
                  <a:srgbClr val="152E3D"/>
                </a:solidFill>
                <a:latin typeface="Arial"/>
                <a:ea typeface="Arial"/>
                <a:cs typeface="Arial"/>
              </a:defRPr>
            </a:lvl2pPr>
            <a:lvl3pPr>
              <a:defRPr sz="2175" b="1">
                <a:solidFill>
                  <a:srgbClr val="152E3D"/>
                </a:solidFill>
                <a:latin typeface="Arial"/>
                <a:ea typeface="Arial"/>
                <a:cs typeface="Arial"/>
              </a:defRPr>
            </a:lvl3pPr>
            <a:lvl4pPr>
              <a:defRPr sz="2175" b="1">
                <a:solidFill>
                  <a:srgbClr val="152E3D"/>
                </a:solidFill>
                <a:latin typeface="Arial"/>
                <a:ea typeface="Arial"/>
                <a:cs typeface="Arial"/>
              </a:defRPr>
            </a:lvl4pPr>
            <a:lvl5pPr>
              <a:defRPr sz="2175" b="1">
                <a:solidFill>
                  <a:srgbClr val="152E3D"/>
                </a:solidFill>
                <a:latin typeface="Arial"/>
                <a:ea typeface="Arial"/>
                <a:cs typeface="Arial"/>
              </a:defRPr>
            </a:lvl5pPr>
            <a:lvl6pPr>
              <a:defRPr sz="2175" b="1">
                <a:solidFill>
                  <a:srgbClr val="152E3D"/>
                </a:solidFill>
                <a:latin typeface="Arial"/>
                <a:ea typeface="Arial"/>
                <a:cs typeface="Arial"/>
              </a:defRPr>
            </a:lvl6pPr>
            <a:lvl7pPr>
              <a:defRPr sz="2175" b="1">
                <a:solidFill>
                  <a:srgbClr val="152E3D"/>
                </a:solidFill>
                <a:latin typeface="Arial"/>
                <a:ea typeface="Arial"/>
                <a:cs typeface="Arial"/>
              </a:defRPr>
            </a:lvl7pPr>
            <a:lvl8pPr>
              <a:defRPr sz="2175" b="1">
                <a:solidFill>
                  <a:srgbClr val="152E3D"/>
                </a:solidFill>
                <a:latin typeface="Arial"/>
                <a:ea typeface="Arial"/>
                <a:cs typeface="Arial"/>
              </a:defRPr>
            </a:lvl8pPr>
            <a:lvl9pPr>
              <a:defRPr sz="2175" b="1">
                <a:solidFill>
                  <a:srgbClr val="152E3D"/>
                </a:solidFill>
                <a:latin typeface="Arial"/>
                <a:ea typeface="Arial"/>
                <a:cs typeface="Arial"/>
              </a:defRPr>
            </a:lvl9pPr>
          </a:lstStyle>
          <a:p xmlns:a="http://schemas.openxmlformats.org/drawingml/2006/main">
            <a:pPr>
              <a:defRPr sz="2175" b="1">
                <a:solidFill>
                  <a:srgbClr val="152E3D"/>
                </a:solidFill>
                <a:latin typeface="Arial"/>
                <a:ea typeface="Arial"/>
                <a:cs typeface="Arial"/>
              </a:defRPr>
            </a:pPr>
            <a:r>
              <a:rPr sz="2175" b="1">
                <a:solidFill>
                  <a:srgbClr val="152E3D"/>
                </a:solidFill>
                <a:latin typeface="Arial"/>
                <a:ea typeface="Arial"/>
                <a:cs typeface="Arial"/>
              </a:rPr>
              <a:t>Alanı bulunan ve 200 olmayan kayıtlar</a:t>
            </a:r>
          </a:p>
        </p:txBody>
      </p:sp>
      <p:sp>
        <p:nvSpPr>
          <p:cNvPr id="5" name="">
            <a:extLst xmlns:a="http://schemas.openxmlformats.org/drawingml/2006/main">
              <a:ext uri="{FF2B5EF4-FFF2-40B4-BE49-F238E27FC236}">
                <a16:creationId xmlns:a16="http://schemas.microsoft.com/office/drawing/2014/main" id="{758EB6B5-652B-4E33-A9A1-D64B37A60060}"/>
              </a:ext>
            </a:extLst>
          </p:cNvPr>
          <p:cNvSpPr>
            <a:spLocks xmlns:a="http://schemas.openxmlformats.org/drawingml/2006/main" noGrp="1"/>
          </p:cNvSpPr>
          <p:nvPr/>
        </p:nvSpPr>
        <p:spPr>
          <a:xfrm xmlns:a="http://schemas.openxmlformats.org/drawingml/2006/main">
            <a:off x="647700" y="4200525"/>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1">
                <a:solidFill>
                  <a:srgbClr val="007F83"/>
                </a:solidFill>
                <a:latin typeface="Courier New"/>
                <a:ea typeface="Courier New"/>
                <a:cs typeface="Courier New"/>
              </a:defRPr>
            </a:defPPr>
            <a:lvl1pPr>
              <a:defRPr sz="2250" b="1">
                <a:solidFill>
                  <a:srgbClr val="007F83"/>
                </a:solidFill>
                <a:latin typeface="Courier New"/>
                <a:ea typeface="Courier New"/>
                <a:cs typeface="Courier New"/>
              </a:defRPr>
            </a:lvl1pPr>
            <a:lvl2pPr>
              <a:defRPr sz="2250" b="1">
                <a:solidFill>
                  <a:srgbClr val="007F83"/>
                </a:solidFill>
                <a:latin typeface="Courier New"/>
                <a:ea typeface="Courier New"/>
                <a:cs typeface="Courier New"/>
              </a:defRPr>
            </a:lvl2pPr>
            <a:lvl3pPr>
              <a:defRPr sz="2250" b="1">
                <a:solidFill>
                  <a:srgbClr val="007F83"/>
                </a:solidFill>
                <a:latin typeface="Courier New"/>
                <a:ea typeface="Courier New"/>
                <a:cs typeface="Courier New"/>
              </a:defRPr>
            </a:lvl3pPr>
            <a:lvl4pPr>
              <a:defRPr sz="2250" b="1">
                <a:solidFill>
                  <a:srgbClr val="007F83"/>
                </a:solidFill>
                <a:latin typeface="Courier New"/>
                <a:ea typeface="Courier New"/>
                <a:cs typeface="Courier New"/>
              </a:defRPr>
            </a:lvl4pPr>
            <a:lvl5pPr>
              <a:defRPr sz="2250" b="1">
                <a:solidFill>
                  <a:srgbClr val="007F83"/>
                </a:solidFill>
                <a:latin typeface="Courier New"/>
                <a:ea typeface="Courier New"/>
                <a:cs typeface="Courier New"/>
              </a:defRPr>
            </a:lvl5pPr>
            <a:lvl6pPr>
              <a:defRPr sz="2250" b="1">
                <a:solidFill>
                  <a:srgbClr val="007F83"/>
                </a:solidFill>
                <a:latin typeface="Courier New"/>
                <a:ea typeface="Courier New"/>
                <a:cs typeface="Courier New"/>
              </a:defRPr>
            </a:lvl6pPr>
            <a:lvl7pPr>
              <a:defRPr sz="2250" b="1">
                <a:solidFill>
                  <a:srgbClr val="007F83"/>
                </a:solidFill>
                <a:latin typeface="Courier New"/>
                <a:ea typeface="Courier New"/>
                <a:cs typeface="Courier New"/>
              </a:defRPr>
            </a:lvl7pPr>
            <a:lvl8pPr>
              <a:defRPr sz="2250" b="1">
                <a:solidFill>
                  <a:srgbClr val="007F83"/>
                </a:solidFill>
                <a:latin typeface="Courier New"/>
                <a:ea typeface="Courier New"/>
                <a:cs typeface="Courier New"/>
              </a:defRPr>
            </a:lvl8pPr>
            <a:lvl9pPr>
              <a:defRPr sz="2250" b="1">
                <a:solidFill>
                  <a:srgbClr val="007F83"/>
                </a:solidFill>
                <a:latin typeface="Courier New"/>
                <a:ea typeface="Courier New"/>
                <a:cs typeface="Courier New"/>
              </a:defRPr>
            </a:lvl9pPr>
          </a:lstStyle>
          <a:p xmlns:a="http://schemas.openxmlformats.org/drawingml/2006/main">
            <a:pPr>
              <a:defRPr sz="2250" b="1">
                <a:solidFill>
                  <a:srgbClr val="007F83"/>
                </a:solidFill>
                <a:latin typeface="Courier New"/>
                <a:ea typeface="Courier New"/>
                <a:cs typeface="Courier New"/>
              </a:defRPr>
            </a:pPr>
            <a:r>
              <a:rPr sz="2250" b="1">
                <a:solidFill>
                  <a:srgbClr val="007F83"/>
                </a:solidFill>
                <a:latin typeface="Courier New"/>
                <a:ea typeface="Courier New"/>
                <a:cs typeface="Courier New"/>
              </a:rPr>
              <a:t>status_code:* and not status_code: 200</a:t>
            </a:r>
          </a:p>
        </p:txBody>
      </p:sp>
      <p:sp>
        <p:nvSpPr>
          <p:cNvPr id="6" name="">
            <a:extLst xmlns:a="http://schemas.openxmlformats.org/drawingml/2006/main">
              <a:ext uri="{FF2B5EF4-FFF2-40B4-BE49-F238E27FC236}">
                <a16:creationId xmlns:a16="http://schemas.microsoft.com/office/drawing/2014/main" id="{F13D95A6-311D-49F3-A7E5-5649F498951C}"/>
              </a:ext>
            </a:extLst>
          </p:cNvPr>
          <p:cNvSpPr>
            <a:spLocks xmlns:a="http://schemas.openxmlformats.org/drawingml/2006/main" noGrp="1"/>
          </p:cNvSpPr>
          <p:nvPr/>
        </p:nvSpPr>
        <p:spPr>
          <a:xfrm xmlns:a="http://schemas.openxmlformats.org/drawingml/2006/main">
            <a:off x="647700" y="4857750"/>
            <a:ext cx="10896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50616A"/>
                </a:solidFill>
                <a:latin typeface="Arial"/>
                <a:ea typeface="Arial"/>
                <a:cs typeface="Arial"/>
              </a:defRPr>
            </a:defPPr>
            <a:lvl1pPr>
              <a:defRPr sz="1950" b="0">
                <a:solidFill>
                  <a:srgbClr val="50616A"/>
                </a:solidFill>
                <a:latin typeface="Arial"/>
                <a:ea typeface="Arial"/>
                <a:cs typeface="Arial"/>
              </a:defRPr>
            </a:lvl1pPr>
            <a:lvl2pPr>
              <a:defRPr sz="1950" b="0">
                <a:solidFill>
                  <a:srgbClr val="50616A"/>
                </a:solidFill>
                <a:latin typeface="Arial"/>
                <a:ea typeface="Arial"/>
                <a:cs typeface="Arial"/>
              </a:defRPr>
            </a:lvl2pPr>
            <a:lvl3pPr>
              <a:defRPr sz="1950" b="0">
                <a:solidFill>
                  <a:srgbClr val="50616A"/>
                </a:solidFill>
                <a:latin typeface="Arial"/>
                <a:ea typeface="Arial"/>
                <a:cs typeface="Arial"/>
              </a:defRPr>
            </a:lvl3pPr>
            <a:lvl4pPr>
              <a:defRPr sz="1950" b="0">
                <a:solidFill>
                  <a:srgbClr val="50616A"/>
                </a:solidFill>
                <a:latin typeface="Arial"/>
                <a:ea typeface="Arial"/>
                <a:cs typeface="Arial"/>
              </a:defRPr>
            </a:lvl4pPr>
            <a:lvl5pPr>
              <a:defRPr sz="1950" b="0">
                <a:solidFill>
                  <a:srgbClr val="50616A"/>
                </a:solidFill>
                <a:latin typeface="Arial"/>
                <a:ea typeface="Arial"/>
                <a:cs typeface="Arial"/>
              </a:defRPr>
            </a:lvl5pPr>
            <a:lvl6pPr>
              <a:defRPr sz="1950" b="0">
                <a:solidFill>
                  <a:srgbClr val="50616A"/>
                </a:solidFill>
                <a:latin typeface="Arial"/>
                <a:ea typeface="Arial"/>
                <a:cs typeface="Arial"/>
              </a:defRPr>
            </a:lvl6pPr>
            <a:lvl7pPr>
              <a:defRPr sz="1950" b="0">
                <a:solidFill>
                  <a:srgbClr val="50616A"/>
                </a:solidFill>
                <a:latin typeface="Arial"/>
                <a:ea typeface="Arial"/>
                <a:cs typeface="Arial"/>
              </a:defRPr>
            </a:lvl7pPr>
            <a:lvl8pPr>
              <a:defRPr sz="1950" b="0">
                <a:solidFill>
                  <a:srgbClr val="50616A"/>
                </a:solidFill>
                <a:latin typeface="Arial"/>
                <a:ea typeface="Arial"/>
                <a:cs typeface="Arial"/>
              </a:defRPr>
            </a:lvl8pPr>
            <a:lvl9pPr>
              <a:defRPr sz="1950" b="0">
                <a:solidFill>
                  <a:srgbClr val="50616A"/>
                </a:solidFill>
                <a:latin typeface="Arial"/>
                <a:ea typeface="Arial"/>
                <a:cs typeface="Arial"/>
              </a:defRPr>
            </a:lvl9pPr>
          </a:lstStyle>
          <a:p xmlns:a="http://schemas.openxmlformats.org/drawingml/2006/main">
            <a:pPr>
              <a:defRPr sz="1950" b="0">
                <a:solidFill>
                  <a:srgbClr val="50616A"/>
                </a:solidFill>
                <a:latin typeface="Arial"/>
                <a:ea typeface="Arial"/>
                <a:cs typeface="Arial"/>
              </a:defRPr>
            </a:pPr>
            <a:r>
              <a:rPr sz="1950" b="0">
                <a:solidFill>
                  <a:srgbClr val="50616A"/>
                </a:solidFill>
                <a:latin typeface="Arial"/>
                <a:ea typeface="Arial"/>
                <a:cs typeface="Arial"/>
              </a:rPr>
              <a:t>Yalnız “not status_code: 200” eksik alanları da kapsar.</a:t>
            </a:r>
          </a:p>
        </p:txBody>
      </p:sp>
      <p:sp>
        <p:nvSpPr>
          <p:cNvPr id="7" name="">
            <a:extLst xmlns:a="http://schemas.openxmlformats.org/drawingml/2006/main">
              <a:ext uri="{FF2B5EF4-FFF2-40B4-BE49-F238E27FC236}">
                <a16:creationId xmlns:a16="http://schemas.microsoft.com/office/drawing/2014/main" id="{F5D2BAAF-ECAC-43C9-9DEC-C391114A4337}"/>
              </a:ext>
            </a:extLst>
          </p:cNvPr>
          <p:cNvSpPr>
            <a:spLocks xmlns:a="http://schemas.openxmlformats.org/drawingml/2006/main" noGrp="1"/>
          </p:cNvSpPr>
          <p:nvPr/>
        </p:nvSpPr>
        <p:spPr>
          <a:xfrm xmlns:a="http://schemas.openxmlformats.org/drawingml/2006/main">
            <a:off x="647700" y="5724525"/>
            <a:ext cx="10896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007F83"/>
                </a:solidFill>
                <a:latin typeface="Arial"/>
                <a:ea typeface="Arial"/>
                <a:cs typeface="Arial"/>
              </a:defRPr>
            </a:defPPr>
            <a:lvl1pPr>
              <a:defRPr sz="1950" b="1">
                <a:solidFill>
                  <a:srgbClr val="007F83"/>
                </a:solidFill>
                <a:latin typeface="Arial"/>
                <a:ea typeface="Arial"/>
                <a:cs typeface="Arial"/>
              </a:defRPr>
            </a:lvl1pPr>
            <a:lvl2pPr>
              <a:defRPr sz="1950" b="1">
                <a:solidFill>
                  <a:srgbClr val="007F83"/>
                </a:solidFill>
                <a:latin typeface="Arial"/>
                <a:ea typeface="Arial"/>
                <a:cs typeface="Arial"/>
              </a:defRPr>
            </a:lvl2pPr>
            <a:lvl3pPr>
              <a:defRPr sz="1950" b="1">
                <a:solidFill>
                  <a:srgbClr val="007F83"/>
                </a:solidFill>
                <a:latin typeface="Arial"/>
                <a:ea typeface="Arial"/>
                <a:cs typeface="Arial"/>
              </a:defRPr>
            </a:lvl3pPr>
            <a:lvl4pPr>
              <a:defRPr sz="1950" b="1">
                <a:solidFill>
                  <a:srgbClr val="007F83"/>
                </a:solidFill>
                <a:latin typeface="Arial"/>
                <a:ea typeface="Arial"/>
                <a:cs typeface="Arial"/>
              </a:defRPr>
            </a:lvl4pPr>
            <a:lvl5pPr>
              <a:defRPr sz="1950" b="1">
                <a:solidFill>
                  <a:srgbClr val="007F83"/>
                </a:solidFill>
                <a:latin typeface="Arial"/>
                <a:ea typeface="Arial"/>
                <a:cs typeface="Arial"/>
              </a:defRPr>
            </a:lvl5pPr>
            <a:lvl6pPr>
              <a:defRPr sz="1950" b="1">
                <a:solidFill>
                  <a:srgbClr val="007F83"/>
                </a:solidFill>
                <a:latin typeface="Arial"/>
                <a:ea typeface="Arial"/>
                <a:cs typeface="Arial"/>
              </a:defRPr>
            </a:lvl6pPr>
            <a:lvl7pPr>
              <a:defRPr sz="1950" b="1">
                <a:solidFill>
                  <a:srgbClr val="007F83"/>
                </a:solidFill>
                <a:latin typeface="Arial"/>
                <a:ea typeface="Arial"/>
                <a:cs typeface="Arial"/>
              </a:defRPr>
            </a:lvl7pPr>
            <a:lvl8pPr>
              <a:defRPr sz="1950" b="1">
                <a:solidFill>
                  <a:srgbClr val="007F83"/>
                </a:solidFill>
                <a:latin typeface="Arial"/>
                <a:ea typeface="Arial"/>
                <a:cs typeface="Arial"/>
              </a:defRPr>
            </a:lvl8pPr>
            <a:lvl9pPr>
              <a:defRPr sz="1950" b="1">
                <a:solidFill>
                  <a:srgbClr val="007F83"/>
                </a:solidFill>
                <a:latin typeface="Arial"/>
                <a:ea typeface="Arial"/>
                <a:cs typeface="Arial"/>
              </a:defRPr>
            </a:lvl9pPr>
          </a:lstStyle>
          <a:p xmlns:a="http://schemas.openxmlformats.org/drawingml/2006/main">
            <a:pPr>
              <a:defRPr sz="1950" b="1">
                <a:solidFill>
                  <a:srgbClr val="007F83"/>
                </a:solidFill>
                <a:latin typeface="Arial"/>
                <a:ea typeface="Arial"/>
                <a:cs typeface="Arial"/>
              </a:defRPr>
            </a:pPr>
            <a:r>
              <a:rPr sz="1950" b="1">
                <a:solidFill>
                  <a:srgbClr val="007F83"/>
                </a:solidFill>
                <a:latin typeface="Arial"/>
                <a:ea typeface="Arial"/>
                <a:cs typeface="Arial"/>
              </a:rPr>
              <a:t>Phrase örneği: message: "connection timeout"</a:t>
            </a:r>
          </a:p>
        </p:txBody>
      </p:sp>
      <p:sp>
        <p:nvSpPr>
          <p:cNvPr id="8" name="">
            <a:extLst xmlns:a="http://schemas.openxmlformats.org/drawingml/2006/main">
              <a:ext uri="{FF2B5EF4-FFF2-40B4-BE49-F238E27FC236}">
                <a16:creationId xmlns:a16="http://schemas.microsoft.com/office/drawing/2014/main" id="{6129DDAE-5C11-4F99-AABE-B925CCEDF2A8}"/>
              </a:ext>
            </a:extLst>
          </p:cNvPr>
          <p:cNvSpPr>
            <a:spLocks xmlns:a="http://schemas.openxmlformats.org/drawingml/2006/main" noGrp="1"/>
          </p:cNvSpPr>
          <p:nvPr/>
        </p:nvSpPr>
        <p:spPr>
          <a:xfrm xmlns:a="http://schemas.openxmlformats.org/drawingml/2006/main">
            <a:off x="10858500" y="6429375"/>
            <a:ext cx="714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0616A"/>
                </a:solidFill>
                <a:latin typeface="Arial"/>
                <a:ea typeface="Arial"/>
                <a:cs typeface="Arial"/>
              </a:defRPr>
            </a:defPPr>
            <a:lvl1pPr>
              <a:defRPr sz="1200" b="0">
                <a:solidFill>
                  <a:srgbClr val="50616A"/>
                </a:solidFill>
                <a:latin typeface="Arial"/>
                <a:ea typeface="Arial"/>
                <a:cs typeface="Arial"/>
              </a:defRPr>
            </a:lvl1pPr>
            <a:lvl2pPr>
              <a:defRPr sz="1200" b="0">
                <a:solidFill>
                  <a:srgbClr val="50616A"/>
                </a:solidFill>
                <a:latin typeface="Arial"/>
                <a:ea typeface="Arial"/>
                <a:cs typeface="Arial"/>
              </a:defRPr>
            </a:lvl2pPr>
            <a:lvl3pPr>
              <a:defRPr sz="1200" b="0">
                <a:solidFill>
                  <a:srgbClr val="50616A"/>
                </a:solidFill>
                <a:latin typeface="Arial"/>
                <a:ea typeface="Arial"/>
                <a:cs typeface="Arial"/>
              </a:defRPr>
            </a:lvl3pPr>
            <a:lvl4pPr>
              <a:defRPr sz="1200" b="0">
                <a:solidFill>
                  <a:srgbClr val="50616A"/>
                </a:solidFill>
                <a:latin typeface="Arial"/>
                <a:ea typeface="Arial"/>
                <a:cs typeface="Arial"/>
              </a:defRPr>
            </a:lvl4pPr>
            <a:lvl5pPr>
              <a:defRPr sz="1200" b="0">
                <a:solidFill>
                  <a:srgbClr val="50616A"/>
                </a:solidFill>
                <a:latin typeface="Arial"/>
                <a:ea typeface="Arial"/>
                <a:cs typeface="Arial"/>
              </a:defRPr>
            </a:lvl5pPr>
            <a:lvl6pPr>
              <a:defRPr sz="1200" b="0">
                <a:solidFill>
                  <a:srgbClr val="50616A"/>
                </a:solidFill>
                <a:latin typeface="Arial"/>
                <a:ea typeface="Arial"/>
                <a:cs typeface="Arial"/>
              </a:defRPr>
            </a:lvl6pPr>
            <a:lvl7pPr>
              <a:defRPr sz="1200" b="0">
                <a:solidFill>
                  <a:srgbClr val="50616A"/>
                </a:solidFill>
                <a:latin typeface="Arial"/>
                <a:ea typeface="Arial"/>
                <a:cs typeface="Arial"/>
              </a:defRPr>
            </a:lvl7pPr>
            <a:lvl8pPr>
              <a:defRPr sz="1200" b="0">
                <a:solidFill>
                  <a:srgbClr val="50616A"/>
                </a:solidFill>
                <a:latin typeface="Arial"/>
                <a:ea typeface="Arial"/>
                <a:cs typeface="Arial"/>
              </a:defRPr>
            </a:lvl8pPr>
            <a:lvl9pPr>
              <a:defRPr sz="1200" b="0">
                <a:solidFill>
                  <a:srgbClr val="50616A"/>
                </a:solidFill>
                <a:latin typeface="Arial"/>
                <a:ea typeface="Arial"/>
                <a:cs typeface="Arial"/>
              </a:defRPr>
            </a:lvl9pPr>
          </a:lstStyle>
          <a:p xmlns:a="http://schemas.openxmlformats.org/drawingml/2006/main">
            <a:pPr>
              <a:defRPr sz="1200" b="0">
                <a:solidFill>
                  <a:srgbClr val="50616A"/>
                </a:solidFill>
                <a:latin typeface="Arial"/>
                <a:ea typeface="Arial"/>
                <a:cs typeface="Arial"/>
              </a:defRPr>
            </a:pPr>
            <a:r>
              <a:rPr sz="1200" b="0">
                <a:solidFill>
                  <a:srgbClr val="50616A"/>
                </a:solidFill>
                <a:latin typeface="Arial"/>
                <a:ea typeface="Arial"/>
                <a:cs typeface="Arial"/>
              </a:rPr>
              <a:t>05 / 26</a:t>
            </a:r>
          </a:p>
        </p:txBody>
      </p:sp>
      <p:sp>
        <p:nvSpPr>
          <p:cNvPr id="9" name="">
            <a:extLst xmlns:a="http://schemas.openxmlformats.org/drawingml/2006/main">
              <a:ext uri="{FF2B5EF4-FFF2-40B4-BE49-F238E27FC236}">
                <a16:creationId xmlns:a16="http://schemas.microsoft.com/office/drawing/2014/main" id="{C116AA41-1FB1-4AA1-98DD-50B4611B0330}"/>
              </a:ext>
            </a:extLst>
          </p:cNvPr>
          <p:cNvSpPr>
            <a:spLocks xmlns:a="http://schemas.openxmlformats.org/drawingml/2006/main" noGrp="1"/>
          </p:cNvSpPr>
          <p:nvPr/>
        </p:nvSpPr>
        <p:spPr>
          <a:xfrm xmlns:a="http://schemas.openxmlformats.org/drawingml/2006/main">
            <a:off x="647700" y="6438900"/>
            <a:ext cx="98583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0616A"/>
                </a:solidFill>
                <a:latin typeface="Arial"/>
                <a:ea typeface="Arial"/>
                <a:cs typeface="Arial"/>
              </a:defRPr>
            </a:defPPr>
            <a:lvl1pPr>
              <a:defRPr sz="1050" b="0">
                <a:solidFill>
                  <a:srgbClr val="50616A"/>
                </a:solidFill>
                <a:latin typeface="Arial"/>
                <a:ea typeface="Arial"/>
                <a:cs typeface="Arial"/>
              </a:defRPr>
            </a:lvl1pPr>
            <a:lvl2pPr>
              <a:defRPr sz="1050" b="0">
                <a:solidFill>
                  <a:srgbClr val="50616A"/>
                </a:solidFill>
                <a:latin typeface="Arial"/>
                <a:ea typeface="Arial"/>
                <a:cs typeface="Arial"/>
              </a:defRPr>
            </a:lvl2pPr>
            <a:lvl3pPr>
              <a:defRPr sz="1050" b="0">
                <a:solidFill>
                  <a:srgbClr val="50616A"/>
                </a:solidFill>
                <a:latin typeface="Arial"/>
                <a:ea typeface="Arial"/>
                <a:cs typeface="Arial"/>
              </a:defRPr>
            </a:lvl3pPr>
            <a:lvl4pPr>
              <a:defRPr sz="1050" b="0">
                <a:solidFill>
                  <a:srgbClr val="50616A"/>
                </a:solidFill>
                <a:latin typeface="Arial"/>
                <a:ea typeface="Arial"/>
                <a:cs typeface="Arial"/>
              </a:defRPr>
            </a:lvl4pPr>
            <a:lvl5pPr>
              <a:defRPr sz="1050" b="0">
                <a:solidFill>
                  <a:srgbClr val="50616A"/>
                </a:solidFill>
                <a:latin typeface="Arial"/>
                <a:ea typeface="Arial"/>
                <a:cs typeface="Arial"/>
              </a:defRPr>
            </a:lvl5pPr>
            <a:lvl6pPr>
              <a:defRPr sz="1050" b="0">
                <a:solidFill>
                  <a:srgbClr val="50616A"/>
                </a:solidFill>
                <a:latin typeface="Arial"/>
                <a:ea typeface="Arial"/>
                <a:cs typeface="Arial"/>
              </a:defRPr>
            </a:lvl6pPr>
            <a:lvl7pPr>
              <a:defRPr sz="1050" b="0">
                <a:solidFill>
                  <a:srgbClr val="50616A"/>
                </a:solidFill>
                <a:latin typeface="Arial"/>
                <a:ea typeface="Arial"/>
                <a:cs typeface="Arial"/>
              </a:defRPr>
            </a:lvl7pPr>
            <a:lvl8pPr>
              <a:defRPr sz="1050" b="0">
                <a:solidFill>
                  <a:srgbClr val="50616A"/>
                </a:solidFill>
                <a:latin typeface="Arial"/>
                <a:ea typeface="Arial"/>
                <a:cs typeface="Arial"/>
              </a:defRPr>
            </a:lvl8pPr>
            <a:lvl9pPr>
              <a:defRPr sz="1050" b="0">
                <a:solidFill>
                  <a:srgbClr val="50616A"/>
                </a:solidFill>
                <a:latin typeface="Arial"/>
                <a:ea typeface="Arial"/>
                <a:cs typeface="Arial"/>
              </a:defRPr>
            </a:lvl9pPr>
          </a:lstStyle>
          <a:p xmlns:a="http://schemas.openxmlformats.org/drawingml/2006/main">
            <a:pPr>
              <a:defRPr sz="1050" b="0">
                <a:solidFill>
                  <a:srgbClr val="50616A"/>
                </a:solidFill>
                <a:latin typeface="Arial"/>
                <a:ea typeface="Arial"/>
                <a:cs typeface="Arial"/>
              </a:defRPr>
            </a:pPr>
            <a:r>
              <a:rPr sz="1050">
                <a:solidFill>
                  <a:srgbClr val="50616A"/>
                </a:solidFill>
                <a:latin typeface="Arial"/>
                <a:ea typeface="Arial"/>
                <a:cs typeface="Arial"/>
              </a:rPr>
              <a:t>Kaynaklar: </a:t>
            </a:r>
            <a:r>
              <a:rPr sz="1050">
                <a:solidFill>
                  <a:srgbClr val="50616A"/>
                </a:solidFill>
                <a:latin typeface="Arial"/>
                <a:ea typeface="Arial"/>
                <a:cs typeface="Arial"/>
                <a:hlinkClick xmlns:r="http://schemas.openxmlformats.org/officeDocument/2006/relationships" r:id="Rbf34894decd3429c"/>
              </a:rPr>
              <a:t>S02  </a:t>
            </a:r>
            <a:r>
              <a:rPr sz="1050">
                <a:solidFill>
                  <a:srgbClr val="50616A"/>
                </a:solidFill>
                <a:latin typeface="Arial"/>
                <a:ea typeface="Arial"/>
                <a:cs typeface="Arial"/>
                <a:hlinkClick xmlns:r="http://schemas.openxmlformats.org/officeDocument/2006/relationships" r:id="Rdc664f45663140c9"/>
              </a:rPr>
              <a:t>S04  </a:t>
            </a:r>
          </a:p>
        </p:txBody>
      </p:sp>
    </p:spTree>
    <p:extLst>
      <p:ext uri="{BB962C8B-B14F-4D97-AF65-F5344CB8AC3E}">
        <p14:creationId xmlns:p14="http://schemas.microsoft.com/office/powerpoint/2010/main" val="724691847"/>
      </p:ext>
    </p:extLst>
  </p:cSld>
</p:sld>
</file>

<file path=ppt/slides/slide6.xml><?xml version="1.0" encoding="utf-8"?>
<p:sld xmlns:p="http://schemas.openxmlformats.org/presentationml/2006/main">
  <p:cSld>
    <p:bg>
      <p:bgPr>
        <a:solidFill xmlns:a="http://schemas.openxmlformats.org/drawingml/2006/main">
          <a:srgbClr val="F5F4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FBF3E8B-0F47-4134-B7A0-A05677714862}"/>
              </a:ext>
            </a:extLst>
          </p:cNvPr>
          <p:cNvSpPr>
            <a:spLocks xmlns:a="http://schemas.openxmlformats.org/drawingml/2006/main" noGrp="1"/>
          </p:cNvSpPr>
          <p:nvPr/>
        </p:nvSpPr>
        <p:spPr>
          <a:xfrm xmlns:a="http://schemas.openxmlformats.org/drawingml/2006/main">
            <a:off x="647700" y="49530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52E3D"/>
                </a:solidFill>
                <a:latin typeface="Arial"/>
                <a:ea typeface="Arial"/>
                <a:cs typeface="Arial"/>
              </a:defRPr>
            </a:defPPr>
            <a:lvl1pPr>
              <a:defRPr sz="3300" b="1">
                <a:solidFill>
                  <a:srgbClr val="152E3D"/>
                </a:solidFill>
                <a:latin typeface="Arial"/>
                <a:ea typeface="Arial"/>
                <a:cs typeface="Arial"/>
              </a:defRPr>
            </a:lvl1pPr>
            <a:lvl2pPr>
              <a:defRPr sz="3300" b="1">
                <a:solidFill>
                  <a:srgbClr val="152E3D"/>
                </a:solidFill>
                <a:latin typeface="Arial"/>
                <a:ea typeface="Arial"/>
                <a:cs typeface="Arial"/>
              </a:defRPr>
            </a:lvl2pPr>
            <a:lvl3pPr>
              <a:defRPr sz="3300" b="1">
                <a:solidFill>
                  <a:srgbClr val="152E3D"/>
                </a:solidFill>
                <a:latin typeface="Arial"/>
                <a:ea typeface="Arial"/>
                <a:cs typeface="Arial"/>
              </a:defRPr>
            </a:lvl3pPr>
            <a:lvl4pPr>
              <a:defRPr sz="3300" b="1">
                <a:solidFill>
                  <a:srgbClr val="152E3D"/>
                </a:solidFill>
                <a:latin typeface="Arial"/>
                <a:ea typeface="Arial"/>
                <a:cs typeface="Arial"/>
              </a:defRPr>
            </a:lvl4pPr>
            <a:lvl5pPr>
              <a:defRPr sz="3300" b="1">
                <a:solidFill>
                  <a:srgbClr val="152E3D"/>
                </a:solidFill>
                <a:latin typeface="Arial"/>
                <a:ea typeface="Arial"/>
                <a:cs typeface="Arial"/>
              </a:defRPr>
            </a:lvl5pPr>
            <a:lvl6pPr>
              <a:defRPr sz="3300" b="1">
                <a:solidFill>
                  <a:srgbClr val="152E3D"/>
                </a:solidFill>
                <a:latin typeface="Arial"/>
                <a:ea typeface="Arial"/>
                <a:cs typeface="Arial"/>
              </a:defRPr>
            </a:lvl6pPr>
            <a:lvl7pPr>
              <a:defRPr sz="3300" b="1">
                <a:solidFill>
                  <a:srgbClr val="152E3D"/>
                </a:solidFill>
                <a:latin typeface="Arial"/>
                <a:ea typeface="Arial"/>
                <a:cs typeface="Arial"/>
              </a:defRPr>
            </a:lvl7pPr>
            <a:lvl8pPr>
              <a:defRPr sz="3300" b="1">
                <a:solidFill>
                  <a:srgbClr val="152E3D"/>
                </a:solidFill>
                <a:latin typeface="Arial"/>
                <a:ea typeface="Arial"/>
                <a:cs typeface="Arial"/>
              </a:defRPr>
            </a:lvl8pPr>
            <a:lvl9pPr>
              <a:defRPr sz="3300" b="1">
                <a:solidFill>
                  <a:srgbClr val="152E3D"/>
                </a:solidFill>
                <a:latin typeface="Arial"/>
                <a:ea typeface="Arial"/>
                <a:cs typeface="Arial"/>
              </a:defRPr>
            </a:lvl9pPr>
          </a:lstStyle>
          <a:p xmlns:a="http://schemas.openxmlformats.org/drawingml/2006/main">
            <a:pPr>
              <a:defRPr sz="3300" b="1">
                <a:solidFill>
                  <a:srgbClr val="152E3D"/>
                </a:solidFill>
                <a:latin typeface="Arial"/>
                <a:ea typeface="Arial"/>
                <a:cs typeface="Arial"/>
              </a:defRPr>
            </a:pPr>
            <a:r>
              <a:rPr sz="3300" b="1">
                <a:solidFill>
                  <a:srgbClr val="152E3D"/>
                </a:solidFill>
                <a:latin typeface="Arial"/>
                <a:ea typeface="Arial"/>
                <a:cs typeface="Arial"/>
              </a:rPr>
              <a:t>Günlük incelemede işe yarayan DQL kalıpları</a:t>
            </a:r>
          </a:p>
        </p:txBody>
      </p:sp>
      <p:graphicFrame>
        <p:nvGraphicFramePr>
          <p:cNvPr id="2" name="">
            <a:extLst xmlns:a="http://schemas.openxmlformats.org/drawingml/2006/main">
              <a:ext uri="{FF2B5EF4-FFF2-40B4-BE49-F238E27FC236}">
                <a16:creationId xmlns:a16="http://schemas.microsoft.com/office/drawing/2014/main" id="{FB2EA04F-C87E-4A9A-A7B3-DAF48A7E2837}"/>
              </a:ext>
            </a:extLst>
          </p:cNvPr>
          <p:cNvGraphicFramePr/>
          <p:nvPr/>
        </p:nvGraphicFramePr>
        <p:xfrm>
          <a:off xmlns:a="http://schemas.openxmlformats.org/drawingml/2006/main" x="647700" y="1571625"/>
          <a:ext xmlns:a="http://schemas.openxmlformats.org/drawingml/2006/main" cx="10896600" cy="3476625"/>
        </p:xfrm>
        <a:graphic xmlns:a="http://schemas.openxmlformats.org/drawingml/2006/main">
          <a:graphicData uri="http://schemas.openxmlformats.org/drawingml/2006/table">
            <a:tbl>
              <a:tblPr firstRow="0" bandRow="0"/>
              <a:tblGrid>
                <a:gridCol w="3048000"/>
                <a:gridCol w="7848600"/>
              </a:tblGrid>
              <a:tr h="579438">
                <a:tc>
                  <a:txBody>
                    <a:bodyPr lIns="152400" tIns="95250" rIns="133350" bIns="95250">
                      <a:noAutofit/>
                    </a:bodyPr>
                    <a:lstStyle/>
                    <a:p>
                      <a:r>
                        <a:rPr sz="1800" b="1">
                          <a:solidFill>
                            <a:srgbClr val="F5F4F0"/>
                          </a:solidFill>
                          <a:latin typeface="Arial"/>
                          <a:ea typeface="Arial"/>
                          <a:cs typeface="Arial"/>
                        </a:rPr>
                        <a:t>Amaç</a:t>
                      </a:r>
                    </a:p>
                  </a:txBody>
                  <a:tcPr marL="91440" marR="91440" marT="45720" marB="45720" anchor="ctr">
                    <a:lnL w="4763">
                      <a:solidFill>
                        <a:srgbClr val="D1D9D9"/>
                      </a:solidFill>
                      <a:prstDash val="solid"/>
                    </a:lnL>
                    <a:lnR w="4763">
                      <a:solidFill>
                        <a:srgbClr val="D1D9D9"/>
                      </a:solidFill>
                      <a:prstDash val="solid"/>
                    </a:lnR>
                    <a:lnT w="4763">
                      <a:solidFill>
                        <a:srgbClr val="D1D9D9"/>
                      </a:solidFill>
                      <a:prstDash val="solid"/>
                    </a:lnT>
                    <a:lnB w="4763">
                      <a:solidFill>
                        <a:srgbClr val="D1D9D9"/>
                      </a:solidFill>
                      <a:prstDash val="solid"/>
                    </a:lnB>
                    <a:solidFill>
                      <a:srgbClr val="152E3D"/>
                    </a:solidFill>
                  </a:tcPr>
                </a:tc>
                <a:tc>
                  <a:txBody>
                    <a:bodyPr lIns="152400" tIns="95250" rIns="133350" bIns="95250">
                      <a:noAutofit/>
                    </a:bodyPr>
                    <a:lstStyle/>
                    <a:p>
                      <a:r>
                        <a:rPr sz="1800" b="1">
                          <a:solidFill>
                            <a:srgbClr val="F5F4F0"/>
                          </a:solidFill>
                          <a:latin typeface="Arial"/>
                          <a:ea typeface="Arial"/>
                          <a:cs typeface="Arial"/>
                        </a:rPr>
                        <a:t>DQL</a:t>
                      </a:r>
                    </a:p>
                  </a:txBody>
                  <a:tcPr marL="91440" marR="91440" marT="45720" marB="45720" anchor="ctr">
                    <a:lnR w="4763">
                      <a:solidFill>
                        <a:srgbClr val="D1D9D9"/>
                      </a:solidFill>
                      <a:prstDash val="solid"/>
                    </a:lnR>
                    <a:lnT w="4763">
                      <a:solidFill>
                        <a:srgbClr val="D1D9D9"/>
                      </a:solidFill>
                      <a:prstDash val="solid"/>
                    </a:lnT>
                    <a:lnB w="4763">
                      <a:solidFill>
                        <a:srgbClr val="D1D9D9"/>
                      </a:solidFill>
                      <a:prstDash val="solid"/>
                    </a:lnB>
                    <a:solidFill>
                      <a:srgbClr val="152E3D"/>
                    </a:solidFill>
                  </a:tcPr>
                </a:tc>
              </a:tr>
              <a:tr h="579438">
                <a:tc>
                  <a:txBody>
                    <a:bodyPr lIns="152400" tIns="95250" rIns="133350" bIns="95250">
                      <a:noAutofit/>
                    </a:bodyPr>
                    <a:lstStyle/>
                    <a:p>
                      <a:r>
                        <a:rPr sz="1800" b="0">
                          <a:solidFill>
                            <a:srgbClr val="152E3D"/>
                          </a:solidFill>
                          <a:latin typeface="Arial"/>
                          <a:ea typeface="Arial"/>
                          <a:cs typeface="Arial"/>
                        </a:rPr>
                        <a:t>Belirli olay</a:t>
                      </a:r>
                    </a:p>
                  </a:txBody>
                  <a:tcPr marL="91440" marR="91440" marT="45720" marB="45720" anchor="ctr">
                    <a:lnL w="4763">
                      <a:solidFill>
                        <a:srgbClr val="D1D9D9"/>
                      </a:solidFill>
                      <a:prstDash val="solid"/>
                    </a:lnL>
                    <a:lnR w="4763">
                      <a:solidFill>
                        <a:srgbClr val="D1D9D9"/>
                      </a:solidFill>
                      <a:prstDash val="solid"/>
                    </a:lnR>
                    <a:lnB w="4763">
                      <a:solidFill>
                        <a:srgbClr val="D1D9D9"/>
                      </a:solidFill>
                      <a:prstDash val="solid"/>
                    </a:lnB>
                    <a:solidFill>
                      <a:srgbClr val="F5F4F0"/>
                    </a:solidFill>
                  </a:tcPr>
                </a:tc>
                <a:tc>
                  <a:txBody>
                    <a:bodyPr lIns="152400" tIns="95250" rIns="133350" bIns="95250">
                      <a:noAutofit/>
                    </a:bodyPr>
                    <a:lstStyle/>
                    <a:p>
                      <a:r>
                        <a:rPr sz="1800" b="0">
                          <a:solidFill>
                            <a:srgbClr val="152E3D"/>
                          </a:solidFill>
                          <a:latin typeface="Arial"/>
                          <a:ea typeface="Arial"/>
                          <a:cs typeface="Arial"/>
                        </a:rPr>
                        <a:t>event_id: "evt-011"</a:t>
                      </a:r>
                    </a:p>
                  </a:txBody>
                  <a:tcPr marL="91440" marR="91440" marT="45720" marB="45720" anchor="ctr">
                    <a:lnR w="4763">
                      <a:solidFill>
                        <a:srgbClr val="D1D9D9"/>
                      </a:solidFill>
                      <a:prstDash val="solid"/>
                    </a:lnR>
                    <a:lnB w="4763">
                      <a:solidFill>
                        <a:srgbClr val="D1D9D9"/>
                      </a:solidFill>
                      <a:prstDash val="solid"/>
                    </a:lnB>
                    <a:solidFill>
                      <a:srgbClr val="F5F4F0"/>
                    </a:solidFill>
                  </a:tcPr>
                </a:tc>
              </a:tr>
              <a:tr h="579438">
                <a:tc>
                  <a:txBody>
                    <a:bodyPr lIns="152400" tIns="95250" rIns="133350" bIns="95250">
                      <a:noAutofit/>
                    </a:bodyPr>
                    <a:lstStyle/>
                    <a:p>
                      <a:r>
                        <a:rPr sz="1800" b="0">
                          <a:solidFill>
                            <a:srgbClr val="152E3D"/>
                          </a:solidFill>
                          <a:latin typeface="Arial"/>
                          <a:ea typeface="Arial"/>
                          <a:cs typeface="Arial"/>
                        </a:rPr>
                        <a:t>İki seviye + gecikme</a:t>
                      </a:r>
                    </a:p>
                  </a:txBody>
                  <a:tcPr marL="91440" marR="91440" marT="45720" marB="45720" anchor="ctr">
                    <a:lnL w="4763">
                      <a:solidFill>
                        <a:srgbClr val="D1D9D9"/>
                      </a:solidFill>
                      <a:prstDash val="solid"/>
                    </a:lnL>
                    <a:lnR w="4763">
                      <a:solidFill>
                        <a:srgbClr val="D1D9D9"/>
                      </a:solidFill>
                      <a:prstDash val="solid"/>
                    </a:lnR>
                    <a:lnB w="4763">
                      <a:solidFill>
                        <a:srgbClr val="D1D9D9"/>
                      </a:solidFill>
                      <a:prstDash val="solid"/>
                    </a:lnB>
                    <a:solidFill>
                      <a:srgbClr val="F5F4F0"/>
                    </a:solidFill>
                  </a:tcPr>
                </a:tc>
                <a:tc>
                  <a:txBody>
                    <a:bodyPr lIns="152400" tIns="95250" rIns="133350" bIns="95250">
                      <a:noAutofit/>
                    </a:bodyPr>
                    <a:lstStyle/>
                    <a:p>
                      <a:r>
                        <a:rPr sz="1800" b="0">
                          <a:solidFill>
                            <a:srgbClr val="152E3D"/>
                          </a:solidFill>
                          <a:latin typeface="Arial"/>
                          <a:ea typeface="Arial"/>
                          <a:cs typeface="Arial"/>
                        </a:rPr>
                        <a:t>level: (ERROR or WARN) and duration_ms &gt;= 1000</a:t>
                      </a:r>
                    </a:p>
                  </a:txBody>
                  <a:tcPr marL="91440" marR="91440" marT="45720" marB="45720" anchor="ctr">
                    <a:lnR w="4763">
                      <a:solidFill>
                        <a:srgbClr val="D1D9D9"/>
                      </a:solidFill>
                      <a:prstDash val="solid"/>
                    </a:lnR>
                    <a:lnB w="4763">
                      <a:solidFill>
                        <a:srgbClr val="D1D9D9"/>
                      </a:solidFill>
                      <a:prstDash val="solid"/>
                    </a:lnB>
                    <a:solidFill>
                      <a:srgbClr val="F5F4F0"/>
                    </a:solidFill>
                  </a:tcPr>
                </a:tc>
              </a:tr>
              <a:tr h="579438">
                <a:tc>
                  <a:txBody>
                    <a:bodyPr lIns="152400" tIns="95250" rIns="133350" bIns="95250">
                      <a:noAutofit/>
                    </a:bodyPr>
                    <a:lstStyle/>
                    <a:p>
                      <a:r>
                        <a:rPr sz="1800" b="0">
                          <a:solidFill>
                            <a:srgbClr val="152E3D"/>
                          </a:solidFill>
                          <a:latin typeface="Arial"/>
                          <a:ea typeface="Arial"/>
                          <a:cs typeface="Arial"/>
                        </a:rPr>
                        <a:t>İki kelime de bulunsun</a:t>
                      </a:r>
                    </a:p>
                  </a:txBody>
                  <a:tcPr marL="91440" marR="91440" marT="45720" marB="45720" anchor="ctr">
                    <a:lnL w="4763">
                      <a:solidFill>
                        <a:srgbClr val="D1D9D9"/>
                      </a:solidFill>
                      <a:prstDash val="solid"/>
                    </a:lnL>
                    <a:lnR w="4763">
                      <a:solidFill>
                        <a:srgbClr val="D1D9D9"/>
                      </a:solidFill>
                      <a:prstDash val="solid"/>
                    </a:lnR>
                    <a:lnB w="4763">
                      <a:solidFill>
                        <a:srgbClr val="D1D9D9"/>
                      </a:solidFill>
                      <a:prstDash val="solid"/>
                    </a:lnB>
                    <a:solidFill>
                      <a:srgbClr val="F5F4F0"/>
                    </a:solidFill>
                  </a:tcPr>
                </a:tc>
                <a:tc>
                  <a:txBody>
                    <a:bodyPr lIns="152400" tIns="95250" rIns="133350" bIns="95250">
                      <a:noAutofit/>
                    </a:bodyPr>
                    <a:lstStyle/>
                    <a:p>
                      <a:r>
                        <a:rPr sz="1800" b="0">
                          <a:solidFill>
                            <a:srgbClr val="152E3D"/>
                          </a:solidFill>
                          <a:latin typeface="Arial"/>
                          <a:ea typeface="Arial"/>
                          <a:cs typeface="Arial"/>
                        </a:rPr>
                        <a:t>message: connection and message: timeout</a:t>
                      </a:r>
                    </a:p>
                  </a:txBody>
                  <a:tcPr marL="91440" marR="91440" marT="45720" marB="45720" anchor="ctr">
                    <a:lnR w="4763">
                      <a:solidFill>
                        <a:srgbClr val="D1D9D9"/>
                      </a:solidFill>
                      <a:prstDash val="solid"/>
                    </a:lnR>
                    <a:lnB w="4763">
                      <a:solidFill>
                        <a:srgbClr val="D1D9D9"/>
                      </a:solidFill>
                      <a:prstDash val="solid"/>
                    </a:lnB>
                    <a:solidFill>
                      <a:srgbClr val="F5F4F0"/>
                    </a:solidFill>
                  </a:tcPr>
                </a:tc>
              </a:tr>
              <a:tr h="579438">
                <a:tc>
                  <a:txBody>
                    <a:bodyPr lIns="152400" tIns="95250" rIns="133350" bIns="95250">
                      <a:noAutofit/>
                    </a:bodyPr>
                    <a:lstStyle/>
                    <a:p>
                      <a:r>
                        <a:rPr sz="1800" b="0">
                          <a:solidFill>
                            <a:srgbClr val="152E3D"/>
                          </a:solidFill>
                          <a:latin typeface="Arial"/>
                          <a:ea typeface="Arial"/>
                          <a:cs typeface="Arial"/>
                        </a:rPr>
                        <a:t>Eksik korelasyon</a:t>
                      </a:r>
                    </a:p>
                  </a:txBody>
                  <a:tcPr marL="91440" marR="91440" marT="45720" marB="45720" anchor="ctr">
                    <a:lnL w="4763">
                      <a:solidFill>
                        <a:srgbClr val="D1D9D9"/>
                      </a:solidFill>
                      <a:prstDash val="solid"/>
                    </a:lnL>
                    <a:lnR w="4763">
                      <a:solidFill>
                        <a:srgbClr val="D1D9D9"/>
                      </a:solidFill>
                      <a:prstDash val="solid"/>
                    </a:lnR>
                    <a:lnB w="4763">
                      <a:solidFill>
                        <a:srgbClr val="D1D9D9"/>
                      </a:solidFill>
                      <a:prstDash val="solid"/>
                    </a:lnB>
                    <a:solidFill>
                      <a:srgbClr val="F5F4F0"/>
                    </a:solidFill>
                  </a:tcPr>
                </a:tc>
                <a:tc>
                  <a:txBody>
                    <a:bodyPr lIns="152400" tIns="95250" rIns="133350" bIns="95250">
                      <a:noAutofit/>
                    </a:bodyPr>
                    <a:lstStyle/>
                    <a:p>
                      <a:r>
                        <a:rPr sz="1800" b="0">
                          <a:solidFill>
                            <a:srgbClr val="152E3D"/>
                          </a:solidFill>
                          <a:latin typeface="Arial"/>
                          <a:ea typeface="Arial"/>
                          <a:cs typeface="Arial"/>
                        </a:rPr>
                        <a:t>not trace_id:*</a:t>
                      </a:r>
                    </a:p>
                  </a:txBody>
                  <a:tcPr marL="91440" marR="91440" marT="45720" marB="45720" anchor="ctr">
                    <a:lnR w="4763">
                      <a:solidFill>
                        <a:srgbClr val="D1D9D9"/>
                      </a:solidFill>
                      <a:prstDash val="solid"/>
                    </a:lnR>
                    <a:lnB w="4763">
                      <a:solidFill>
                        <a:srgbClr val="D1D9D9"/>
                      </a:solidFill>
                      <a:prstDash val="solid"/>
                    </a:lnB>
                    <a:solidFill>
                      <a:srgbClr val="F5F4F0"/>
                    </a:solidFill>
                  </a:tcPr>
                </a:tc>
              </a:tr>
              <a:tr h="579438">
                <a:tc>
                  <a:txBody>
                    <a:bodyPr lIns="152400" tIns="95250" rIns="133350" bIns="95250">
                      <a:noAutofit/>
                    </a:bodyPr>
                    <a:lstStyle/>
                    <a:p>
                      <a:r>
                        <a:rPr sz="1800" b="0">
                          <a:solidFill>
                            <a:srgbClr val="152E3D"/>
                          </a:solidFill>
                          <a:latin typeface="Arial"/>
                          <a:ea typeface="Arial"/>
                          <a:cs typeface="Arial"/>
                        </a:rPr>
                        <a:t>Servis öneki</a:t>
                      </a:r>
                    </a:p>
                  </a:txBody>
                  <a:tcPr marL="91440" marR="91440" marT="45720" marB="45720" anchor="ctr">
                    <a:lnL w="4763">
                      <a:solidFill>
                        <a:srgbClr val="D1D9D9"/>
                      </a:solidFill>
                      <a:prstDash val="solid"/>
                    </a:lnL>
                    <a:lnR w="4763">
                      <a:solidFill>
                        <a:srgbClr val="D1D9D9"/>
                      </a:solidFill>
                      <a:prstDash val="solid"/>
                    </a:lnR>
                    <a:lnB w="4763">
                      <a:solidFill>
                        <a:srgbClr val="D1D9D9"/>
                      </a:solidFill>
                      <a:prstDash val="solid"/>
                    </a:lnB>
                    <a:solidFill>
                      <a:srgbClr val="F5F4F0"/>
                    </a:solidFill>
                  </a:tcPr>
                </a:tc>
                <a:tc>
                  <a:txBody>
                    <a:bodyPr lIns="152400" tIns="95250" rIns="133350" bIns="95250">
                      <a:noAutofit/>
                    </a:bodyPr>
                    <a:lstStyle/>
                    <a:p>
                      <a:r>
                        <a:rPr sz="1800" b="0">
                          <a:solidFill>
                            <a:srgbClr val="152E3D"/>
                          </a:solidFill>
                          <a:latin typeface="Arial"/>
                          <a:ea typeface="Arial"/>
                          <a:cs typeface="Arial"/>
                        </a:rPr>
                        <a:t>service_name: check*</a:t>
                      </a:r>
                    </a:p>
                  </a:txBody>
                  <a:tcPr marL="91440" marR="91440" marT="45720" marB="45720" anchor="ctr">
                    <a:lnR w="4763">
                      <a:solidFill>
                        <a:srgbClr val="D1D9D9"/>
                      </a:solidFill>
                      <a:prstDash val="solid"/>
                    </a:lnR>
                    <a:lnB w="4763">
                      <a:solidFill>
                        <a:srgbClr val="D1D9D9"/>
                      </a:solidFill>
                      <a:prstDash val="solid"/>
                    </a:lnB>
                    <a:solidFill>
                      <a:srgbClr val="F5F4F0"/>
                    </a:solidFill>
                  </a:tcPr>
                </a:tc>
              </a:tr>
            </a:tbl>
          </a:graphicData>
        </a:graphic>
      </p:graphicFrame>
      <p:sp>
        <p:nvSpPr>
          <p:cNvPr id="3" name="">
            <a:extLst xmlns:a="http://schemas.openxmlformats.org/drawingml/2006/main">
              <a:ext uri="{FF2B5EF4-FFF2-40B4-BE49-F238E27FC236}">
                <a16:creationId xmlns:a16="http://schemas.microsoft.com/office/drawing/2014/main" id="{C0AC5306-4D42-4C38-9750-2C0262BB7EE9}"/>
              </a:ext>
            </a:extLst>
          </p:cNvPr>
          <p:cNvSpPr>
            <a:spLocks xmlns:a="http://schemas.openxmlformats.org/drawingml/2006/main" noGrp="1"/>
          </p:cNvSpPr>
          <p:nvPr/>
        </p:nvSpPr>
        <p:spPr>
          <a:xfrm xmlns:a="http://schemas.openxmlformats.org/drawingml/2006/main">
            <a:off x="647700" y="5534025"/>
            <a:ext cx="10896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007F83"/>
                </a:solidFill>
                <a:latin typeface="Arial"/>
                <a:ea typeface="Arial"/>
                <a:cs typeface="Arial"/>
              </a:defRPr>
            </a:defPPr>
            <a:lvl1pPr>
              <a:defRPr sz="1800" b="1">
                <a:solidFill>
                  <a:srgbClr val="007F83"/>
                </a:solidFill>
                <a:latin typeface="Arial"/>
                <a:ea typeface="Arial"/>
                <a:cs typeface="Arial"/>
              </a:defRPr>
            </a:lvl1pPr>
            <a:lvl2pPr>
              <a:defRPr sz="1800" b="1">
                <a:solidFill>
                  <a:srgbClr val="007F83"/>
                </a:solidFill>
                <a:latin typeface="Arial"/>
                <a:ea typeface="Arial"/>
                <a:cs typeface="Arial"/>
              </a:defRPr>
            </a:lvl2pPr>
            <a:lvl3pPr>
              <a:defRPr sz="1800" b="1">
                <a:solidFill>
                  <a:srgbClr val="007F83"/>
                </a:solidFill>
                <a:latin typeface="Arial"/>
                <a:ea typeface="Arial"/>
                <a:cs typeface="Arial"/>
              </a:defRPr>
            </a:lvl3pPr>
            <a:lvl4pPr>
              <a:defRPr sz="1800" b="1">
                <a:solidFill>
                  <a:srgbClr val="007F83"/>
                </a:solidFill>
                <a:latin typeface="Arial"/>
                <a:ea typeface="Arial"/>
                <a:cs typeface="Arial"/>
              </a:defRPr>
            </a:lvl4pPr>
            <a:lvl5pPr>
              <a:defRPr sz="1800" b="1">
                <a:solidFill>
                  <a:srgbClr val="007F83"/>
                </a:solidFill>
                <a:latin typeface="Arial"/>
                <a:ea typeface="Arial"/>
                <a:cs typeface="Arial"/>
              </a:defRPr>
            </a:lvl5pPr>
            <a:lvl6pPr>
              <a:defRPr sz="1800" b="1">
                <a:solidFill>
                  <a:srgbClr val="007F83"/>
                </a:solidFill>
                <a:latin typeface="Arial"/>
                <a:ea typeface="Arial"/>
                <a:cs typeface="Arial"/>
              </a:defRPr>
            </a:lvl6pPr>
            <a:lvl7pPr>
              <a:defRPr sz="1800" b="1">
                <a:solidFill>
                  <a:srgbClr val="007F83"/>
                </a:solidFill>
                <a:latin typeface="Arial"/>
                <a:ea typeface="Arial"/>
                <a:cs typeface="Arial"/>
              </a:defRPr>
            </a:lvl7pPr>
            <a:lvl8pPr>
              <a:defRPr sz="1800" b="1">
                <a:solidFill>
                  <a:srgbClr val="007F83"/>
                </a:solidFill>
                <a:latin typeface="Arial"/>
                <a:ea typeface="Arial"/>
                <a:cs typeface="Arial"/>
              </a:defRPr>
            </a:lvl8pPr>
            <a:lvl9pPr>
              <a:defRPr sz="1800" b="1">
                <a:solidFill>
                  <a:srgbClr val="007F83"/>
                </a:solidFill>
                <a:latin typeface="Arial"/>
                <a:ea typeface="Arial"/>
                <a:cs typeface="Arial"/>
              </a:defRPr>
            </a:lvl9pPr>
          </a:lstStyle>
          <a:p xmlns:a="http://schemas.openxmlformats.org/drawingml/2006/main">
            <a:pPr>
              <a:defRPr sz="1800" b="1">
                <a:solidFill>
                  <a:srgbClr val="007F83"/>
                </a:solidFill>
                <a:latin typeface="Arial"/>
                <a:ea typeface="Arial"/>
                <a:cs typeface="Arial"/>
              </a:defRPr>
            </a:pPr>
            <a:r>
              <a:rPr sz="1800" b="1">
                <a:solidFill>
                  <a:srgbClr val="007F83"/>
                </a:solidFill>
                <a:latin typeface="Arial"/>
                <a:ea typeface="Arial"/>
                <a:cs typeface="Arial"/>
              </a:rPr>
              <a:t>Ortak kapsam: doğru indeks + zaman + ortam. AND/OR için parantez kullan.</a:t>
            </a:r>
          </a:p>
        </p:txBody>
      </p:sp>
      <p:sp>
        <p:nvSpPr>
          <p:cNvPr id="4" name="">
            <a:extLst xmlns:a="http://schemas.openxmlformats.org/drawingml/2006/main">
              <a:ext uri="{FF2B5EF4-FFF2-40B4-BE49-F238E27FC236}">
                <a16:creationId xmlns:a16="http://schemas.microsoft.com/office/drawing/2014/main" id="{ADDA3A12-9E2A-4F7B-B164-876A63B3545D}"/>
              </a:ext>
            </a:extLst>
          </p:cNvPr>
          <p:cNvSpPr>
            <a:spLocks xmlns:a="http://schemas.openxmlformats.org/drawingml/2006/main" noGrp="1"/>
          </p:cNvSpPr>
          <p:nvPr/>
        </p:nvSpPr>
        <p:spPr>
          <a:xfrm xmlns:a="http://schemas.openxmlformats.org/drawingml/2006/main">
            <a:off x="10858500" y="6429375"/>
            <a:ext cx="714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0616A"/>
                </a:solidFill>
                <a:latin typeface="Arial"/>
                <a:ea typeface="Arial"/>
                <a:cs typeface="Arial"/>
              </a:defRPr>
            </a:defPPr>
            <a:lvl1pPr>
              <a:defRPr sz="1200" b="0">
                <a:solidFill>
                  <a:srgbClr val="50616A"/>
                </a:solidFill>
                <a:latin typeface="Arial"/>
                <a:ea typeface="Arial"/>
                <a:cs typeface="Arial"/>
              </a:defRPr>
            </a:lvl1pPr>
            <a:lvl2pPr>
              <a:defRPr sz="1200" b="0">
                <a:solidFill>
                  <a:srgbClr val="50616A"/>
                </a:solidFill>
                <a:latin typeface="Arial"/>
                <a:ea typeface="Arial"/>
                <a:cs typeface="Arial"/>
              </a:defRPr>
            </a:lvl2pPr>
            <a:lvl3pPr>
              <a:defRPr sz="1200" b="0">
                <a:solidFill>
                  <a:srgbClr val="50616A"/>
                </a:solidFill>
                <a:latin typeface="Arial"/>
                <a:ea typeface="Arial"/>
                <a:cs typeface="Arial"/>
              </a:defRPr>
            </a:lvl3pPr>
            <a:lvl4pPr>
              <a:defRPr sz="1200" b="0">
                <a:solidFill>
                  <a:srgbClr val="50616A"/>
                </a:solidFill>
                <a:latin typeface="Arial"/>
                <a:ea typeface="Arial"/>
                <a:cs typeface="Arial"/>
              </a:defRPr>
            </a:lvl4pPr>
            <a:lvl5pPr>
              <a:defRPr sz="1200" b="0">
                <a:solidFill>
                  <a:srgbClr val="50616A"/>
                </a:solidFill>
                <a:latin typeface="Arial"/>
                <a:ea typeface="Arial"/>
                <a:cs typeface="Arial"/>
              </a:defRPr>
            </a:lvl5pPr>
            <a:lvl6pPr>
              <a:defRPr sz="1200" b="0">
                <a:solidFill>
                  <a:srgbClr val="50616A"/>
                </a:solidFill>
                <a:latin typeface="Arial"/>
                <a:ea typeface="Arial"/>
                <a:cs typeface="Arial"/>
              </a:defRPr>
            </a:lvl6pPr>
            <a:lvl7pPr>
              <a:defRPr sz="1200" b="0">
                <a:solidFill>
                  <a:srgbClr val="50616A"/>
                </a:solidFill>
                <a:latin typeface="Arial"/>
                <a:ea typeface="Arial"/>
                <a:cs typeface="Arial"/>
              </a:defRPr>
            </a:lvl7pPr>
            <a:lvl8pPr>
              <a:defRPr sz="1200" b="0">
                <a:solidFill>
                  <a:srgbClr val="50616A"/>
                </a:solidFill>
                <a:latin typeface="Arial"/>
                <a:ea typeface="Arial"/>
                <a:cs typeface="Arial"/>
              </a:defRPr>
            </a:lvl8pPr>
            <a:lvl9pPr>
              <a:defRPr sz="1200" b="0">
                <a:solidFill>
                  <a:srgbClr val="50616A"/>
                </a:solidFill>
                <a:latin typeface="Arial"/>
                <a:ea typeface="Arial"/>
                <a:cs typeface="Arial"/>
              </a:defRPr>
            </a:lvl9pPr>
          </a:lstStyle>
          <a:p xmlns:a="http://schemas.openxmlformats.org/drawingml/2006/main">
            <a:pPr>
              <a:defRPr sz="1200" b="0">
                <a:solidFill>
                  <a:srgbClr val="50616A"/>
                </a:solidFill>
                <a:latin typeface="Arial"/>
                <a:ea typeface="Arial"/>
                <a:cs typeface="Arial"/>
              </a:defRPr>
            </a:pPr>
            <a:r>
              <a:rPr sz="1200" b="0">
                <a:solidFill>
                  <a:srgbClr val="50616A"/>
                </a:solidFill>
                <a:latin typeface="Arial"/>
                <a:ea typeface="Arial"/>
                <a:cs typeface="Arial"/>
              </a:rPr>
              <a:t>06 / 26</a:t>
            </a:r>
          </a:p>
        </p:txBody>
      </p:sp>
      <p:sp>
        <p:nvSpPr>
          <p:cNvPr id="5" name="">
            <a:extLst xmlns:a="http://schemas.openxmlformats.org/drawingml/2006/main">
              <a:ext uri="{FF2B5EF4-FFF2-40B4-BE49-F238E27FC236}">
                <a16:creationId xmlns:a16="http://schemas.microsoft.com/office/drawing/2014/main" id="{638ADBFC-0578-4A17-902B-2226717C2193}"/>
              </a:ext>
            </a:extLst>
          </p:cNvPr>
          <p:cNvSpPr>
            <a:spLocks xmlns:a="http://schemas.openxmlformats.org/drawingml/2006/main" noGrp="1"/>
          </p:cNvSpPr>
          <p:nvPr/>
        </p:nvSpPr>
        <p:spPr>
          <a:xfrm xmlns:a="http://schemas.openxmlformats.org/drawingml/2006/main">
            <a:off x="647700" y="6438900"/>
            <a:ext cx="98583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0616A"/>
                </a:solidFill>
                <a:latin typeface="Arial"/>
                <a:ea typeface="Arial"/>
                <a:cs typeface="Arial"/>
              </a:defRPr>
            </a:defPPr>
            <a:lvl1pPr>
              <a:defRPr sz="1050" b="0">
                <a:solidFill>
                  <a:srgbClr val="50616A"/>
                </a:solidFill>
                <a:latin typeface="Arial"/>
                <a:ea typeface="Arial"/>
                <a:cs typeface="Arial"/>
              </a:defRPr>
            </a:lvl1pPr>
            <a:lvl2pPr>
              <a:defRPr sz="1050" b="0">
                <a:solidFill>
                  <a:srgbClr val="50616A"/>
                </a:solidFill>
                <a:latin typeface="Arial"/>
                <a:ea typeface="Arial"/>
                <a:cs typeface="Arial"/>
              </a:defRPr>
            </a:lvl2pPr>
            <a:lvl3pPr>
              <a:defRPr sz="1050" b="0">
                <a:solidFill>
                  <a:srgbClr val="50616A"/>
                </a:solidFill>
                <a:latin typeface="Arial"/>
                <a:ea typeface="Arial"/>
                <a:cs typeface="Arial"/>
              </a:defRPr>
            </a:lvl3pPr>
            <a:lvl4pPr>
              <a:defRPr sz="1050" b="0">
                <a:solidFill>
                  <a:srgbClr val="50616A"/>
                </a:solidFill>
                <a:latin typeface="Arial"/>
                <a:ea typeface="Arial"/>
                <a:cs typeface="Arial"/>
              </a:defRPr>
            </a:lvl4pPr>
            <a:lvl5pPr>
              <a:defRPr sz="1050" b="0">
                <a:solidFill>
                  <a:srgbClr val="50616A"/>
                </a:solidFill>
                <a:latin typeface="Arial"/>
                <a:ea typeface="Arial"/>
                <a:cs typeface="Arial"/>
              </a:defRPr>
            </a:lvl5pPr>
            <a:lvl6pPr>
              <a:defRPr sz="1050" b="0">
                <a:solidFill>
                  <a:srgbClr val="50616A"/>
                </a:solidFill>
                <a:latin typeface="Arial"/>
                <a:ea typeface="Arial"/>
                <a:cs typeface="Arial"/>
              </a:defRPr>
            </a:lvl6pPr>
            <a:lvl7pPr>
              <a:defRPr sz="1050" b="0">
                <a:solidFill>
                  <a:srgbClr val="50616A"/>
                </a:solidFill>
                <a:latin typeface="Arial"/>
                <a:ea typeface="Arial"/>
                <a:cs typeface="Arial"/>
              </a:defRPr>
            </a:lvl7pPr>
            <a:lvl8pPr>
              <a:defRPr sz="1050" b="0">
                <a:solidFill>
                  <a:srgbClr val="50616A"/>
                </a:solidFill>
                <a:latin typeface="Arial"/>
                <a:ea typeface="Arial"/>
                <a:cs typeface="Arial"/>
              </a:defRPr>
            </a:lvl8pPr>
            <a:lvl9pPr>
              <a:defRPr sz="1050" b="0">
                <a:solidFill>
                  <a:srgbClr val="50616A"/>
                </a:solidFill>
                <a:latin typeface="Arial"/>
                <a:ea typeface="Arial"/>
                <a:cs typeface="Arial"/>
              </a:defRPr>
            </a:lvl9pPr>
          </a:lstStyle>
          <a:p xmlns:a="http://schemas.openxmlformats.org/drawingml/2006/main">
            <a:pPr>
              <a:defRPr sz="1050" b="0">
                <a:solidFill>
                  <a:srgbClr val="50616A"/>
                </a:solidFill>
                <a:latin typeface="Arial"/>
                <a:ea typeface="Arial"/>
                <a:cs typeface="Arial"/>
              </a:defRPr>
            </a:pPr>
            <a:r>
              <a:rPr sz="1050">
                <a:solidFill>
                  <a:srgbClr val="50616A"/>
                </a:solidFill>
                <a:latin typeface="Arial"/>
                <a:ea typeface="Arial"/>
                <a:cs typeface="Arial"/>
              </a:rPr>
              <a:t>Kaynaklar: </a:t>
            </a:r>
            <a:r>
              <a:rPr sz="1050">
                <a:solidFill>
                  <a:srgbClr val="50616A"/>
                </a:solidFill>
                <a:latin typeface="Arial"/>
                <a:ea typeface="Arial"/>
                <a:cs typeface="Arial"/>
                <a:hlinkClick xmlns:r="http://schemas.openxmlformats.org/officeDocument/2006/relationships" r:id="Rdbe87ccfa7cc40c5"/>
              </a:rPr>
              <a:t>S02  </a:t>
            </a:r>
            <a:r>
              <a:rPr sz="1050">
                <a:solidFill>
                  <a:srgbClr val="50616A"/>
                </a:solidFill>
                <a:latin typeface="Arial"/>
                <a:ea typeface="Arial"/>
                <a:cs typeface="Arial"/>
                <a:hlinkClick xmlns:r="http://schemas.openxmlformats.org/officeDocument/2006/relationships" r:id="R45490af4cd524a66"/>
              </a:rPr>
              <a:t>S03  </a:t>
            </a:r>
            <a:r>
              <a:rPr sz="1050">
                <a:solidFill>
                  <a:srgbClr val="50616A"/>
                </a:solidFill>
                <a:latin typeface="Arial"/>
                <a:ea typeface="Arial"/>
                <a:cs typeface="Arial"/>
                <a:hlinkClick xmlns:r="http://schemas.openxmlformats.org/officeDocument/2006/relationships" r:id="R636462188f634418"/>
              </a:rPr>
              <a:t>S04  </a:t>
            </a:r>
            <a:r>
              <a:rPr sz="1050">
                <a:solidFill>
                  <a:srgbClr val="50616A"/>
                </a:solidFill>
                <a:latin typeface="Arial"/>
                <a:ea typeface="Arial"/>
                <a:cs typeface="Arial"/>
                <a:hlinkClick xmlns:r="http://schemas.openxmlformats.org/officeDocument/2006/relationships" r:id="R33bdfcaa516840a0"/>
              </a:rPr>
              <a:t>S10  </a:t>
            </a:r>
          </a:p>
        </p:txBody>
      </p:sp>
    </p:spTree>
    <p:extLst>
      <p:ext uri="{BB962C8B-B14F-4D97-AF65-F5344CB8AC3E}">
        <p14:creationId xmlns:p14="http://schemas.microsoft.com/office/powerpoint/2010/main" val="99487655"/>
      </p:ext>
    </p:extLst>
  </p:cSld>
</p:sld>
</file>

<file path=ppt/slides/slide7.xml><?xml version="1.0" encoding="utf-8"?>
<p:sld xmlns:p="http://schemas.openxmlformats.org/presentationml/2006/main">
  <p:cSld>
    <p:bg>
      <p:bgPr>
        <a:solidFill xmlns:a="http://schemas.openxmlformats.org/drawingml/2006/main">
          <a:srgbClr val="F5F4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A8839BB-88BB-4A20-8513-827A41B42D15}"/>
              </a:ext>
            </a:extLst>
          </p:cNvPr>
          <p:cNvSpPr>
            <a:spLocks xmlns:a="http://schemas.openxmlformats.org/drawingml/2006/main" noGrp="1"/>
          </p:cNvSpPr>
          <p:nvPr/>
        </p:nvSpPr>
        <p:spPr>
          <a:xfrm xmlns:a="http://schemas.openxmlformats.org/drawingml/2006/main">
            <a:off x="647700" y="49530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52E3D"/>
                </a:solidFill>
                <a:latin typeface="Arial"/>
                <a:ea typeface="Arial"/>
                <a:cs typeface="Arial"/>
              </a:defRPr>
            </a:defPPr>
            <a:lvl1pPr>
              <a:defRPr sz="3300" b="1">
                <a:solidFill>
                  <a:srgbClr val="152E3D"/>
                </a:solidFill>
                <a:latin typeface="Arial"/>
                <a:ea typeface="Arial"/>
                <a:cs typeface="Arial"/>
              </a:defRPr>
            </a:lvl1pPr>
            <a:lvl2pPr>
              <a:defRPr sz="3300" b="1">
                <a:solidFill>
                  <a:srgbClr val="152E3D"/>
                </a:solidFill>
                <a:latin typeface="Arial"/>
                <a:ea typeface="Arial"/>
                <a:cs typeface="Arial"/>
              </a:defRPr>
            </a:lvl2pPr>
            <a:lvl3pPr>
              <a:defRPr sz="3300" b="1">
                <a:solidFill>
                  <a:srgbClr val="152E3D"/>
                </a:solidFill>
                <a:latin typeface="Arial"/>
                <a:ea typeface="Arial"/>
                <a:cs typeface="Arial"/>
              </a:defRPr>
            </a:lvl3pPr>
            <a:lvl4pPr>
              <a:defRPr sz="3300" b="1">
                <a:solidFill>
                  <a:srgbClr val="152E3D"/>
                </a:solidFill>
                <a:latin typeface="Arial"/>
                <a:ea typeface="Arial"/>
                <a:cs typeface="Arial"/>
              </a:defRPr>
            </a:lvl4pPr>
            <a:lvl5pPr>
              <a:defRPr sz="3300" b="1">
                <a:solidFill>
                  <a:srgbClr val="152E3D"/>
                </a:solidFill>
                <a:latin typeface="Arial"/>
                <a:ea typeface="Arial"/>
                <a:cs typeface="Arial"/>
              </a:defRPr>
            </a:lvl5pPr>
            <a:lvl6pPr>
              <a:defRPr sz="3300" b="1">
                <a:solidFill>
                  <a:srgbClr val="152E3D"/>
                </a:solidFill>
                <a:latin typeface="Arial"/>
                <a:ea typeface="Arial"/>
                <a:cs typeface="Arial"/>
              </a:defRPr>
            </a:lvl6pPr>
            <a:lvl7pPr>
              <a:defRPr sz="3300" b="1">
                <a:solidFill>
                  <a:srgbClr val="152E3D"/>
                </a:solidFill>
                <a:latin typeface="Arial"/>
                <a:ea typeface="Arial"/>
                <a:cs typeface="Arial"/>
              </a:defRPr>
            </a:lvl7pPr>
            <a:lvl8pPr>
              <a:defRPr sz="3300" b="1">
                <a:solidFill>
                  <a:srgbClr val="152E3D"/>
                </a:solidFill>
                <a:latin typeface="Arial"/>
                <a:ea typeface="Arial"/>
                <a:cs typeface="Arial"/>
              </a:defRPr>
            </a:lvl8pPr>
            <a:lvl9pPr>
              <a:defRPr sz="3300" b="1">
                <a:solidFill>
                  <a:srgbClr val="152E3D"/>
                </a:solidFill>
                <a:latin typeface="Arial"/>
                <a:ea typeface="Arial"/>
                <a:cs typeface="Arial"/>
              </a:defRPr>
            </a:lvl9pPr>
          </a:lstStyle>
          <a:p xmlns:a="http://schemas.openxmlformats.org/drawingml/2006/main">
            <a:pPr>
              <a:defRPr sz="3300" b="1">
                <a:solidFill>
                  <a:srgbClr val="152E3D"/>
                </a:solidFill>
                <a:latin typeface="Arial"/>
                <a:ea typeface="Arial"/>
                <a:cs typeface="Arial"/>
              </a:defRPr>
            </a:pPr>
            <a:r>
              <a:rPr sz="3300" b="1">
                <a:solidFill>
                  <a:srgbClr val="152E3D"/>
                </a:solidFill>
                <a:latin typeface="Arial"/>
                <a:ea typeface="Arial"/>
                <a:cs typeface="Arial"/>
              </a:rPr>
              <a:t>Query DSL: sınırları görünür bir arama</a:t>
            </a:r>
          </a:p>
        </p:txBody>
      </p:sp>
      <p:sp>
        <p:nvSpPr>
          <p:cNvPr id="2" name="">
            <a:extLst xmlns:a="http://schemas.openxmlformats.org/drawingml/2006/main">
              <a:ext uri="{FF2B5EF4-FFF2-40B4-BE49-F238E27FC236}">
                <a16:creationId xmlns:a16="http://schemas.microsoft.com/office/drawing/2014/main" id="{67FF99EA-C30B-4E75-9FD1-6667D5CCA6FC}"/>
              </a:ext>
            </a:extLst>
          </p:cNvPr>
          <p:cNvSpPr>
            <a:spLocks xmlns:a="http://schemas.openxmlformats.org/drawingml/2006/main" noGrp="1"/>
          </p:cNvSpPr>
          <p:nvPr/>
        </p:nvSpPr>
        <p:spPr>
          <a:xfrm xmlns:a="http://schemas.openxmlformats.org/drawingml/2006/main">
            <a:off x="647700" y="1381125"/>
            <a:ext cx="10896600" cy="424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725" b="1">
                <a:solidFill>
                  <a:srgbClr val="007F83"/>
                </a:solidFill>
                <a:latin typeface="Courier New"/>
                <a:ea typeface="Courier New"/>
                <a:cs typeface="Courier New"/>
              </a:defRPr>
            </a:defPPr>
            <a:lvl1pPr>
              <a:defRPr sz="1725" b="1">
                <a:solidFill>
                  <a:srgbClr val="007F83"/>
                </a:solidFill>
                <a:latin typeface="Courier New"/>
                <a:ea typeface="Courier New"/>
                <a:cs typeface="Courier New"/>
              </a:defRPr>
            </a:lvl1pPr>
            <a:lvl2pPr>
              <a:defRPr sz="1725" b="1">
                <a:solidFill>
                  <a:srgbClr val="007F83"/>
                </a:solidFill>
                <a:latin typeface="Courier New"/>
                <a:ea typeface="Courier New"/>
                <a:cs typeface="Courier New"/>
              </a:defRPr>
            </a:lvl2pPr>
            <a:lvl3pPr>
              <a:defRPr sz="1725" b="1">
                <a:solidFill>
                  <a:srgbClr val="007F83"/>
                </a:solidFill>
                <a:latin typeface="Courier New"/>
                <a:ea typeface="Courier New"/>
                <a:cs typeface="Courier New"/>
              </a:defRPr>
            </a:lvl3pPr>
            <a:lvl4pPr>
              <a:defRPr sz="1725" b="1">
                <a:solidFill>
                  <a:srgbClr val="007F83"/>
                </a:solidFill>
                <a:latin typeface="Courier New"/>
                <a:ea typeface="Courier New"/>
                <a:cs typeface="Courier New"/>
              </a:defRPr>
            </a:lvl4pPr>
            <a:lvl5pPr>
              <a:defRPr sz="1725" b="1">
                <a:solidFill>
                  <a:srgbClr val="007F83"/>
                </a:solidFill>
                <a:latin typeface="Courier New"/>
                <a:ea typeface="Courier New"/>
                <a:cs typeface="Courier New"/>
              </a:defRPr>
            </a:lvl5pPr>
            <a:lvl6pPr>
              <a:defRPr sz="1725" b="1">
                <a:solidFill>
                  <a:srgbClr val="007F83"/>
                </a:solidFill>
                <a:latin typeface="Courier New"/>
                <a:ea typeface="Courier New"/>
                <a:cs typeface="Courier New"/>
              </a:defRPr>
            </a:lvl6pPr>
            <a:lvl7pPr>
              <a:defRPr sz="1725" b="1">
                <a:solidFill>
                  <a:srgbClr val="007F83"/>
                </a:solidFill>
                <a:latin typeface="Courier New"/>
                <a:ea typeface="Courier New"/>
                <a:cs typeface="Courier New"/>
              </a:defRPr>
            </a:lvl7pPr>
            <a:lvl8pPr>
              <a:defRPr sz="1725" b="1">
                <a:solidFill>
                  <a:srgbClr val="007F83"/>
                </a:solidFill>
                <a:latin typeface="Courier New"/>
                <a:ea typeface="Courier New"/>
                <a:cs typeface="Courier New"/>
              </a:defRPr>
            </a:lvl8pPr>
            <a:lvl9pPr>
              <a:defRPr sz="1725" b="1">
                <a:solidFill>
                  <a:srgbClr val="007F83"/>
                </a:solidFill>
                <a:latin typeface="Courier New"/>
                <a:ea typeface="Courier New"/>
                <a:cs typeface="Courier New"/>
              </a:defRPr>
            </a:lvl9pPr>
          </a:lstStyle>
          <a:p xmlns:a="http://schemas.openxmlformats.org/drawingml/2006/main">
            <a:pPr>
              <a:defRPr sz="1725" b="1">
                <a:solidFill>
                  <a:srgbClr val="007F83"/>
                </a:solidFill>
                <a:latin typeface="Courier New"/>
                <a:ea typeface="Courier New"/>
                <a:cs typeface="Courier New"/>
              </a:defRPr>
            </a:pPr>
            <a:r>
              <a:rPr sz="1725" b="1">
                <a:solidFill>
                  <a:srgbClr val="007F83"/>
                </a:solidFill>
                <a:latin typeface="Courier New"/>
                <a:ea typeface="Courier New"/>
                <a:cs typeface="Courier New"/>
              </a:rPr>
              <a:t>GET logs_demo/_search</a:t>
            </a:r>
          </a:p>
          <a:p xmlns:a="http://schemas.openxmlformats.org/drawingml/2006/main">
            <a:pPr>
              <a:defRPr sz="1725" b="1">
                <a:solidFill>
                  <a:srgbClr val="007F83"/>
                </a:solidFill>
                <a:latin typeface="Courier New"/>
                <a:ea typeface="Courier New"/>
                <a:cs typeface="Courier New"/>
              </a:defRPr>
            </a:pPr>
            <a:r>
              <a:rPr sz="1725" b="1">
                <a:solidFill>
                  <a:srgbClr val="007F83"/>
                </a:solidFill>
                <a:latin typeface="Courier New"/>
                <a:ea typeface="Courier New"/>
                <a:cs typeface="Courier New"/>
              </a:rPr>
              <a:t>{</a:t>
            </a:r>
          </a:p>
          <a:p xmlns:a="http://schemas.openxmlformats.org/drawingml/2006/main">
            <a:pPr>
              <a:defRPr sz="1725" b="1">
                <a:solidFill>
                  <a:srgbClr val="007F83"/>
                </a:solidFill>
                <a:latin typeface="Courier New"/>
                <a:ea typeface="Courier New"/>
                <a:cs typeface="Courier New"/>
              </a:defRPr>
            </a:pPr>
            <a:r>
              <a:rPr sz="1725" b="1">
                <a:solidFill>
                  <a:srgbClr val="007F83"/>
                </a:solidFill>
                <a:latin typeface="Courier New"/>
                <a:ea typeface="Courier New"/>
                <a:cs typeface="Courier New"/>
              </a:rPr>
              <a:t>  "size": 20, "track_total_hits": false,</a:t>
            </a:r>
          </a:p>
          <a:p xmlns:a="http://schemas.openxmlformats.org/drawingml/2006/main">
            <a:pPr>
              <a:defRPr sz="1725" b="1">
                <a:solidFill>
                  <a:srgbClr val="007F83"/>
                </a:solidFill>
                <a:latin typeface="Courier New"/>
                <a:ea typeface="Courier New"/>
                <a:cs typeface="Courier New"/>
              </a:defRPr>
            </a:pPr>
            <a:r>
              <a:rPr sz="1725" b="1">
                <a:solidFill>
                  <a:srgbClr val="007F83"/>
                </a:solidFill>
                <a:latin typeface="Courier New"/>
                <a:ea typeface="Courier New"/>
                <a:cs typeface="Courier New"/>
              </a:rPr>
              <a:t>  "_source": ["@timestamp", "trace_id", "message"],</a:t>
            </a:r>
          </a:p>
          <a:p xmlns:a="http://schemas.openxmlformats.org/drawingml/2006/main">
            <a:pPr>
              <a:defRPr sz="1725" b="1">
                <a:solidFill>
                  <a:srgbClr val="007F83"/>
                </a:solidFill>
                <a:latin typeface="Courier New"/>
                <a:ea typeface="Courier New"/>
                <a:cs typeface="Courier New"/>
              </a:defRPr>
            </a:pPr>
            <a:r>
              <a:rPr sz="1725" b="1">
                <a:solidFill>
                  <a:srgbClr val="007F83"/>
                </a:solidFill>
                <a:latin typeface="Courier New"/>
                <a:ea typeface="Courier New"/>
                <a:cs typeface="Courier New"/>
              </a:rPr>
              <a:t>  "sort": [{"@timestamp": "desc"}, {"event_id": "desc"}],</a:t>
            </a:r>
          </a:p>
          <a:p xmlns:a="http://schemas.openxmlformats.org/drawingml/2006/main">
            <a:pPr>
              <a:defRPr sz="1725" b="1">
                <a:solidFill>
                  <a:srgbClr val="007F83"/>
                </a:solidFill>
                <a:latin typeface="Courier New"/>
                <a:ea typeface="Courier New"/>
                <a:cs typeface="Courier New"/>
              </a:defRPr>
            </a:pPr>
            <a:r>
              <a:rPr sz="1725" b="1">
                <a:solidFill>
                  <a:srgbClr val="007F83"/>
                </a:solidFill>
                <a:latin typeface="Courier New"/>
                <a:ea typeface="Courier New"/>
                <a:cs typeface="Courier New"/>
              </a:rPr>
              <a:t>  "query": {"bool": {"filter": [</a:t>
            </a:r>
          </a:p>
          <a:p xmlns:a="http://schemas.openxmlformats.org/drawingml/2006/main">
            <a:pPr>
              <a:defRPr sz="1725" b="1">
                <a:solidFill>
                  <a:srgbClr val="007F83"/>
                </a:solidFill>
                <a:latin typeface="Courier New"/>
                <a:ea typeface="Courier New"/>
                <a:cs typeface="Courier New"/>
              </a:defRPr>
            </a:pPr>
            <a:r>
              <a:rPr sz="1725" b="1">
                <a:solidFill>
                  <a:srgbClr val="007F83"/>
                </a:solidFill>
                <a:latin typeface="Courier New"/>
                <a:ea typeface="Courier New"/>
                <a:cs typeface="Courier New"/>
              </a:rPr>
              <a:t>    {"term": {"service_name": "checkout"}},</a:t>
            </a:r>
          </a:p>
          <a:p xmlns:a="http://schemas.openxmlformats.org/drawingml/2006/main">
            <a:pPr>
              <a:defRPr sz="1725" b="1">
                <a:solidFill>
                  <a:srgbClr val="007F83"/>
                </a:solidFill>
                <a:latin typeface="Courier New"/>
                <a:ea typeface="Courier New"/>
                <a:cs typeface="Courier New"/>
              </a:defRPr>
            </a:pPr>
            <a:r>
              <a:rPr sz="1725" b="1">
                <a:solidFill>
                  <a:srgbClr val="007F83"/>
                </a:solidFill>
                <a:latin typeface="Courier New"/>
                <a:ea typeface="Courier New"/>
                <a:cs typeface="Courier New"/>
              </a:rPr>
              <a:t>    {"term": {"environment": "prod"}},</a:t>
            </a:r>
          </a:p>
          <a:p xmlns:a="http://schemas.openxmlformats.org/drawingml/2006/main">
            <a:pPr>
              <a:defRPr sz="1725" b="1">
                <a:solidFill>
                  <a:srgbClr val="007F83"/>
                </a:solidFill>
                <a:latin typeface="Courier New"/>
                <a:ea typeface="Courier New"/>
                <a:cs typeface="Courier New"/>
              </a:defRPr>
            </a:pPr>
            <a:r>
              <a:rPr sz="1725" b="1">
                <a:solidFill>
                  <a:srgbClr val="007F83"/>
                </a:solidFill>
                <a:latin typeface="Courier New"/>
                <a:ea typeface="Courier New"/>
                <a:cs typeface="Courier New"/>
              </a:rPr>
              <a:t>    {"range": {"@timestamp": {</a:t>
            </a:r>
          </a:p>
          <a:p xmlns:a="http://schemas.openxmlformats.org/drawingml/2006/main">
            <a:pPr>
              <a:defRPr sz="1725" b="1">
                <a:solidFill>
                  <a:srgbClr val="007F83"/>
                </a:solidFill>
                <a:latin typeface="Courier New"/>
                <a:ea typeface="Courier New"/>
                <a:cs typeface="Courier New"/>
              </a:defRPr>
            </a:pPr>
            <a:r>
              <a:rPr sz="1725" b="1">
                <a:solidFill>
                  <a:srgbClr val="007F83"/>
                </a:solidFill>
                <a:latin typeface="Courier New"/>
                <a:ea typeface="Courier New"/>
                <a:cs typeface="Courier New"/>
              </a:rPr>
              <a:t>      "gte": "2026-10-29T10:00:00Z",</a:t>
            </a:r>
          </a:p>
          <a:p xmlns:a="http://schemas.openxmlformats.org/drawingml/2006/main">
            <a:pPr>
              <a:defRPr sz="1725" b="1">
                <a:solidFill>
                  <a:srgbClr val="007F83"/>
                </a:solidFill>
                <a:latin typeface="Courier New"/>
                <a:ea typeface="Courier New"/>
                <a:cs typeface="Courier New"/>
              </a:defRPr>
            </a:pPr>
            <a:r>
              <a:rPr sz="1725" b="1">
                <a:solidFill>
                  <a:srgbClr val="007F83"/>
                </a:solidFill>
                <a:latin typeface="Courier New"/>
                <a:ea typeface="Courier New"/>
                <a:cs typeface="Courier New"/>
              </a:rPr>
              <a:t>      "lt":  "2026-10-29T10:15:00Z"</a:t>
            </a:r>
          </a:p>
          <a:p xmlns:a="http://schemas.openxmlformats.org/drawingml/2006/main">
            <a:pPr>
              <a:defRPr sz="1725" b="1">
                <a:solidFill>
                  <a:srgbClr val="007F83"/>
                </a:solidFill>
                <a:latin typeface="Courier New"/>
                <a:ea typeface="Courier New"/>
                <a:cs typeface="Courier New"/>
              </a:defRPr>
            </a:pPr>
            <a:r>
              <a:rPr sz="1725" b="1">
                <a:solidFill>
                  <a:srgbClr val="007F83"/>
                </a:solidFill>
                <a:latin typeface="Courier New"/>
                <a:ea typeface="Courier New"/>
                <a:cs typeface="Courier New"/>
              </a:rPr>
              <a:t>    }}},</a:t>
            </a:r>
          </a:p>
          <a:p xmlns:a="http://schemas.openxmlformats.org/drawingml/2006/main">
            <a:pPr>
              <a:defRPr sz="1725" b="1">
                <a:solidFill>
                  <a:srgbClr val="007F83"/>
                </a:solidFill>
                <a:latin typeface="Courier New"/>
                <a:ea typeface="Courier New"/>
                <a:cs typeface="Courier New"/>
              </a:defRPr>
            </a:pPr>
            <a:r>
              <a:rPr sz="1725" b="1">
                <a:solidFill>
                  <a:srgbClr val="007F83"/>
                </a:solidFill>
                <a:latin typeface="Courier New"/>
                <a:ea typeface="Courier New"/>
                <a:cs typeface="Courier New"/>
              </a:rPr>
              <a:t>    {"range": {"status_code": {"gte": 500, "lt": 600}}}</a:t>
            </a:r>
          </a:p>
          <a:p xmlns:a="http://schemas.openxmlformats.org/drawingml/2006/main">
            <a:pPr>
              <a:defRPr sz="1725" b="1">
                <a:solidFill>
                  <a:srgbClr val="007F83"/>
                </a:solidFill>
                <a:latin typeface="Courier New"/>
                <a:ea typeface="Courier New"/>
                <a:cs typeface="Courier New"/>
              </a:defRPr>
            </a:pPr>
            <a:r>
              <a:rPr sz="1725" b="1">
                <a:solidFill>
                  <a:srgbClr val="007F83"/>
                </a:solidFill>
                <a:latin typeface="Courier New"/>
                <a:ea typeface="Courier New"/>
                <a:cs typeface="Courier New"/>
              </a:rPr>
              <a:t>  ]}}</a:t>
            </a:r>
          </a:p>
          <a:p xmlns:a="http://schemas.openxmlformats.org/drawingml/2006/main">
            <a:pPr>
              <a:defRPr sz="1725" b="1">
                <a:solidFill>
                  <a:srgbClr val="007F83"/>
                </a:solidFill>
                <a:latin typeface="Courier New"/>
                <a:ea typeface="Courier New"/>
                <a:cs typeface="Courier New"/>
              </a:defRPr>
            </a:pPr>
            <a:r>
              <a:rPr sz="1725" b="1">
                <a:solidFill>
                  <a:srgbClr val="007F83"/>
                </a:solidFill>
                <a:latin typeface="Courier New"/>
                <a:ea typeface="Courier New"/>
                <a:cs typeface="Courier New"/>
              </a:rPr>
              <a:t>}</a:t>
            </a:r>
          </a:p>
        </p:txBody>
      </p:sp>
      <p:sp>
        <p:nvSpPr>
          <p:cNvPr id="3" name="">
            <a:extLst xmlns:a="http://schemas.openxmlformats.org/drawingml/2006/main">
              <a:ext uri="{FF2B5EF4-FFF2-40B4-BE49-F238E27FC236}">
                <a16:creationId xmlns:a16="http://schemas.microsoft.com/office/drawing/2014/main" id="{087CBBA9-D65E-4A42-8334-211412735021}"/>
              </a:ext>
            </a:extLst>
          </p:cNvPr>
          <p:cNvSpPr>
            <a:spLocks xmlns:a="http://schemas.openxmlformats.org/drawingml/2006/main" noGrp="1"/>
          </p:cNvSpPr>
          <p:nvPr/>
        </p:nvSpPr>
        <p:spPr>
          <a:xfrm xmlns:a="http://schemas.openxmlformats.org/drawingml/2006/main">
            <a:off x="647700" y="5791200"/>
            <a:ext cx="10896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1">
                <a:solidFill>
                  <a:srgbClr val="152E3D"/>
                </a:solidFill>
                <a:latin typeface="Arial"/>
                <a:ea typeface="Arial"/>
                <a:cs typeface="Arial"/>
              </a:defRPr>
            </a:defPPr>
            <a:lvl1pPr>
              <a:defRPr sz="1875" b="1">
                <a:solidFill>
                  <a:srgbClr val="152E3D"/>
                </a:solidFill>
                <a:latin typeface="Arial"/>
                <a:ea typeface="Arial"/>
                <a:cs typeface="Arial"/>
              </a:defRPr>
            </a:lvl1pPr>
            <a:lvl2pPr>
              <a:defRPr sz="1875" b="1">
                <a:solidFill>
                  <a:srgbClr val="152E3D"/>
                </a:solidFill>
                <a:latin typeface="Arial"/>
                <a:ea typeface="Arial"/>
                <a:cs typeface="Arial"/>
              </a:defRPr>
            </a:lvl2pPr>
            <a:lvl3pPr>
              <a:defRPr sz="1875" b="1">
                <a:solidFill>
                  <a:srgbClr val="152E3D"/>
                </a:solidFill>
                <a:latin typeface="Arial"/>
                <a:ea typeface="Arial"/>
                <a:cs typeface="Arial"/>
              </a:defRPr>
            </a:lvl3pPr>
            <a:lvl4pPr>
              <a:defRPr sz="1875" b="1">
                <a:solidFill>
                  <a:srgbClr val="152E3D"/>
                </a:solidFill>
                <a:latin typeface="Arial"/>
                <a:ea typeface="Arial"/>
                <a:cs typeface="Arial"/>
              </a:defRPr>
            </a:lvl4pPr>
            <a:lvl5pPr>
              <a:defRPr sz="1875" b="1">
                <a:solidFill>
                  <a:srgbClr val="152E3D"/>
                </a:solidFill>
                <a:latin typeface="Arial"/>
                <a:ea typeface="Arial"/>
                <a:cs typeface="Arial"/>
              </a:defRPr>
            </a:lvl5pPr>
            <a:lvl6pPr>
              <a:defRPr sz="1875" b="1">
                <a:solidFill>
                  <a:srgbClr val="152E3D"/>
                </a:solidFill>
                <a:latin typeface="Arial"/>
                <a:ea typeface="Arial"/>
                <a:cs typeface="Arial"/>
              </a:defRPr>
            </a:lvl6pPr>
            <a:lvl7pPr>
              <a:defRPr sz="1875" b="1">
                <a:solidFill>
                  <a:srgbClr val="152E3D"/>
                </a:solidFill>
                <a:latin typeface="Arial"/>
                <a:ea typeface="Arial"/>
                <a:cs typeface="Arial"/>
              </a:defRPr>
            </a:lvl7pPr>
            <a:lvl8pPr>
              <a:defRPr sz="1875" b="1">
                <a:solidFill>
                  <a:srgbClr val="152E3D"/>
                </a:solidFill>
                <a:latin typeface="Arial"/>
                <a:ea typeface="Arial"/>
                <a:cs typeface="Arial"/>
              </a:defRPr>
            </a:lvl8pPr>
            <a:lvl9pPr>
              <a:defRPr sz="1875" b="1">
                <a:solidFill>
                  <a:srgbClr val="152E3D"/>
                </a:solidFill>
                <a:latin typeface="Arial"/>
                <a:ea typeface="Arial"/>
                <a:cs typeface="Arial"/>
              </a:defRPr>
            </a:lvl9pPr>
          </a:lstStyle>
          <a:p xmlns:a="http://schemas.openxmlformats.org/drawingml/2006/main">
            <a:pPr>
              <a:defRPr sz="1875" b="1">
                <a:solidFill>
                  <a:srgbClr val="152E3D"/>
                </a:solidFill>
                <a:latin typeface="Arial"/>
                <a:ea typeface="Arial"/>
                <a:cs typeface="Arial"/>
              </a:defRPr>
            </a:pPr>
            <a:r>
              <a:rPr sz="1875" b="1">
                <a:solidFill>
                  <a:srgbClr val="152E3D"/>
                </a:solidFill>
                <a:latin typeface="Arial"/>
                <a:ea typeface="Arial"/>
                <a:cs typeface="Arial"/>
              </a:rPr>
              <a:t>filter: skor üretmez. _source: dönen alanlar. size: en fazla 20 kayıt.</a:t>
            </a:r>
          </a:p>
        </p:txBody>
      </p:sp>
      <p:sp>
        <p:nvSpPr>
          <p:cNvPr id="4" name="">
            <a:extLst xmlns:a="http://schemas.openxmlformats.org/drawingml/2006/main">
              <a:ext uri="{FF2B5EF4-FFF2-40B4-BE49-F238E27FC236}">
                <a16:creationId xmlns:a16="http://schemas.microsoft.com/office/drawing/2014/main" id="{B1A46170-E763-4B42-B4D2-EA7332D2D1EA}"/>
              </a:ext>
            </a:extLst>
          </p:cNvPr>
          <p:cNvSpPr>
            <a:spLocks xmlns:a="http://schemas.openxmlformats.org/drawingml/2006/main" noGrp="1"/>
          </p:cNvSpPr>
          <p:nvPr/>
        </p:nvSpPr>
        <p:spPr>
          <a:xfrm xmlns:a="http://schemas.openxmlformats.org/drawingml/2006/main">
            <a:off x="10858500" y="6429375"/>
            <a:ext cx="714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0616A"/>
                </a:solidFill>
                <a:latin typeface="Arial"/>
                <a:ea typeface="Arial"/>
                <a:cs typeface="Arial"/>
              </a:defRPr>
            </a:defPPr>
            <a:lvl1pPr>
              <a:defRPr sz="1200" b="0">
                <a:solidFill>
                  <a:srgbClr val="50616A"/>
                </a:solidFill>
                <a:latin typeface="Arial"/>
                <a:ea typeface="Arial"/>
                <a:cs typeface="Arial"/>
              </a:defRPr>
            </a:lvl1pPr>
            <a:lvl2pPr>
              <a:defRPr sz="1200" b="0">
                <a:solidFill>
                  <a:srgbClr val="50616A"/>
                </a:solidFill>
                <a:latin typeface="Arial"/>
                <a:ea typeface="Arial"/>
                <a:cs typeface="Arial"/>
              </a:defRPr>
            </a:lvl2pPr>
            <a:lvl3pPr>
              <a:defRPr sz="1200" b="0">
                <a:solidFill>
                  <a:srgbClr val="50616A"/>
                </a:solidFill>
                <a:latin typeface="Arial"/>
                <a:ea typeface="Arial"/>
                <a:cs typeface="Arial"/>
              </a:defRPr>
            </a:lvl3pPr>
            <a:lvl4pPr>
              <a:defRPr sz="1200" b="0">
                <a:solidFill>
                  <a:srgbClr val="50616A"/>
                </a:solidFill>
                <a:latin typeface="Arial"/>
                <a:ea typeface="Arial"/>
                <a:cs typeface="Arial"/>
              </a:defRPr>
            </a:lvl4pPr>
            <a:lvl5pPr>
              <a:defRPr sz="1200" b="0">
                <a:solidFill>
                  <a:srgbClr val="50616A"/>
                </a:solidFill>
                <a:latin typeface="Arial"/>
                <a:ea typeface="Arial"/>
                <a:cs typeface="Arial"/>
              </a:defRPr>
            </a:lvl5pPr>
            <a:lvl6pPr>
              <a:defRPr sz="1200" b="0">
                <a:solidFill>
                  <a:srgbClr val="50616A"/>
                </a:solidFill>
                <a:latin typeface="Arial"/>
                <a:ea typeface="Arial"/>
                <a:cs typeface="Arial"/>
              </a:defRPr>
            </a:lvl6pPr>
            <a:lvl7pPr>
              <a:defRPr sz="1200" b="0">
                <a:solidFill>
                  <a:srgbClr val="50616A"/>
                </a:solidFill>
                <a:latin typeface="Arial"/>
                <a:ea typeface="Arial"/>
                <a:cs typeface="Arial"/>
              </a:defRPr>
            </a:lvl7pPr>
            <a:lvl8pPr>
              <a:defRPr sz="1200" b="0">
                <a:solidFill>
                  <a:srgbClr val="50616A"/>
                </a:solidFill>
                <a:latin typeface="Arial"/>
                <a:ea typeface="Arial"/>
                <a:cs typeface="Arial"/>
              </a:defRPr>
            </a:lvl8pPr>
            <a:lvl9pPr>
              <a:defRPr sz="1200" b="0">
                <a:solidFill>
                  <a:srgbClr val="50616A"/>
                </a:solidFill>
                <a:latin typeface="Arial"/>
                <a:ea typeface="Arial"/>
                <a:cs typeface="Arial"/>
              </a:defRPr>
            </a:lvl9pPr>
          </a:lstStyle>
          <a:p xmlns:a="http://schemas.openxmlformats.org/drawingml/2006/main">
            <a:pPr>
              <a:defRPr sz="1200" b="0">
                <a:solidFill>
                  <a:srgbClr val="50616A"/>
                </a:solidFill>
                <a:latin typeface="Arial"/>
                <a:ea typeface="Arial"/>
                <a:cs typeface="Arial"/>
              </a:defRPr>
            </a:pPr>
            <a:r>
              <a:rPr sz="1200" b="0">
                <a:solidFill>
                  <a:srgbClr val="50616A"/>
                </a:solidFill>
                <a:latin typeface="Arial"/>
                <a:ea typeface="Arial"/>
                <a:cs typeface="Arial"/>
              </a:rPr>
              <a:t>07 / 26</a:t>
            </a:r>
          </a:p>
        </p:txBody>
      </p:sp>
      <p:sp>
        <p:nvSpPr>
          <p:cNvPr id="5" name="">
            <a:extLst xmlns:a="http://schemas.openxmlformats.org/drawingml/2006/main">
              <a:ext uri="{FF2B5EF4-FFF2-40B4-BE49-F238E27FC236}">
                <a16:creationId xmlns:a16="http://schemas.microsoft.com/office/drawing/2014/main" id="{C84E714C-FCCB-46AD-9C42-74A2DB44EABB}"/>
              </a:ext>
            </a:extLst>
          </p:cNvPr>
          <p:cNvSpPr>
            <a:spLocks xmlns:a="http://schemas.openxmlformats.org/drawingml/2006/main" noGrp="1"/>
          </p:cNvSpPr>
          <p:nvPr/>
        </p:nvSpPr>
        <p:spPr>
          <a:xfrm xmlns:a="http://schemas.openxmlformats.org/drawingml/2006/main">
            <a:off x="647700" y="6438900"/>
            <a:ext cx="98583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0616A"/>
                </a:solidFill>
                <a:latin typeface="Arial"/>
                <a:ea typeface="Arial"/>
                <a:cs typeface="Arial"/>
              </a:defRPr>
            </a:defPPr>
            <a:lvl1pPr>
              <a:defRPr sz="1050" b="0">
                <a:solidFill>
                  <a:srgbClr val="50616A"/>
                </a:solidFill>
                <a:latin typeface="Arial"/>
                <a:ea typeface="Arial"/>
                <a:cs typeface="Arial"/>
              </a:defRPr>
            </a:lvl1pPr>
            <a:lvl2pPr>
              <a:defRPr sz="1050" b="0">
                <a:solidFill>
                  <a:srgbClr val="50616A"/>
                </a:solidFill>
                <a:latin typeface="Arial"/>
                <a:ea typeface="Arial"/>
                <a:cs typeface="Arial"/>
              </a:defRPr>
            </a:lvl2pPr>
            <a:lvl3pPr>
              <a:defRPr sz="1050" b="0">
                <a:solidFill>
                  <a:srgbClr val="50616A"/>
                </a:solidFill>
                <a:latin typeface="Arial"/>
                <a:ea typeface="Arial"/>
                <a:cs typeface="Arial"/>
              </a:defRPr>
            </a:lvl3pPr>
            <a:lvl4pPr>
              <a:defRPr sz="1050" b="0">
                <a:solidFill>
                  <a:srgbClr val="50616A"/>
                </a:solidFill>
                <a:latin typeface="Arial"/>
                <a:ea typeface="Arial"/>
                <a:cs typeface="Arial"/>
              </a:defRPr>
            </a:lvl4pPr>
            <a:lvl5pPr>
              <a:defRPr sz="1050" b="0">
                <a:solidFill>
                  <a:srgbClr val="50616A"/>
                </a:solidFill>
                <a:latin typeface="Arial"/>
                <a:ea typeface="Arial"/>
                <a:cs typeface="Arial"/>
              </a:defRPr>
            </a:lvl5pPr>
            <a:lvl6pPr>
              <a:defRPr sz="1050" b="0">
                <a:solidFill>
                  <a:srgbClr val="50616A"/>
                </a:solidFill>
                <a:latin typeface="Arial"/>
                <a:ea typeface="Arial"/>
                <a:cs typeface="Arial"/>
              </a:defRPr>
            </a:lvl6pPr>
            <a:lvl7pPr>
              <a:defRPr sz="1050" b="0">
                <a:solidFill>
                  <a:srgbClr val="50616A"/>
                </a:solidFill>
                <a:latin typeface="Arial"/>
                <a:ea typeface="Arial"/>
                <a:cs typeface="Arial"/>
              </a:defRPr>
            </a:lvl7pPr>
            <a:lvl8pPr>
              <a:defRPr sz="1050" b="0">
                <a:solidFill>
                  <a:srgbClr val="50616A"/>
                </a:solidFill>
                <a:latin typeface="Arial"/>
                <a:ea typeface="Arial"/>
                <a:cs typeface="Arial"/>
              </a:defRPr>
            </a:lvl8pPr>
            <a:lvl9pPr>
              <a:defRPr sz="1050" b="0">
                <a:solidFill>
                  <a:srgbClr val="50616A"/>
                </a:solidFill>
                <a:latin typeface="Arial"/>
                <a:ea typeface="Arial"/>
                <a:cs typeface="Arial"/>
              </a:defRPr>
            </a:lvl9pPr>
          </a:lstStyle>
          <a:p xmlns:a="http://schemas.openxmlformats.org/drawingml/2006/main">
            <a:pPr>
              <a:defRPr sz="1050" b="0">
                <a:solidFill>
                  <a:srgbClr val="50616A"/>
                </a:solidFill>
                <a:latin typeface="Arial"/>
                <a:ea typeface="Arial"/>
                <a:cs typeface="Arial"/>
              </a:defRPr>
            </a:pPr>
            <a:r>
              <a:rPr sz="1050">
                <a:solidFill>
                  <a:srgbClr val="50616A"/>
                </a:solidFill>
                <a:latin typeface="Arial"/>
                <a:ea typeface="Arial"/>
                <a:cs typeface="Arial"/>
              </a:rPr>
              <a:t>Kaynaklar: </a:t>
            </a:r>
            <a:r>
              <a:rPr sz="1050">
                <a:solidFill>
                  <a:srgbClr val="50616A"/>
                </a:solidFill>
                <a:latin typeface="Arial"/>
                <a:ea typeface="Arial"/>
                <a:cs typeface="Arial"/>
                <a:hlinkClick xmlns:r="http://schemas.openxmlformats.org/officeDocument/2006/relationships" r:id="R8c7d1ad63cf6443e"/>
              </a:rPr>
              <a:t>S05  </a:t>
            </a:r>
            <a:r>
              <a:rPr sz="1050">
                <a:solidFill>
                  <a:srgbClr val="50616A"/>
                </a:solidFill>
                <a:latin typeface="Arial"/>
                <a:ea typeface="Arial"/>
                <a:cs typeface="Arial"/>
                <a:hlinkClick xmlns:r="http://schemas.openxmlformats.org/officeDocument/2006/relationships" r:id="R3949c2f3129c4e89"/>
              </a:rPr>
              <a:t>S08  </a:t>
            </a:r>
          </a:p>
        </p:txBody>
      </p:sp>
    </p:spTree>
    <p:extLst>
      <p:ext uri="{BB962C8B-B14F-4D97-AF65-F5344CB8AC3E}">
        <p14:creationId xmlns:p14="http://schemas.microsoft.com/office/powerpoint/2010/main" val="1790101384"/>
      </p:ext>
    </p:extLst>
  </p:cSld>
</p:sld>
</file>

<file path=ppt/slides/slide8.xml><?xml version="1.0" encoding="utf-8"?>
<p:sld xmlns:p="http://schemas.openxmlformats.org/presentationml/2006/main">
  <p:cSld>
    <p:bg>
      <p:bgPr>
        <a:solidFill xmlns:a="http://schemas.openxmlformats.org/drawingml/2006/main">
          <a:srgbClr val="F5F4F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0190F43-EE6B-4503-A459-90CD11B7B107}"/>
              </a:ext>
            </a:extLst>
          </p:cNvPr>
          <p:cNvSpPr>
            <a:spLocks xmlns:a="http://schemas.openxmlformats.org/drawingml/2006/main" noGrp="1"/>
          </p:cNvSpPr>
          <p:nvPr/>
        </p:nvSpPr>
        <p:spPr>
          <a:xfrm xmlns:a="http://schemas.openxmlformats.org/drawingml/2006/main">
            <a:off x="647700" y="49530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52E3D"/>
                </a:solidFill>
                <a:latin typeface="Arial"/>
                <a:ea typeface="Arial"/>
                <a:cs typeface="Arial"/>
              </a:defRPr>
            </a:defPPr>
            <a:lvl1pPr>
              <a:defRPr sz="3300" b="1">
                <a:solidFill>
                  <a:srgbClr val="152E3D"/>
                </a:solidFill>
                <a:latin typeface="Arial"/>
                <a:ea typeface="Arial"/>
                <a:cs typeface="Arial"/>
              </a:defRPr>
            </a:lvl1pPr>
            <a:lvl2pPr>
              <a:defRPr sz="3300" b="1">
                <a:solidFill>
                  <a:srgbClr val="152E3D"/>
                </a:solidFill>
                <a:latin typeface="Arial"/>
                <a:ea typeface="Arial"/>
                <a:cs typeface="Arial"/>
              </a:defRPr>
            </a:lvl2pPr>
            <a:lvl3pPr>
              <a:defRPr sz="3300" b="1">
                <a:solidFill>
                  <a:srgbClr val="152E3D"/>
                </a:solidFill>
                <a:latin typeface="Arial"/>
                <a:ea typeface="Arial"/>
                <a:cs typeface="Arial"/>
              </a:defRPr>
            </a:lvl3pPr>
            <a:lvl4pPr>
              <a:defRPr sz="3300" b="1">
                <a:solidFill>
                  <a:srgbClr val="152E3D"/>
                </a:solidFill>
                <a:latin typeface="Arial"/>
                <a:ea typeface="Arial"/>
                <a:cs typeface="Arial"/>
              </a:defRPr>
            </a:lvl4pPr>
            <a:lvl5pPr>
              <a:defRPr sz="3300" b="1">
                <a:solidFill>
                  <a:srgbClr val="152E3D"/>
                </a:solidFill>
                <a:latin typeface="Arial"/>
                <a:ea typeface="Arial"/>
                <a:cs typeface="Arial"/>
              </a:defRPr>
            </a:lvl5pPr>
            <a:lvl6pPr>
              <a:defRPr sz="3300" b="1">
                <a:solidFill>
                  <a:srgbClr val="152E3D"/>
                </a:solidFill>
                <a:latin typeface="Arial"/>
                <a:ea typeface="Arial"/>
                <a:cs typeface="Arial"/>
              </a:defRPr>
            </a:lvl6pPr>
            <a:lvl7pPr>
              <a:defRPr sz="3300" b="1">
                <a:solidFill>
                  <a:srgbClr val="152E3D"/>
                </a:solidFill>
                <a:latin typeface="Arial"/>
                <a:ea typeface="Arial"/>
                <a:cs typeface="Arial"/>
              </a:defRPr>
            </a:lvl7pPr>
            <a:lvl8pPr>
              <a:defRPr sz="3300" b="1">
                <a:solidFill>
                  <a:srgbClr val="152E3D"/>
                </a:solidFill>
                <a:latin typeface="Arial"/>
                <a:ea typeface="Arial"/>
                <a:cs typeface="Arial"/>
              </a:defRPr>
            </a:lvl8pPr>
            <a:lvl9pPr>
              <a:defRPr sz="3300" b="1">
                <a:solidFill>
                  <a:srgbClr val="152E3D"/>
                </a:solidFill>
                <a:latin typeface="Arial"/>
                <a:ea typeface="Arial"/>
                <a:cs typeface="Arial"/>
              </a:defRPr>
            </a:lvl9pPr>
          </a:lstStyle>
          <a:p xmlns:a="http://schemas.openxmlformats.org/drawingml/2006/main">
            <a:pPr>
              <a:defRPr sz="3300" b="1">
                <a:solidFill>
                  <a:srgbClr val="152E3D"/>
                </a:solidFill>
                <a:latin typeface="Arial"/>
                <a:ea typeface="Arial"/>
                <a:cs typeface="Arial"/>
              </a:defRPr>
            </a:pPr>
            <a:r>
              <a:rPr sz="3300" b="1">
                <a:solidFill>
                  <a:srgbClr val="152E3D"/>
                </a:solidFill>
                <a:latin typeface="Arial"/>
                <a:ea typeface="Arial"/>
                <a:cs typeface="Arial"/>
              </a:rPr>
              <a:t>PPL: hangi servis daha çok 5xx üretiyor?</a:t>
            </a:r>
          </a:p>
        </p:txBody>
      </p:sp>
      <p:sp>
        <p:nvSpPr>
          <p:cNvPr id="2" name="">
            <a:extLst xmlns:a="http://schemas.openxmlformats.org/drawingml/2006/main">
              <a:ext uri="{FF2B5EF4-FFF2-40B4-BE49-F238E27FC236}">
                <a16:creationId xmlns:a16="http://schemas.microsoft.com/office/drawing/2014/main" id="{5B41C210-B9F1-4FAF-9546-00C9DBA139AE}"/>
              </a:ext>
            </a:extLst>
          </p:cNvPr>
          <p:cNvSpPr>
            <a:spLocks xmlns:a="http://schemas.openxmlformats.org/drawingml/2006/main" noGrp="1"/>
          </p:cNvSpPr>
          <p:nvPr/>
        </p:nvSpPr>
        <p:spPr>
          <a:xfrm xmlns:a="http://schemas.openxmlformats.org/drawingml/2006/main">
            <a:off x="647700" y="1362075"/>
            <a:ext cx="10896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50616A"/>
                </a:solidFill>
                <a:latin typeface="Arial"/>
                <a:ea typeface="Arial"/>
                <a:cs typeface="Arial"/>
              </a:defRPr>
            </a:defPPr>
            <a:lvl1pPr>
              <a:defRPr sz="1950" b="0">
                <a:solidFill>
                  <a:srgbClr val="50616A"/>
                </a:solidFill>
                <a:latin typeface="Arial"/>
                <a:ea typeface="Arial"/>
                <a:cs typeface="Arial"/>
              </a:defRPr>
            </a:lvl1pPr>
            <a:lvl2pPr>
              <a:defRPr sz="1950" b="0">
                <a:solidFill>
                  <a:srgbClr val="50616A"/>
                </a:solidFill>
                <a:latin typeface="Arial"/>
                <a:ea typeface="Arial"/>
                <a:cs typeface="Arial"/>
              </a:defRPr>
            </a:lvl2pPr>
            <a:lvl3pPr>
              <a:defRPr sz="1950" b="0">
                <a:solidFill>
                  <a:srgbClr val="50616A"/>
                </a:solidFill>
                <a:latin typeface="Arial"/>
                <a:ea typeface="Arial"/>
                <a:cs typeface="Arial"/>
              </a:defRPr>
            </a:lvl3pPr>
            <a:lvl4pPr>
              <a:defRPr sz="1950" b="0">
                <a:solidFill>
                  <a:srgbClr val="50616A"/>
                </a:solidFill>
                <a:latin typeface="Arial"/>
                <a:ea typeface="Arial"/>
                <a:cs typeface="Arial"/>
              </a:defRPr>
            </a:lvl4pPr>
            <a:lvl5pPr>
              <a:defRPr sz="1950" b="0">
                <a:solidFill>
                  <a:srgbClr val="50616A"/>
                </a:solidFill>
                <a:latin typeface="Arial"/>
                <a:ea typeface="Arial"/>
                <a:cs typeface="Arial"/>
              </a:defRPr>
            </a:lvl5pPr>
            <a:lvl6pPr>
              <a:defRPr sz="1950" b="0">
                <a:solidFill>
                  <a:srgbClr val="50616A"/>
                </a:solidFill>
                <a:latin typeface="Arial"/>
                <a:ea typeface="Arial"/>
                <a:cs typeface="Arial"/>
              </a:defRPr>
            </a:lvl6pPr>
            <a:lvl7pPr>
              <a:defRPr sz="1950" b="0">
                <a:solidFill>
                  <a:srgbClr val="50616A"/>
                </a:solidFill>
                <a:latin typeface="Arial"/>
                <a:ea typeface="Arial"/>
                <a:cs typeface="Arial"/>
              </a:defRPr>
            </a:lvl7pPr>
            <a:lvl8pPr>
              <a:defRPr sz="1950" b="0">
                <a:solidFill>
                  <a:srgbClr val="50616A"/>
                </a:solidFill>
                <a:latin typeface="Arial"/>
                <a:ea typeface="Arial"/>
                <a:cs typeface="Arial"/>
              </a:defRPr>
            </a:lvl8pPr>
            <a:lvl9pPr>
              <a:defRPr sz="1950" b="0">
                <a:solidFill>
                  <a:srgbClr val="50616A"/>
                </a:solidFill>
                <a:latin typeface="Arial"/>
                <a:ea typeface="Arial"/>
                <a:cs typeface="Arial"/>
              </a:defRPr>
            </a:lvl9pPr>
          </a:lstStyle>
          <a:p xmlns:a="http://schemas.openxmlformats.org/drawingml/2006/main">
            <a:pPr>
              <a:defRPr sz="1950" b="0">
                <a:solidFill>
                  <a:srgbClr val="50616A"/>
                </a:solidFill>
                <a:latin typeface="Arial"/>
                <a:ea typeface="Arial"/>
                <a:cs typeface="Arial"/>
              </a:defRPr>
            </a:pPr>
            <a:r>
              <a:rPr sz="1950" b="0">
                <a:solidFill>
                  <a:srgbClr val="50616A"/>
                </a:solidFill>
                <a:latin typeface="Arial"/>
                <a:ea typeface="Arial"/>
                <a:cs typeface="Arial"/>
              </a:rPr>
              <a:t>Örnek oturumu: UTC. API sorgusunda zaman sınırları açık.</a:t>
            </a:r>
          </a:p>
        </p:txBody>
      </p:sp>
      <p:sp>
        <p:nvSpPr>
          <p:cNvPr id="3" name="">
            <a:extLst xmlns:a="http://schemas.openxmlformats.org/drawingml/2006/main">
              <a:ext uri="{FF2B5EF4-FFF2-40B4-BE49-F238E27FC236}">
                <a16:creationId xmlns:a16="http://schemas.microsoft.com/office/drawing/2014/main" id="{91D6CBCE-0DD0-46A5-BCAF-097432C4BDB9}"/>
              </a:ext>
            </a:extLst>
          </p:cNvPr>
          <p:cNvSpPr>
            <a:spLocks xmlns:a="http://schemas.openxmlformats.org/drawingml/2006/main" noGrp="1"/>
          </p:cNvSpPr>
          <p:nvPr/>
        </p:nvSpPr>
        <p:spPr>
          <a:xfrm xmlns:a="http://schemas.openxmlformats.org/drawingml/2006/main">
            <a:off x="647700" y="2105025"/>
            <a:ext cx="10896600" cy="2943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950" b="1">
                <a:solidFill>
                  <a:srgbClr val="007F83"/>
                </a:solidFill>
                <a:latin typeface="Courier New"/>
                <a:ea typeface="Courier New"/>
                <a:cs typeface="Courier New"/>
              </a:defRPr>
            </a:defPPr>
            <a:lvl1pPr>
              <a:defRPr sz="1950" b="1">
                <a:solidFill>
                  <a:srgbClr val="007F83"/>
                </a:solidFill>
                <a:latin typeface="Courier New"/>
                <a:ea typeface="Courier New"/>
                <a:cs typeface="Courier New"/>
              </a:defRPr>
            </a:lvl1pPr>
            <a:lvl2pPr>
              <a:defRPr sz="1950" b="1">
                <a:solidFill>
                  <a:srgbClr val="007F83"/>
                </a:solidFill>
                <a:latin typeface="Courier New"/>
                <a:ea typeface="Courier New"/>
                <a:cs typeface="Courier New"/>
              </a:defRPr>
            </a:lvl2pPr>
            <a:lvl3pPr>
              <a:defRPr sz="1950" b="1">
                <a:solidFill>
                  <a:srgbClr val="007F83"/>
                </a:solidFill>
                <a:latin typeface="Courier New"/>
                <a:ea typeface="Courier New"/>
                <a:cs typeface="Courier New"/>
              </a:defRPr>
            </a:lvl3pPr>
            <a:lvl4pPr>
              <a:defRPr sz="1950" b="1">
                <a:solidFill>
                  <a:srgbClr val="007F83"/>
                </a:solidFill>
                <a:latin typeface="Courier New"/>
                <a:ea typeface="Courier New"/>
                <a:cs typeface="Courier New"/>
              </a:defRPr>
            </a:lvl4pPr>
            <a:lvl5pPr>
              <a:defRPr sz="1950" b="1">
                <a:solidFill>
                  <a:srgbClr val="007F83"/>
                </a:solidFill>
                <a:latin typeface="Courier New"/>
                <a:ea typeface="Courier New"/>
                <a:cs typeface="Courier New"/>
              </a:defRPr>
            </a:lvl5pPr>
            <a:lvl6pPr>
              <a:defRPr sz="1950" b="1">
                <a:solidFill>
                  <a:srgbClr val="007F83"/>
                </a:solidFill>
                <a:latin typeface="Courier New"/>
                <a:ea typeface="Courier New"/>
                <a:cs typeface="Courier New"/>
              </a:defRPr>
            </a:lvl6pPr>
            <a:lvl7pPr>
              <a:defRPr sz="1950" b="1">
                <a:solidFill>
                  <a:srgbClr val="007F83"/>
                </a:solidFill>
                <a:latin typeface="Courier New"/>
                <a:ea typeface="Courier New"/>
                <a:cs typeface="Courier New"/>
              </a:defRPr>
            </a:lvl7pPr>
            <a:lvl8pPr>
              <a:defRPr sz="1950" b="1">
                <a:solidFill>
                  <a:srgbClr val="007F83"/>
                </a:solidFill>
                <a:latin typeface="Courier New"/>
                <a:ea typeface="Courier New"/>
                <a:cs typeface="Courier New"/>
              </a:defRPr>
            </a:lvl8pPr>
            <a:lvl9pPr>
              <a:defRPr sz="1950" b="1">
                <a:solidFill>
                  <a:srgbClr val="007F83"/>
                </a:solidFill>
                <a:latin typeface="Courier New"/>
                <a:ea typeface="Courier New"/>
                <a:cs typeface="Courier New"/>
              </a:defRPr>
            </a:lvl9pPr>
          </a:lstStyle>
          <a:p xmlns:a="http://schemas.openxmlformats.org/drawingml/2006/main">
            <a:pPr>
              <a:defRPr sz="1950" b="1">
                <a:solidFill>
                  <a:srgbClr val="007F83"/>
                </a:solidFill>
                <a:latin typeface="Courier New"/>
                <a:ea typeface="Courier New"/>
                <a:cs typeface="Courier New"/>
              </a:defRPr>
            </a:pPr>
            <a:r>
              <a:rPr sz="1950" b="1">
                <a:solidFill>
                  <a:srgbClr val="007F83"/>
                </a:solidFill>
                <a:latin typeface="Courier New"/>
                <a:ea typeface="Courier New"/>
                <a:cs typeface="Courier New"/>
              </a:rPr>
              <a:t>source = logs_demo</a:t>
            </a:r>
          </a:p>
          <a:p xmlns:a="http://schemas.openxmlformats.org/drawingml/2006/main">
            <a:pPr>
              <a:defRPr sz="1950" b="1">
                <a:solidFill>
                  <a:srgbClr val="007F83"/>
                </a:solidFill>
                <a:latin typeface="Courier New"/>
                <a:ea typeface="Courier New"/>
                <a:cs typeface="Courier New"/>
              </a:defRPr>
            </a:pPr>
            <a:r>
              <a:rPr sz="1950" b="1">
                <a:solidFill>
                  <a:srgbClr val="007F83"/>
                </a:solidFill>
                <a:latin typeface="Courier New"/>
                <a:ea typeface="Courier New"/>
                <a:cs typeface="Courier New"/>
              </a:rPr>
              <a:t>| where `@timestamp` &gt;= timestamp('2026-10-29 10:00:00')</a:t>
            </a:r>
          </a:p>
          <a:p xmlns:a="http://schemas.openxmlformats.org/drawingml/2006/main">
            <a:pPr>
              <a:defRPr sz="1950" b="1">
                <a:solidFill>
                  <a:srgbClr val="007F83"/>
                </a:solidFill>
                <a:latin typeface="Courier New"/>
                <a:ea typeface="Courier New"/>
                <a:cs typeface="Courier New"/>
              </a:defRPr>
            </a:pPr>
            <a:r>
              <a:rPr sz="1950" b="1">
                <a:solidFill>
                  <a:srgbClr val="007F83"/>
                </a:solidFill>
                <a:latin typeface="Courier New"/>
                <a:ea typeface="Courier New"/>
                <a:cs typeface="Courier New"/>
              </a:rPr>
              <a:t>  and `@timestamp` &lt; timestamp('2026-10-29 10:15:00')</a:t>
            </a:r>
          </a:p>
          <a:p xmlns:a="http://schemas.openxmlformats.org/drawingml/2006/main">
            <a:pPr>
              <a:defRPr sz="1950" b="1">
                <a:solidFill>
                  <a:srgbClr val="007F83"/>
                </a:solidFill>
                <a:latin typeface="Courier New"/>
                <a:ea typeface="Courier New"/>
                <a:cs typeface="Courier New"/>
              </a:defRPr>
            </a:pPr>
            <a:r>
              <a:rPr sz="1950" b="1">
                <a:solidFill>
                  <a:srgbClr val="007F83"/>
                </a:solidFill>
                <a:latin typeface="Courier New"/>
                <a:ea typeface="Courier New"/>
                <a:cs typeface="Courier New"/>
              </a:rPr>
              <a:t>| where environment = 'prod'</a:t>
            </a:r>
          </a:p>
          <a:p xmlns:a="http://schemas.openxmlformats.org/drawingml/2006/main">
            <a:pPr>
              <a:defRPr sz="1950" b="1">
                <a:solidFill>
                  <a:srgbClr val="007F83"/>
                </a:solidFill>
                <a:latin typeface="Courier New"/>
                <a:ea typeface="Courier New"/>
                <a:cs typeface="Courier New"/>
              </a:defRPr>
            </a:pPr>
            <a:r>
              <a:rPr sz="1950" b="1">
                <a:solidFill>
                  <a:srgbClr val="007F83"/>
                </a:solidFill>
                <a:latin typeface="Courier New"/>
                <a:ea typeface="Courier New"/>
                <a:cs typeface="Courier New"/>
              </a:rPr>
              <a:t>  and status_code &gt;= 500 and status_code &lt; 600</a:t>
            </a:r>
          </a:p>
          <a:p xmlns:a="http://schemas.openxmlformats.org/drawingml/2006/main">
            <a:pPr>
              <a:defRPr sz="1950" b="1">
                <a:solidFill>
                  <a:srgbClr val="007F83"/>
                </a:solidFill>
                <a:latin typeface="Courier New"/>
                <a:ea typeface="Courier New"/>
                <a:cs typeface="Courier New"/>
              </a:defRPr>
            </a:pPr>
            <a:r>
              <a:rPr sz="1950" b="1">
                <a:solidFill>
                  <a:srgbClr val="007F83"/>
                </a:solidFill>
                <a:latin typeface="Courier New"/>
                <a:ea typeface="Courier New"/>
                <a:cs typeface="Courier New"/>
              </a:rPr>
              <a:t>| stats count() as errors by service_name</a:t>
            </a:r>
          </a:p>
          <a:p xmlns:a="http://schemas.openxmlformats.org/drawingml/2006/main">
            <a:pPr>
              <a:defRPr sz="1950" b="1">
                <a:solidFill>
                  <a:srgbClr val="007F83"/>
                </a:solidFill>
                <a:latin typeface="Courier New"/>
                <a:ea typeface="Courier New"/>
                <a:cs typeface="Courier New"/>
              </a:defRPr>
            </a:pPr>
            <a:r>
              <a:rPr sz="1950" b="1">
                <a:solidFill>
                  <a:srgbClr val="007F83"/>
                </a:solidFill>
                <a:latin typeface="Courier New"/>
                <a:ea typeface="Courier New"/>
                <a:cs typeface="Courier New"/>
              </a:rPr>
              <a:t>| sort - errors</a:t>
            </a:r>
          </a:p>
        </p:txBody>
      </p:sp>
      <p:sp>
        <p:nvSpPr>
          <p:cNvPr id="4" name="">
            <a:extLst xmlns:a="http://schemas.openxmlformats.org/drawingml/2006/main">
              <a:ext uri="{FF2B5EF4-FFF2-40B4-BE49-F238E27FC236}">
                <a16:creationId xmlns:a16="http://schemas.microsoft.com/office/drawing/2014/main" id="{05626223-981E-49C0-BCCB-09BF867E8AF6}"/>
              </a:ext>
            </a:extLst>
          </p:cNvPr>
          <p:cNvSpPr>
            <a:spLocks xmlns:a="http://schemas.openxmlformats.org/drawingml/2006/main" noGrp="1"/>
          </p:cNvSpPr>
          <p:nvPr/>
        </p:nvSpPr>
        <p:spPr>
          <a:xfrm xmlns:a="http://schemas.openxmlformats.org/drawingml/2006/main">
            <a:off x="647700" y="5514975"/>
            <a:ext cx="10896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007F83"/>
                </a:solidFill>
                <a:latin typeface="Arial"/>
                <a:ea typeface="Arial"/>
                <a:cs typeface="Arial"/>
              </a:defRPr>
            </a:defPPr>
            <a:lvl1pPr>
              <a:defRPr sz="1950" b="1">
                <a:solidFill>
                  <a:srgbClr val="007F83"/>
                </a:solidFill>
                <a:latin typeface="Arial"/>
                <a:ea typeface="Arial"/>
                <a:cs typeface="Arial"/>
              </a:defRPr>
            </a:lvl1pPr>
            <a:lvl2pPr>
              <a:defRPr sz="1950" b="1">
                <a:solidFill>
                  <a:srgbClr val="007F83"/>
                </a:solidFill>
                <a:latin typeface="Arial"/>
                <a:ea typeface="Arial"/>
                <a:cs typeface="Arial"/>
              </a:defRPr>
            </a:lvl2pPr>
            <a:lvl3pPr>
              <a:defRPr sz="1950" b="1">
                <a:solidFill>
                  <a:srgbClr val="007F83"/>
                </a:solidFill>
                <a:latin typeface="Arial"/>
                <a:ea typeface="Arial"/>
                <a:cs typeface="Arial"/>
              </a:defRPr>
            </a:lvl3pPr>
            <a:lvl4pPr>
              <a:defRPr sz="1950" b="1">
                <a:solidFill>
                  <a:srgbClr val="007F83"/>
                </a:solidFill>
                <a:latin typeface="Arial"/>
                <a:ea typeface="Arial"/>
                <a:cs typeface="Arial"/>
              </a:defRPr>
            </a:lvl4pPr>
            <a:lvl5pPr>
              <a:defRPr sz="1950" b="1">
                <a:solidFill>
                  <a:srgbClr val="007F83"/>
                </a:solidFill>
                <a:latin typeface="Arial"/>
                <a:ea typeface="Arial"/>
                <a:cs typeface="Arial"/>
              </a:defRPr>
            </a:lvl5pPr>
            <a:lvl6pPr>
              <a:defRPr sz="1950" b="1">
                <a:solidFill>
                  <a:srgbClr val="007F83"/>
                </a:solidFill>
                <a:latin typeface="Arial"/>
                <a:ea typeface="Arial"/>
                <a:cs typeface="Arial"/>
              </a:defRPr>
            </a:lvl6pPr>
            <a:lvl7pPr>
              <a:defRPr sz="1950" b="1">
                <a:solidFill>
                  <a:srgbClr val="007F83"/>
                </a:solidFill>
                <a:latin typeface="Arial"/>
                <a:ea typeface="Arial"/>
                <a:cs typeface="Arial"/>
              </a:defRPr>
            </a:lvl7pPr>
            <a:lvl8pPr>
              <a:defRPr sz="1950" b="1">
                <a:solidFill>
                  <a:srgbClr val="007F83"/>
                </a:solidFill>
                <a:latin typeface="Arial"/>
                <a:ea typeface="Arial"/>
                <a:cs typeface="Arial"/>
              </a:defRPr>
            </a:lvl8pPr>
            <a:lvl9pPr>
              <a:defRPr sz="1950" b="1">
                <a:solidFill>
                  <a:srgbClr val="007F83"/>
                </a:solidFill>
                <a:latin typeface="Arial"/>
                <a:ea typeface="Arial"/>
                <a:cs typeface="Arial"/>
              </a:defRPr>
            </a:lvl9pPr>
          </a:lstStyle>
          <a:p xmlns:a="http://schemas.openxmlformats.org/drawingml/2006/main">
            <a:pPr>
              <a:defRPr sz="1950" b="1">
                <a:solidFill>
                  <a:srgbClr val="007F83"/>
                </a:solidFill>
                <a:latin typeface="Arial"/>
                <a:ea typeface="Arial"/>
                <a:cs typeface="Arial"/>
              </a:defRPr>
            </a:pPr>
            <a:r>
              <a:rPr sz="1950" b="1">
                <a:solidFill>
                  <a:srgbClr val="007F83"/>
                </a:solidFill>
                <a:latin typeface="Arial"/>
                <a:ea typeface="Arial"/>
                <a:cs typeface="Arial"/>
              </a:rPr>
              <a:t>Bu çıktı hata sayısını verir. Hata oranı için toplam istek sayısı da gerekir.</a:t>
            </a:r>
          </a:p>
        </p:txBody>
      </p:sp>
      <p:sp>
        <p:nvSpPr>
          <p:cNvPr id="5" name="">
            <a:extLst xmlns:a="http://schemas.openxmlformats.org/drawingml/2006/main">
              <a:ext uri="{FF2B5EF4-FFF2-40B4-BE49-F238E27FC236}">
                <a16:creationId xmlns:a16="http://schemas.microsoft.com/office/drawing/2014/main" id="{C379652D-B0F2-4371-B88A-93BCCE6FF61F}"/>
              </a:ext>
            </a:extLst>
          </p:cNvPr>
          <p:cNvSpPr>
            <a:spLocks xmlns:a="http://schemas.openxmlformats.org/drawingml/2006/main" noGrp="1"/>
          </p:cNvSpPr>
          <p:nvPr/>
        </p:nvSpPr>
        <p:spPr>
          <a:xfrm xmlns:a="http://schemas.openxmlformats.org/drawingml/2006/main">
            <a:off x="10858500" y="6429375"/>
            <a:ext cx="714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0616A"/>
                </a:solidFill>
                <a:latin typeface="Arial"/>
                <a:ea typeface="Arial"/>
                <a:cs typeface="Arial"/>
              </a:defRPr>
            </a:defPPr>
            <a:lvl1pPr>
              <a:defRPr sz="1200" b="0">
                <a:solidFill>
                  <a:srgbClr val="50616A"/>
                </a:solidFill>
                <a:latin typeface="Arial"/>
                <a:ea typeface="Arial"/>
                <a:cs typeface="Arial"/>
              </a:defRPr>
            </a:lvl1pPr>
            <a:lvl2pPr>
              <a:defRPr sz="1200" b="0">
                <a:solidFill>
                  <a:srgbClr val="50616A"/>
                </a:solidFill>
                <a:latin typeface="Arial"/>
                <a:ea typeface="Arial"/>
                <a:cs typeface="Arial"/>
              </a:defRPr>
            </a:lvl2pPr>
            <a:lvl3pPr>
              <a:defRPr sz="1200" b="0">
                <a:solidFill>
                  <a:srgbClr val="50616A"/>
                </a:solidFill>
                <a:latin typeface="Arial"/>
                <a:ea typeface="Arial"/>
                <a:cs typeface="Arial"/>
              </a:defRPr>
            </a:lvl3pPr>
            <a:lvl4pPr>
              <a:defRPr sz="1200" b="0">
                <a:solidFill>
                  <a:srgbClr val="50616A"/>
                </a:solidFill>
                <a:latin typeface="Arial"/>
                <a:ea typeface="Arial"/>
                <a:cs typeface="Arial"/>
              </a:defRPr>
            </a:lvl4pPr>
            <a:lvl5pPr>
              <a:defRPr sz="1200" b="0">
                <a:solidFill>
                  <a:srgbClr val="50616A"/>
                </a:solidFill>
                <a:latin typeface="Arial"/>
                <a:ea typeface="Arial"/>
                <a:cs typeface="Arial"/>
              </a:defRPr>
            </a:lvl5pPr>
            <a:lvl6pPr>
              <a:defRPr sz="1200" b="0">
                <a:solidFill>
                  <a:srgbClr val="50616A"/>
                </a:solidFill>
                <a:latin typeface="Arial"/>
                <a:ea typeface="Arial"/>
                <a:cs typeface="Arial"/>
              </a:defRPr>
            </a:lvl6pPr>
            <a:lvl7pPr>
              <a:defRPr sz="1200" b="0">
                <a:solidFill>
                  <a:srgbClr val="50616A"/>
                </a:solidFill>
                <a:latin typeface="Arial"/>
                <a:ea typeface="Arial"/>
                <a:cs typeface="Arial"/>
              </a:defRPr>
            </a:lvl7pPr>
            <a:lvl8pPr>
              <a:defRPr sz="1200" b="0">
                <a:solidFill>
                  <a:srgbClr val="50616A"/>
                </a:solidFill>
                <a:latin typeface="Arial"/>
                <a:ea typeface="Arial"/>
                <a:cs typeface="Arial"/>
              </a:defRPr>
            </a:lvl8pPr>
            <a:lvl9pPr>
              <a:defRPr sz="1200" b="0">
                <a:solidFill>
                  <a:srgbClr val="50616A"/>
                </a:solidFill>
                <a:latin typeface="Arial"/>
                <a:ea typeface="Arial"/>
                <a:cs typeface="Arial"/>
              </a:defRPr>
            </a:lvl9pPr>
          </a:lstStyle>
          <a:p xmlns:a="http://schemas.openxmlformats.org/drawingml/2006/main">
            <a:pPr>
              <a:defRPr sz="1200" b="0">
                <a:solidFill>
                  <a:srgbClr val="50616A"/>
                </a:solidFill>
                <a:latin typeface="Arial"/>
                <a:ea typeface="Arial"/>
                <a:cs typeface="Arial"/>
              </a:defRPr>
            </a:pPr>
            <a:r>
              <a:rPr sz="1200" b="0">
                <a:solidFill>
                  <a:srgbClr val="50616A"/>
                </a:solidFill>
                <a:latin typeface="Arial"/>
                <a:ea typeface="Arial"/>
                <a:cs typeface="Arial"/>
              </a:rPr>
              <a:t>08 / 26</a:t>
            </a:r>
          </a:p>
        </p:txBody>
      </p:sp>
      <p:sp>
        <p:nvSpPr>
          <p:cNvPr id="6" name="">
            <a:extLst xmlns:a="http://schemas.openxmlformats.org/drawingml/2006/main">
              <a:ext uri="{FF2B5EF4-FFF2-40B4-BE49-F238E27FC236}">
                <a16:creationId xmlns:a16="http://schemas.microsoft.com/office/drawing/2014/main" id="{C2006F1A-8FC3-4F0E-BD14-6568D6BD79AB}"/>
              </a:ext>
            </a:extLst>
          </p:cNvPr>
          <p:cNvSpPr>
            <a:spLocks xmlns:a="http://schemas.openxmlformats.org/drawingml/2006/main" noGrp="1"/>
          </p:cNvSpPr>
          <p:nvPr/>
        </p:nvSpPr>
        <p:spPr>
          <a:xfrm xmlns:a="http://schemas.openxmlformats.org/drawingml/2006/main">
            <a:off x="647700" y="6438900"/>
            <a:ext cx="98583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0616A"/>
                </a:solidFill>
                <a:latin typeface="Arial"/>
                <a:ea typeface="Arial"/>
                <a:cs typeface="Arial"/>
              </a:defRPr>
            </a:defPPr>
            <a:lvl1pPr>
              <a:defRPr sz="1050" b="0">
                <a:solidFill>
                  <a:srgbClr val="50616A"/>
                </a:solidFill>
                <a:latin typeface="Arial"/>
                <a:ea typeface="Arial"/>
                <a:cs typeface="Arial"/>
              </a:defRPr>
            </a:lvl1pPr>
            <a:lvl2pPr>
              <a:defRPr sz="1050" b="0">
                <a:solidFill>
                  <a:srgbClr val="50616A"/>
                </a:solidFill>
                <a:latin typeface="Arial"/>
                <a:ea typeface="Arial"/>
                <a:cs typeface="Arial"/>
              </a:defRPr>
            </a:lvl2pPr>
            <a:lvl3pPr>
              <a:defRPr sz="1050" b="0">
                <a:solidFill>
                  <a:srgbClr val="50616A"/>
                </a:solidFill>
                <a:latin typeface="Arial"/>
                <a:ea typeface="Arial"/>
                <a:cs typeface="Arial"/>
              </a:defRPr>
            </a:lvl3pPr>
            <a:lvl4pPr>
              <a:defRPr sz="1050" b="0">
                <a:solidFill>
                  <a:srgbClr val="50616A"/>
                </a:solidFill>
                <a:latin typeface="Arial"/>
                <a:ea typeface="Arial"/>
                <a:cs typeface="Arial"/>
              </a:defRPr>
            </a:lvl4pPr>
            <a:lvl5pPr>
              <a:defRPr sz="1050" b="0">
                <a:solidFill>
                  <a:srgbClr val="50616A"/>
                </a:solidFill>
                <a:latin typeface="Arial"/>
                <a:ea typeface="Arial"/>
                <a:cs typeface="Arial"/>
              </a:defRPr>
            </a:lvl5pPr>
            <a:lvl6pPr>
              <a:defRPr sz="1050" b="0">
                <a:solidFill>
                  <a:srgbClr val="50616A"/>
                </a:solidFill>
                <a:latin typeface="Arial"/>
                <a:ea typeface="Arial"/>
                <a:cs typeface="Arial"/>
              </a:defRPr>
            </a:lvl6pPr>
            <a:lvl7pPr>
              <a:defRPr sz="1050" b="0">
                <a:solidFill>
                  <a:srgbClr val="50616A"/>
                </a:solidFill>
                <a:latin typeface="Arial"/>
                <a:ea typeface="Arial"/>
                <a:cs typeface="Arial"/>
              </a:defRPr>
            </a:lvl7pPr>
            <a:lvl8pPr>
              <a:defRPr sz="1050" b="0">
                <a:solidFill>
                  <a:srgbClr val="50616A"/>
                </a:solidFill>
                <a:latin typeface="Arial"/>
                <a:ea typeface="Arial"/>
                <a:cs typeface="Arial"/>
              </a:defRPr>
            </a:lvl8pPr>
            <a:lvl9pPr>
              <a:defRPr sz="1050" b="0">
                <a:solidFill>
                  <a:srgbClr val="50616A"/>
                </a:solidFill>
                <a:latin typeface="Arial"/>
                <a:ea typeface="Arial"/>
                <a:cs typeface="Arial"/>
              </a:defRPr>
            </a:lvl9pPr>
          </a:lstStyle>
          <a:p xmlns:a="http://schemas.openxmlformats.org/drawingml/2006/main">
            <a:pPr>
              <a:defRPr sz="1050" b="0">
                <a:solidFill>
                  <a:srgbClr val="50616A"/>
                </a:solidFill>
                <a:latin typeface="Arial"/>
                <a:ea typeface="Arial"/>
                <a:cs typeface="Arial"/>
              </a:defRPr>
            </a:pPr>
            <a:r>
              <a:rPr sz="1050">
                <a:solidFill>
                  <a:srgbClr val="50616A"/>
                </a:solidFill>
                <a:latin typeface="Arial"/>
                <a:ea typeface="Arial"/>
                <a:cs typeface="Arial"/>
              </a:rPr>
              <a:t>Kaynaklar: </a:t>
            </a:r>
            <a:r>
              <a:rPr sz="1050">
                <a:solidFill>
                  <a:srgbClr val="50616A"/>
                </a:solidFill>
                <a:latin typeface="Arial"/>
                <a:ea typeface="Arial"/>
                <a:cs typeface="Arial"/>
                <a:hlinkClick xmlns:r="http://schemas.openxmlformats.org/officeDocument/2006/relationships" r:id="R4badc99323414ebf"/>
              </a:rPr>
              <a:t>S06  </a:t>
            </a:r>
            <a:r>
              <a:rPr sz="1050">
                <a:solidFill>
                  <a:srgbClr val="50616A"/>
                </a:solidFill>
                <a:latin typeface="Arial"/>
                <a:ea typeface="Arial"/>
                <a:cs typeface="Arial"/>
                <a:hlinkClick xmlns:r="http://schemas.openxmlformats.org/officeDocument/2006/relationships" r:id="Rf43a5f385c79455b"/>
              </a:rPr>
              <a:t>S07  </a:t>
            </a:r>
            <a:r>
              <a:rPr sz="1050">
                <a:solidFill>
                  <a:srgbClr val="50616A"/>
                </a:solidFill>
                <a:latin typeface="Arial"/>
                <a:ea typeface="Arial"/>
                <a:cs typeface="Arial"/>
                <a:hlinkClick xmlns:r="http://schemas.openxmlformats.org/officeDocument/2006/relationships" r:id="Rd1448543fe5b4fce"/>
              </a:rPr>
              <a:t>S20  </a:t>
            </a:r>
            <a:r>
              <a:rPr sz="1050">
                <a:solidFill>
                  <a:srgbClr val="50616A"/>
                </a:solidFill>
                <a:latin typeface="Arial"/>
                <a:ea typeface="Arial"/>
                <a:cs typeface="Arial"/>
                <a:hlinkClick xmlns:r="http://schemas.openxmlformats.org/officeDocument/2006/relationships" r:id="R5ffa0898de0743cb"/>
              </a:rPr>
              <a:t>S21  </a:t>
            </a:r>
          </a:p>
        </p:txBody>
      </p:sp>
    </p:spTree>
    <p:extLst>
      <p:ext uri="{BB962C8B-B14F-4D97-AF65-F5344CB8AC3E}">
        <p14:creationId xmlns:p14="http://schemas.microsoft.com/office/powerpoint/2010/main" val="1068662433"/>
      </p:ext>
    </p:extLst>
  </p:cSld>
</p:sld>
</file>

<file path=ppt/slides/slide9.xml><?xml version="1.0" encoding="utf-8"?>
<p:sld xmlns:p="http://schemas.openxmlformats.org/presentationml/2006/main">
  <p:cSld>
    <p:bg>
      <p:bgPr>
        <a:solidFill xmlns:a="http://schemas.openxmlformats.org/drawingml/2006/main">
          <a:srgbClr val="F5F4F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82F0D80-3C53-4E99-9E33-83417AA7E9EE}"/>
              </a:ext>
            </a:extLst>
          </p:cNvPr>
          <p:cNvSpPr>
            <a:spLocks xmlns:a="http://schemas.openxmlformats.org/drawingml/2006/main" noGrp="1"/>
          </p:cNvSpPr>
          <p:nvPr/>
        </p:nvSpPr>
        <p:spPr>
          <a:xfrm xmlns:a="http://schemas.openxmlformats.org/drawingml/2006/main">
            <a:off x="647700" y="49530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52E3D"/>
                </a:solidFill>
                <a:latin typeface="Arial"/>
                <a:ea typeface="Arial"/>
                <a:cs typeface="Arial"/>
              </a:defRPr>
            </a:defPPr>
            <a:lvl1pPr>
              <a:defRPr sz="3300" b="1">
                <a:solidFill>
                  <a:srgbClr val="152E3D"/>
                </a:solidFill>
                <a:latin typeface="Arial"/>
                <a:ea typeface="Arial"/>
                <a:cs typeface="Arial"/>
              </a:defRPr>
            </a:lvl1pPr>
            <a:lvl2pPr>
              <a:defRPr sz="3300" b="1">
                <a:solidFill>
                  <a:srgbClr val="152E3D"/>
                </a:solidFill>
                <a:latin typeface="Arial"/>
                <a:ea typeface="Arial"/>
                <a:cs typeface="Arial"/>
              </a:defRPr>
            </a:lvl2pPr>
            <a:lvl3pPr>
              <a:defRPr sz="3300" b="1">
                <a:solidFill>
                  <a:srgbClr val="152E3D"/>
                </a:solidFill>
                <a:latin typeface="Arial"/>
                <a:ea typeface="Arial"/>
                <a:cs typeface="Arial"/>
              </a:defRPr>
            </a:lvl3pPr>
            <a:lvl4pPr>
              <a:defRPr sz="3300" b="1">
                <a:solidFill>
                  <a:srgbClr val="152E3D"/>
                </a:solidFill>
                <a:latin typeface="Arial"/>
                <a:ea typeface="Arial"/>
                <a:cs typeface="Arial"/>
              </a:defRPr>
            </a:lvl4pPr>
            <a:lvl5pPr>
              <a:defRPr sz="3300" b="1">
                <a:solidFill>
                  <a:srgbClr val="152E3D"/>
                </a:solidFill>
                <a:latin typeface="Arial"/>
                <a:ea typeface="Arial"/>
                <a:cs typeface="Arial"/>
              </a:defRPr>
            </a:lvl5pPr>
            <a:lvl6pPr>
              <a:defRPr sz="3300" b="1">
                <a:solidFill>
                  <a:srgbClr val="152E3D"/>
                </a:solidFill>
                <a:latin typeface="Arial"/>
                <a:ea typeface="Arial"/>
                <a:cs typeface="Arial"/>
              </a:defRPr>
            </a:lvl6pPr>
            <a:lvl7pPr>
              <a:defRPr sz="3300" b="1">
                <a:solidFill>
                  <a:srgbClr val="152E3D"/>
                </a:solidFill>
                <a:latin typeface="Arial"/>
                <a:ea typeface="Arial"/>
                <a:cs typeface="Arial"/>
              </a:defRPr>
            </a:lvl7pPr>
            <a:lvl8pPr>
              <a:defRPr sz="3300" b="1">
                <a:solidFill>
                  <a:srgbClr val="152E3D"/>
                </a:solidFill>
                <a:latin typeface="Arial"/>
                <a:ea typeface="Arial"/>
                <a:cs typeface="Arial"/>
              </a:defRPr>
            </a:lvl8pPr>
            <a:lvl9pPr>
              <a:defRPr sz="3300" b="1">
                <a:solidFill>
                  <a:srgbClr val="152E3D"/>
                </a:solidFill>
                <a:latin typeface="Arial"/>
                <a:ea typeface="Arial"/>
                <a:cs typeface="Arial"/>
              </a:defRPr>
            </a:lvl9pPr>
          </a:lstStyle>
          <a:p xmlns:a="http://schemas.openxmlformats.org/drawingml/2006/main">
            <a:pPr>
              <a:defRPr sz="3300" b="1">
                <a:solidFill>
                  <a:srgbClr val="152E3D"/>
                </a:solidFill>
                <a:latin typeface="Arial"/>
                <a:ea typeface="Arial"/>
                <a:cs typeface="Arial"/>
              </a:defRPr>
            </a:pPr>
            <a:r>
              <a:rPr sz="3300" b="1">
                <a:solidFill>
                  <a:srgbClr val="152E3D"/>
                </a:solidFill>
                <a:latin typeface="Arial"/>
                <a:ea typeface="Arial"/>
                <a:cs typeface="Arial"/>
              </a:rPr>
              <a:t>Daha az hata, daha yüksek hata oranı</a:t>
            </a:r>
          </a:p>
        </p:txBody>
      </p:sp>
      <p:sp>
        <p:nvSpPr>
          <p:cNvPr id="2" name="">
            <a:extLst xmlns:a="http://schemas.openxmlformats.org/drawingml/2006/main">
              <a:ext uri="{FF2B5EF4-FFF2-40B4-BE49-F238E27FC236}">
                <a16:creationId xmlns:a16="http://schemas.microsoft.com/office/drawing/2014/main" id="{F2CA1291-3830-4B93-B4FA-D58A3FF30512}"/>
              </a:ext>
            </a:extLst>
          </p:cNvPr>
          <p:cNvSpPr>
            <a:spLocks xmlns:a="http://schemas.openxmlformats.org/drawingml/2006/main" noGrp="1"/>
          </p:cNvSpPr>
          <p:nvPr/>
        </p:nvSpPr>
        <p:spPr>
          <a:xfrm xmlns:a="http://schemas.openxmlformats.org/drawingml/2006/main">
            <a:off x="647700" y="1371600"/>
            <a:ext cx="10896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50616A"/>
                </a:solidFill>
                <a:latin typeface="Arial"/>
                <a:ea typeface="Arial"/>
                <a:cs typeface="Arial"/>
              </a:defRPr>
            </a:defPPr>
            <a:lvl1pPr>
              <a:defRPr sz="1950" b="0">
                <a:solidFill>
                  <a:srgbClr val="50616A"/>
                </a:solidFill>
                <a:latin typeface="Arial"/>
                <a:ea typeface="Arial"/>
                <a:cs typeface="Arial"/>
              </a:defRPr>
            </a:lvl1pPr>
            <a:lvl2pPr>
              <a:defRPr sz="1950" b="0">
                <a:solidFill>
                  <a:srgbClr val="50616A"/>
                </a:solidFill>
                <a:latin typeface="Arial"/>
                <a:ea typeface="Arial"/>
                <a:cs typeface="Arial"/>
              </a:defRPr>
            </a:lvl2pPr>
            <a:lvl3pPr>
              <a:defRPr sz="1950" b="0">
                <a:solidFill>
                  <a:srgbClr val="50616A"/>
                </a:solidFill>
                <a:latin typeface="Arial"/>
                <a:ea typeface="Arial"/>
                <a:cs typeface="Arial"/>
              </a:defRPr>
            </a:lvl3pPr>
            <a:lvl4pPr>
              <a:defRPr sz="1950" b="0">
                <a:solidFill>
                  <a:srgbClr val="50616A"/>
                </a:solidFill>
                <a:latin typeface="Arial"/>
                <a:ea typeface="Arial"/>
                <a:cs typeface="Arial"/>
              </a:defRPr>
            </a:lvl4pPr>
            <a:lvl5pPr>
              <a:defRPr sz="1950" b="0">
                <a:solidFill>
                  <a:srgbClr val="50616A"/>
                </a:solidFill>
                <a:latin typeface="Arial"/>
                <a:ea typeface="Arial"/>
                <a:cs typeface="Arial"/>
              </a:defRPr>
            </a:lvl5pPr>
            <a:lvl6pPr>
              <a:defRPr sz="1950" b="0">
                <a:solidFill>
                  <a:srgbClr val="50616A"/>
                </a:solidFill>
                <a:latin typeface="Arial"/>
                <a:ea typeface="Arial"/>
                <a:cs typeface="Arial"/>
              </a:defRPr>
            </a:lvl6pPr>
            <a:lvl7pPr>
              <a:defRPr sz="1950" b="0">
                <a:solidFill>
                  <a:srgbClr val="50616A"/>
                </a:solidFill>
                <a:latin typeface="Arial"/>
                <a:ea typeface="Arial"/>
                <a:cs typeface="Arial"/>
              </a:defRPr>
            </a:lvl7pPr>
            <a:lvl8pPr>
              <a:defRPr sz="1950" b="0">
                <a:solidFill>
                  <a:srgbClr val="50616A"/>
                </a:solidFill>
                <a:latin typeface="Arial"/>
                <a:ea typeface="Arial"/>
                <a:cs typeface="Arial"/>
              </a:defRPr>
            </a:lvl8pPr>
            <a:lvl9pPr>
              <a:defRPr sz="1950" b="0">
                <a:solidFill>
                  <a:srgbClr val="50616A"/>
                </a:solidFill>
                <a:latin typeface="Arial"/>
                <a:ea typeface="Arial"/>
                <a:cs typeface="Arial"/>
              </a:defRPr>
            </a:lvl9pPr>
          </a:lstStyle>
          <a:p xmlns:a="http://schemas.openxmlformats.org/drawingml/2006/main">
            <a:pPr>
              <a:defRPr sz="1950" b="0">
                <a:solidFill>
                  <a:srgbClr val="50616A"/>
                </a:solidFill>
                <a:latin typeface="Arial"/>
                <a:ea typeface="Arial"/>
                <a:cs typeface="Arial"/>
              </a:defRPr>
            </a:pPr>
            <a:r>
              <a:rPr sz="1950" b="0">
                <a:solidFill>
                  <a:srgbClr val="50616A"/>
                </a:solidFill>
                <a:latin typeface="Arial"/>
                <a:ea typeface="Arial"/>
                <a:cs typeface="Arial"/>
              </a:rPr>
              <a:t>Sentetik örnek. Aynı servis ve eşit uzunluktaki pencereler.</a:t>
            </a:r>
          </a:p>
        </p:txBody>
      </p:sp>
      <p:graphicFrame>
        <p:nvGraphicFramePr>
          <p:cNvPr id="3" name="">
            <a:extLst xmlns:a="http://schemas.openxmlformats.org/drawingml/2006/main">
              <a:ext uri="{FF2B5EF4-FFF2-40B4-BE49-F238E27FC236}">
                <a16:creationId xmlns:a16="http://schemas.microsoft.com/office/drawing/2014/main" id="{8A720092-CADD-4555-A6EB-8CAB0020AFD3}"/>
              </a:ext>
            </a:extLst>
          </p:cNvPr>
          <p:cNvGraphicFramePr/>
          <p:nvPr/>
        </p:nvGraphicFramePr>
        <p:xfrm>
          <a:off xmlns:a="http://schemas.openxmlformats.org/drawingml/2006/main" x="647700" y="2209800"/>
          <a:ext xmlns:a="http://schemas.openxmlformats.org/drawingml/2006/main" cx="10896600" cy="2028825"/>
        </p:xfrm>
        <a:graphic xmlns:a="http://schemas.openxmlformats.org/drawingml/2006/main">
          <a:graphicData uri="http://schemas.openxmlformats.org/drawingml/2006/table">
            <a:tbl>
              <a:tblPr firstRow="0" bandRow="0"/>
              <a:tblGrid>
                <a:gridCol w="2857500"/>
                <a:gridCol w="1809750"/>
                <a:gridCol w="3657600"/>
                <a:gridCol w="2571750"/>
              </a:tblGrid>
              <a:tr h="676275">
                <a:tc>
                  <a:txBody>
                    <a:bodyPr lIns="152400" tIns="95250" rIns="133350" bIns="95250">
                      <a:noAutofit/>
                    </a:bodyPr>
                    <a:lstStyle/>
                    <a:p>
                      <a:r>
                        <a:rPr sz="1800" b="1">
                          <a:solidFill>
                            <a:srgbClr val="F5F4F0"/>
                          </a:solidFill>
                          <a:latin typeface="Arial"/>
                          <a:ea typeface="Arial"/>
                          <a:cs typeface="Arial"/>
                        </a:rPr>
                        <a:t>Örnek pencere</a:t>
                      </a:r>
                    </a:p>
                  </a:txBody>
                  <a:tcPr marL="91440" marR="91440" marT="45720" marB="45720" anchor="ctr">
                    <a:lnL w="4763">
                      <a:solidFill>
                        <a:srgbClr val="D1D9D9"/>
                      </a:solidFill>
                      <a:prstDash val="solid"/>
                    </a:lnL>
                    <a:lnR w="4763">
                      <a:solidFill>
                        <a:srgbClr val="D1D9D9"/>
                      </a:solidFill>
                      <a:prstDash val="solid"/>
                    </a:lnR>
                    <a:lnT w="4763">
                      <a:solidFill>
                        <a:srgbClr val="D1D9D9"/>
                      </a:solidFill>
                      <a:prstDash val="solid"/>
                    </a:lnT>
                    <a:lnB w="4763">
                      <a:solidFill>
                        <a:srgbClr val="D1D9D9"/>
                      </a:solidFill>
                      <a:prstDash val="solid"/>
                    </a:lnB>
                    <a:solidFill>
                      <a:srgbClr val="152E3D"/>
                    </a:solidFill>
                  </a:tcPr>
                </a:tc>
                <a:tc>
                  <a:txBody>
                    <a:bodyPr lIns="152400" tIns="95250" rIns="133350" bIns="95250">
                      <a:noAutofit/>
                    </a:bodyPr>
                    <a:lstStyle/>
                    <a:p>
                      <a:r>
                        <a:rPr sz="1800" b="1">
                          <a:solidFill>
                            <a:srgbClr val="F5F4F0"/>
                          </a:solidFill>
                          <a:latin typeface="Arial"/>
                          <a:ea typeface="Arial"/>
                          <a:cs typeface="Arial"/>
                        </a:rPr>
                        <a:t>5xx</a:t>
                      </a:r>
                    </a:p>
                  </a:txBody>
                  <a:tcPr marL="91440" marR="91440" marT="45720" marB="45720" anchor="ctr">
                    <a:lnR w="4763">
                      <a:solidFill>
                        <a:srgbClr val="D1D9D9"/>
                      </a:solidFill>
                      <a:prstDash val="solid"/>
                    </a:lnR>
                    <a:lnT w="4763">
                      <a:solidFill>
                        <a:srgbClr val="D1D9D9"/>
                      </a:solidFill>
                      <a:prstDash val="solid"/>
                    </a:lnT>
                    <a:lnB w="4763">
                      <a:solidFill>
                        <a:srgbClr val="D1D9D9"/>
                      </a:solidFill>
                      <a:prstDash val="solid"/>
                    </a:lnB>
                    <a:solidFill>
                      <a:srgbClr val="152E3D"/>
                    </a:solidFill>
                  </a:tcPr>
                </a:tc>
                <a:tc>
                  <a:txBody>
                    <a:bodyPr lIns="152400" tIns="95250" rIns="133350" bIns="95250">
                      <a:noAutofit/>
                    </a:bodyPr>
                    <a:lstStyle/>
                    <a:p>
                      <a:r>
                        <a:rPr sz="1800" b="1">
                          <a:solidFill>
                            <a:srgbClr val="F5F4F0"/>
                          </a:solidFill>
                          <a:latin typeface="Arial"/>
                          <a:ea typeface="Arial"/>
                          <a:cs typeface="Arial"/>
                        </a:rPr>
                        <a:t>Tamamlanan istek</a:t>
                      </a:r>
                    </a:p>
                  </a:txBody>
                  <a:tcPr marL="91440" marR="91440" marT="45720" marB="45720" anchor="ctr">
                    <a:lnR w="4763">
                      <a:solidFill>
                        <a:srgbClr val="D1D9D9"/>
                      </a:solidFill>
                      <a:prstDash val="solid"/>
                    </a:lnR>
                    <a:lnT w="4763">
                      <a:solidFill>
                        <a:srgbClr val="D1D9D9"/>
                      </a:solidFill>
                      <a:prstDash val="solid"/>
                    </a:lnT>
                    <a:lnB w="4763">
                      <a:solidFill>
                        <a:srgbClr val="D1D9D9"/>
                      </a:solidFill>
                      <a:prstDash val="solid"/>
                    </a:lnB>
                    <a:solidFill>
                      <a:srgbClr val="152E3D"/>
                    </a:solidFill>
                  </a:tcPr>
                </a:tc>
                <a:tc>
                  <a:txBody>
                    <a:bodyPr lIns="152400" tIns="95250" rIns="133350" bIns="95250">
                      <a:noAutofit/>
                    </a:bodyPr>
                    <a:lstStyle/>
                    <a:p>
                      <a:r>
                        <a:rPr sz="1800" b="1">
                          <a:solidFill>
                            <a:srgbClr val="F5F4F0"/>
                          </a:solidFill>
                          <a:latin typeface="Arial"/>
                          <a:ea typeface="Arial"/>
                          <a:cs typeface="Arial"/>
                        </a:rPr>
                        <a:t>5xx oranı</a:t>
                      </a:r>
                    </a:p>
                  </a:txBody>
                  <a:tcPr marL="91440" marR="91440" marT="45720" marB="45720" anchor="ctr">
                    <a:lnR w="4763">
                      <a:solidFill>
                        <a:srgbClr val="D1D9D9"/>
                      </a:solidFill>
                      <a:prstDash val="solid"/>
                    </a:lnR>
                    <a:lnT w="4763">
                      <a:solidFill>
                        <a:srgbClr val="D1D9D9"/>
                      </a:solidFill>
                      <a:prstDash val="solid"/>
                    </a:lnT>
                    <a:lnB w="4763">
                      <a:solidFill>
                        <a:srgbClr val="D1D9D9"/>
                      </a:solidFill>
                      <a:prstDash val="solid"/>
                    </a:lnB>
                    <a:solidFill>
                      <a:srgbClr val="152E3D"/>
                    </a:solidFill>
                  </a:tcPr>
                </a:tc>
              </a:tr>
              <a:tr h="676275">
                <a:tc>
                  <a:txBody>
                    <a:bodyPr lIns="152400" tIns="95250" rIns="133350" bIns="95250">
                      <a:noAutofit/>
                    </a:bodyPr>
                    <a:lstStyle/>
                    <a:p>
                      <a:r>
                        <a:rPr sz="1950" b="0">
                          <a:solidFill>
                            <a:srgbClr val="152E3D"/>
                          </a:solidFill>
                          <a:latin typeface="Arial"/>
                          <a:ea typeface="Arial"/>
                          <a:cs typeface="Arial"/>
                        </a:rPr>
                        <a:t>Önce</a:t>
                      </a:r>
                    </a:p>
                  </a:txBody>
                  <a:tcPr marL="91440" marR="91440" marT="45720" marB="45720" anchor="ctr">
                    <a:lnL w="4763">
                      <a:solidFill>
                        <a:srgbClr val="D1D9D9"/>
                      </a:solidFill>
                      <a:prstDash val="solid"/>
                    </a:lnL>
                    <a:lnR w="4763">
                      <a:solidFill>
                        <a:srgbClr val="D1D9D9"/>
                      </a:solidFill>
                      <a:prstDash val="solid"/>
                    </a:lnR>
                    <a:lnB w="4763">
                      <a:solidFill>
                        <a:srgbClr val="D1D9D9"/>
                      </a:solidFill>
                      <a:prstDash val="solid"/>
                    </a:lnB>
                    <a:solidFill>
                      <a:srgbClr val="F5F4F0"/>
                    </a:solidFill>
                  </a:tcPr>
                </a:tc>
                <a:tc>
                  <a:txBody>
                    <a:bodyPr lIns="152400" tIns="95250" rIns="133350" bIns="95250">
                      <a:noAutofit/>
                    </a:bodyPr>
                    <a:lstStyle/>
                    <a:p>
                      <a:r>
                        <a:rPr sz="1950" b="0">
                          <a:solidFill>
                            <a:srgbClr val="152E3D"/>
                          </a:solidFill>
                          <a:latin typeface="Arial"/>
                          <a:ea typeface="Arial"/>
                          <a:cs typeface="Arial"/>
                        </a:rPr>
                        <a:t>50</a:t>
                      </a:r>
                    </a:p>
                  </a:txBody>
                  <a:tcPr marL="91440" marR="91440" marT="45720" marB="45720" anchor="ctr">
                    <a:lnR w="4763">
                      <a:solidFill>
                        <a:srgbClr val="D1D9D9"/>
                      </a:solidFill>
                      <a:prstDash val="solid"/>
                    </a:lnR>
                    <a:lnB w="4763">
                      <a:solidFill>
                        <a:srgbClr val="D1D9D9"/>
                      </a:solidFill>
                      <a:prstDash val="solid"/>
                    </a:lnB>
                    <a:solidFill>
                      <a:srgbClr val="F5F4F0"/>
                    </a:solidFill>
                  </a:tcPr>
                </a:tc>
                <a:tc>
                  <a:txBody>
                    <a:bodyPr lIns="152400" tIns="95250" rIns="133350" bIns="95250">
                      <a:noAutofit/>
                    </a:bodyPr>
                    <a:lstStyle/>
                    <a:p>
                      <a:r>
                        <a:rPr sz="1950" b="0">
                          <a:solidFill>
                            <a:srgbClr val="152E3D"/>
                          </a:solidFill>
                          <a:latin typeface="Arial"/>
                          <a:ea typeface="Arial"/>
                          <a:cs typeface="Arial"/>
                        </a:rPr>
                        <a:t>10.000</a:t>
                      </a:r>
                    </a:p>
                  </a:txBody>
                  <a:tcPr marL="91440" marR="91440" marT="45720" marB="45720" anchor="ctr">
                    <a:lnR w="4763">
                      <a:solidFill>
                        <a:srgbClr val="D1D9D9"/>
                      </a:solidFill>
                      <a:prstDash val="solid"/>
                    </a:lnR>
                    <a:lnB w="4763">
                      <a:solidFill>
                        <a:srgbClr val="D1D9D9"/>
                      </a:solidFill>
                      <a:prstDash val="solid"/>
                    </a:lnB>
                    <a:solidFill>
                      <a:srgbClr val="F5F4F0"/>
                    </a:solidFill>
                  </a:tcPr>
                </a:tc>
                <a:tc>
                  <a:txBody>
                    <a:bodyPr lIns="152400" tIns="95250" rIns="133350" bIns="95250">
                      <a:noAutofit/>
                    </a:bodyPr>
                    <a:lstStyle/>
                    <a:p>
                      <a:r>
                        <a:rPr sz="1950" b="0">
                          <a:solidFill>
                            <a:srgbClr val="152E3D"/>
                          </a:solidFill>
                          <a:latin typeface="Arial"/>
                          <a:ea typeface="Arial"/>
                          <a:cs typeface="Arial"/>
                        </a:rPr>
                        <a:t>%0,5</a:t>
                      </a:r>
                    </a:p>
                  </a:txBody>
                  <a:tcPr marL="91440" marR="91440" marT="45720" marB="45720" anchor="ctr">
                    <a:lnR w="4763">
                      <a:solidFill>
                        <a:srgbClr val="D1D9D9"/>
                      </a:solidFill>
                      <a:prstDash val="solid"/>
                    </a:lnR>
                    <a:lnB w="4763">
                      <a:solidFill>
                        <a:srgbClr val="D1D9D9"/>
                      </a:solidFill>
                      <a:prstDash val="solid"/>
                    </a:lnB>
                    <a:solidFill>
                      <a:srgbClr val="F5F4F0"/>
                    </a:solidFill>
                  </a:tcPr>
                </a:tc>
              </a:tr>
              <a:tr h="676275">
                <a:tc>
                  <a:txBody>
                    <a:bodyPr lIns="152400" tIns="95250" rIns="133350" bIns="95250">
                      <a:noAutofit/>
                    </a:bodyPr>
                    <a:lstStyle/>
                    <a:p>
                      <a:r>
                        <a:rPr sz="1950" b="0">
                          <a:solidFill>
                            <a:srgbClr val="152E3D"/>
                          </a:solidFill>
                          <a:latin typeface="Arial"/>
                          <a:ea typeface="Arial"/>
                          <a:cs typeface="Arial"/>
                        </a:rPr>
                        <a:t>Sonra</a:t>
                      </a:r>
                    </a:p>
                  </a:txBody>
                  <a:tcPr marL="91440" marR="91440" marT="45720" marB="45720" anchor="ctr">
                    <a:lnL w="4763">
                      <a:solidFill>
                        <a:srgbClr val="D1D9D9"/>
                      </a:solidFill>
                      <a:prstDash val="solid"/>
                    </a:lnL>
                    <a:lnR w="4763">
                      <a:solidFill>
                        <a:srgbClr val="D1D9D9"/>
                      </a:solidFill>
                      <a:prstDash val="solid"/>
                    </a:lnR>
                    <a:lnB w="4763">
                      <a:solidFill>
                        <a:srgbClr val="D1D9D9"/>
                      </a:solidFill>
                      <a:prstDash val="solid"/>
                    </a:lnB>
                    <a:solidFill>
                      <a:srgbClr val="F5F4F0"/>
                    </a:solidFill>
                  </a:tcPr>
                </a:tc>
                <a:tc>
                  <a:txBody>
                    <a:bodyPr lIns="152400" tIns="95250" rIns="133350" bIns="95250">
                      <a:noAutofit/>
                    </a:bodyPr>
                    <a:lstStyle/>
                    <a:p>
                      <a:r>
                        <a:rPr sz="1950" b="0">
                          <a:solidFill>
                            <a:srgbClr val="152E3D"/>
                          </a:solidFill>
                          <a:latin typeface="Arial"/>
                          <a:ea typeface="Arial"/>
                          <a:cs typeface="Arial"/>
                        </a:rPr>
                        <a:t>40</a:t>
                      </a:r>
                    </a:p>
                  </a:txBody>
                  <a:tcPr marL="91440" marR="91440" marT="45720" marB="45720" anchor="ctr">
                    <a:lnR w="4763">
                      <a:solidFill>
                        <a:srgbClr val="D1D9D9"/>
                      </a:solidFill>
                      <a:prstDash val="solid"/>
                    </a:lnR>
                    <a:lnB w="4763">
                      <a:solidFill>
                        <a:srgbClr val="D1D9D9"/>
                      </a:solidFill>
                      <a:prstDash val="solid"/>
                    </a:lnB>
                    <a:solidFill>
                      <a:srgbClr val="F5F4F0"/>
                    </a:solidFill>
                  </a:tcPr>
                </a:tc>
                <a:tc>
                  <a:txBody>
                    <a:bodyPr lIns="152400" tIns="95250" rIns="133350" bIns="95250">
                      <a:noAutofit/>
                    </a:bodyPr>
                    <a:lstStyle/>
                    <a:p>
                      <a:r>
                        <a:rPr sz="1950" b="0">
                          <a:solidFill>
                            <a:srgbClr val="152E3D"/>
                          </a:solidFill>
                          <a:latin typeface="Arial"/>
                          <a:ea typeface="Arial"/>
                          <a:cs typeface="Arial"/>
                        </a:rPr>
                        <a:t>1.000</a:t>
                      </a:r>
                    </a:p>
                  </a:txBody>
                  <a:tcPr marL="91440" marR="91440" marT="45720" marB="45720" anchor="ctr">
                    <a:lnR w="4763">
                      <a:solidFill>
                        <a:srgbClr val="D1D9D9"/>
                      </a:solidFill>
                      <a:prstDash val="solid"/>
                    </a:lnR>
                    <a:lnB w="4763">
                      <a:solidFill>
                        <a:srgbClr val="D1D9D9"/>
                      </a:solidFill>
                      <a:prstDash val="solid"/>
                    </a:lnB>
                    <a:solidFill>
                      <a:srgbClr val="F5F4F0"/>
                    </a:solidFill>
                  </a:tcPr>
                </a:tc>
                <a:tc>
                  <a:txBody>
                    <a:bodyPr lIns="152400" tIns="95250" rIns="133350" bIns="95250">
                      <a:noAutofit/>
                    </a:bodyPr>
                    <a:lstStyle/>
                    <a:p>
                      <a:r>
                        <a:rPr sz="1950" b="0">
                          <a:solidFill>
                            <a:srgbClr val="152E3D"/>
                          </a:solidFill>
                          <a:latin typeface="Arial"/>
                          <a:ea typeface="Arial"/>
                          <a:cs typeface="Arial"/>
                        </a:rPr>
                        <a:t>%4,0</a:t>
                      </a:r>
                    </a:p>
                  </a:txBody>
                  <a:tcPr marL="91440" marR="91440" marT="45720" marB="45720" anchor="ctr">
                    <a:lnR w="4763">
                      <a:solidFill>
                        <a:srgbClr val="D1D9D9"/>
                      </a:solidFill>
                      <a:prstDash val="solid"/>
                    </a:lnR>
                    <a:lnB w="4763">
                      <a:solidFill>
                        <a:srgbClr val="D1D9D9"/>
                      </a:solidFill>
                      <a:prstDash val="solid"/>
                    </a:lnB>
                    <a:solidFill>
                      <a:srgbClr val="F5F4F0"/>
                    </a:solidFill>
                  </a:tcPr>
                </a:tc>
              </a:tr>
            </a:tbl>
          </a:graphicData>
        </a:graphic>
      </p:graphicFrame>
      <p:sp>
        <p:nvSpPr>
          <p:cNvPr id="4" name="">
            <a:extLst xmlns:a="http://schemas.openxmlformats.org/drawingml/2006/main">
              <a:ext uri="{FF2B5EF4-FFF2-40B4-BE49-F238E27FC236}">
                <a16:creationId xmlns:a16="http://schemas.microsoft.com/office/drawing/2014/main" id="{4C7C34E1-4CCC-4579-9949-65CF8184ED47}"/>
              </a:ext>
            </a:extLst>
          </p:cNvPr>
          <p:cNvSpPr>
            <a:spLocks xmlns:a="http://schemas.openxmlformats.org/drawingml/2006/main" noGrp="1"/>
          </p:cNvSpPr>
          <p:nvPr/>
        </p:nvSpPr>
        <p:spPr>
          <a:xfrm xmlns:a="http://schemas.openxmlformats.org/drawingml/2006/main">
            <a:off x="647700" y="4657725"/>
            <a:ext cx="10896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550" b="1">
                <a:solidFill>
                  <a:srgbClr val="007F83"/>
                </a:solidFill>
                <a:latin typeface="Arial"/>
                <a:ea typeface="Arial"/>
                <a:cs typeface="Arial"/>
              </a:defRPr>
            </a:defPPr>
            <a:lvl1pPr>
              <a:defRPr sz="2550" b="1">
                <a:solidFill>
                  <a:srgbClr val="007F83"/>
                </a:solidFill>
                <a:latin typeface="Arial"/>
                <a:ea typeface="Arial"/>
                <a:cs typeface="Arial"/>
              </a:defRPr>
            </a:lvl1pPr>
            <a:lvl2pPr>
              <a:defRPr sz="2550" b="1">
                <a:solidFill>
                  <a:srgbClr val="007F83"/>
                </a:solidFill>
                <a:latin typeface="Arial"/>
                <a:ea typeface="Arial"/>
                <a:cs typeface="Arial"/>
              </a:defRPr>
            </a:lvl2pPr>
            <a:lvl3pPr>
              <a:defRPr sz="2550" b="1">
                <a:solidFill>
                  <a:srgbClr val="007F83"/>
                </a:solidFill>
                <a:latin typeface="Arial"/>
                <a:ea typeface="Arial"/>
                <a:cs typeface="Arial"/>
              </a:defRPr>
            </a:lvl3pPr>
            <a:lvl4pPr>
              <a:defRPr sz="2550" b="1">
                <a:solidFill>
                  <a:srgbClr val="007F83"/>
                </a:solidFill>
                <a:latin typeface="Arial"/>
                <a:ea typeface="Arial"/>
                <a:cs typeface="Arial"/>
              </a:defRPr>
            </a:lvl4pPr>
            <a:lvl5pPr>
              <a:defRPr sz="2550" b="1">
                <a:solidFill>
                  <a:srgbClr val="007F83"/>
                </a:solidFill>
                <a:latin typeface="Arial"/>
                <a:ea typeface="Arial"/>
                <a:cs typeface="Arial"/>
              </a:defRPr>
            </a:lvl5pPr>
            <a:lvl6pPr>
              <a:defRPr sz="2550" b="1">
                <a:solidFill>
                  <a:srgbClr val="007F83"/>
                </a:solidFill>
                <a:latin typeface="Arial"/>
                <a:ea typeface="Arial"/>
                <a:cs typeface="Arial"/>
              </a:defRPr>
            </a:lvl6pPr>
            <a:lvl7pPr>
              <a:defRPr sz="2550" b="1">
                <a:solidFill>
                  <a:srgbClr val="007F83"/>
                </a:solidFill>
                <a:latin typeface="Arial"/>
                <a:ea typeface="Arial"/>
                <a:cs typeface="Arial"/>
              </a:defRPr>
            </a:lvl7pPr>
            <a:lvl8pPr>
              <a:defRPr sz="2550" b="1">
                <a:solidFill>
                  <a:srgbClr val="007F83"/>
                </a:solidFill>
                <a:latin typeface="Arial"/>
                <a:ea typeface="Arial"/>
                <a:cs typeface="Arial"/>
              </a:defRPr>
            </a:lvl8pPr>
            <a:lvl9pPr>
              <a:defRPr sz="2550" b="1">
                <a:solidFill>
                  <a:srgbClr val="007F83"/>
                </a:solidFill>
                <a:latin typeface="Arial"/>
                <a:ea typeface="Arial"/>
                <a:cs typeface="Arial"/>
              </a:defRPr>
            </a:lvl9pPr>
          </a:lstStyle>
          <a:p xmlns:a="http://schemas.openxmlformats.org/drawingml/2006/main">
            <a:pPr>
              <a:defRPr sz="2550" b="1">
                <a:solidFill>
                  <a:srgbClr val="007F83"/>
                </a:solidFill>
                <a:latin typeface="Arial"/>
                <a:ea typeface="Arial"/>
                <a:cs typeface="Arial"/>
              </a:defRPr>
            </a:pPr>
            <a:r>
              <a:rPr sz="2550" b="1">
                <a:solidFill>
                  <a:srgbClr val="007F83"/>
                </a:solidFill>
                <a:latin typeface="Arial"/>
                <a:ea typeface="Arial"/>
                <a:cs typeface="Arial"/>
              </a:rPr>
              <a:t>Hata sayısı azaldı. Hata oranı 8 katına çıktı.</a:t>
            </a:r>
          </a:p>
        </p:txBody>
      </p:sp>
      <p:sp>
        <p:nvSpPr>
          <p:cNvPr id="5" name="">
            <a:extLst xmlns:a="http://schemas.openxmlformats.org/drawingml/2006/main">
              <a:ext uri="{FF2B5EF4-FFF2-40B4-BE49-F238E27FC236}">
                <a16:creationId xmlns:a16="http://schemas.microsoft.com/office/drawing/2014/main" id="{952434E8-9803-4099-9304-1D1C81E084D1}"/>
              </a:ext>
            </a:extLst>
          </p:cNvPr>
          <p:cNvSpPr>
            <a:spLocks xmlns:a="http://schemas.openxmlformats.org/drawingml/2006/main" noGrp="1"/>
          </p:cNvSpPr>
          <p:nvPr/>
        </p:nvSpPr>
        <p:spPr>
          <a:xfrm xmlns:a="http://schemas.openxmlformats.org/drawingml/2006/main">
            <a:off x="647700" y="5295900"/>
            <a:ext cx="108966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50616A"/>
                </a:solidFill>
                <a:latin typeface="Arial"/>
                <a:ea typeface="Arial"/>
                <a:cs typeface="Arial"/>
              </a:defRPr>
            </a:defPPr>
            <a:lvl1pPr>
              <a:defRPr sz="2025" b="0">
                <a:solidFill>
                  <a:srgbClr val="50616A"/>
                </a:solidFill>
                <a:latin typeface="Arial"/>
                <a:ea typeface="Arial"/>
                <a:cs typeface="Arial"/>
              </a:defRPr>
            </a:lvl1pPr>
            <a:lvl2pPr>
              <a:defRPr sz="2025" b="0">
                <a:solidFill>
                  <a:srgbClr val="50616A"/>
                </a:solidFill>
                <a:latin typeface="Arial"/>
                <a:ea typeface="Arial"/>
                <a:cs typeface="Arial"/>
              </a:defRPr>
            </a:lvl2pPr>
            <a:lvl3pPr>
              <a:defRPr sz="2025" b="0">
                <a:solidFill>
                  <a:srgbClr val="50616A"/>
                </a:solidFill>
                <a:latin typeface="Arial"/>
                <a:ea typeface="Arial"/>
                <a:cs typeface="Arial"/>
              </a:defRPr>
            </a:lvl3pPr>
            <a:lvl4pPr>
              <a:defRPr sz="2025" b="0">
                <a:solidFill>
                  <a:srgbClr val="50616A"/>
                </a:solidFill>
                <a:latin typeface="Arial"/>
                <a:ea typeface="Arial"/>
                <a:cs typeface="Arial"/>
              </a:defRPr>
            </a:lvl4pPr>
            <a:lvl5pPr>
              <a:defRPr sz="2025" b="0">
                <a:solidFill>
                  <a:srgbClr val="50616A"/>
                </a:solidFill>
                <a:latin typeface="Arial"/>
                <a:ea typeface="Arial"/>
                <a:cs typeface="Arial"/>
              </a:defRPr>
            </a:lvl5pPr>
            <a:lvl6pPr>
              <a:defRPr sz="2025" b="0">
                <a:solidFill>
                  <a:srgbClr val="50616A"/>
                </a:solidFill>
                <a:latin typeface="Arial"/>
                <a:ea typeface="Arial"/>
                <a:cs typeface="Arial"/>
              </a:defRPr>
            </a:lvl6pPr>
            <a:lvl7pPr>
              <a:defRPr sz="2025" b="0">
                <a:solidFill>
                  <a:srgbClr val="50616A"/>
                </a:solidFill>
                <a:latin typeface="Arial"/>
                <a:ea typeface="Arial"/>
                <a:cs typeface="Arial"/>
              </a:defRPr>
            </a:lvl7pPr>
            <a:lvl8pPr>
              <a:defRPr sz="2025" b="0">
                <a:solidFill>
                  <a:srgbClr val="50616A"/>
                </a:solidFill>
                <a:latin typeface="Arial"/>
                <a:ea typeface="Arial"/>
                <a:cs typeface="Arial"/>
              </a:defRPr>
            </a:lvl8pPr>
            <a:lvl9pPr>
              <a:defRPr sz="2025" b="0">
                <a:solidFill>
                  <a:srgbClr val="50616A"/>
                </a:solidFill>
                <a:latin typeface="Arial"/>
                <a:ea typeface="Arial"/>
                <a:cs typeface="Arial"/>
              </a:defRPr>
            </a:lvl9pPr>
          </a:lstStyle>
          <a:p xmlns:a="http://schemas.openxmlformats.org/drawingml/2006/main">
            <a:pPr>
              <a:defRPr sz="2025" b="0">
                <a:solidFill>
                  <a:srgbClr val="50616A"/>
                </a:solidFill>
                <a:latin typeface="Arial"/>
                <a:ea typeface="Arial"/>
                <a:cs typeface="Arial"/>
              </a:defRPr>
            </a:pPr>
            <a:r>
              <a:rPr sz="2025" b="0">
                <a:solidFill>
                  <a:srgbClr val="50616A"/>
                </a:solidFill>
                <a:latin typeface="Arial"/>
                <a:ea typeface="Arial"/>
                <a:cs typeface="Arial"/>
              </a:rPr>
              <a:t>Pay ve payda aynı istek evreninden gelmeli.</a:t>
            </a:r>
          </a:p>
          <a:p xmlns:a="http://schemas.openxmlformats.org/drawingml/2006/main">
            <a:pPr>
              <a:defRPr sz="2025" b="0">
                <a:solidFill>
                  <a:srgbClr val="50616A"/>
                </a:solidFill>
                <a:latin typeface="Arial"/>
                <a:ea typeface="Arial"/>
                <a:cs typeface="Arial"/>
              </a:defRPr>
            </a:pPr>
            <a:r>
              <a:rPr sz="2025" b="0">
                <a:solidFill>
                  <a:srgbClr val="50616A"/>
                </a:solidFill>
                <a:latin typeface="Arial"/>
                <a:ea typeface="Arial"/>
                <a:cs typeface="Arial"/>
              </a:rPr>
              <a:t>Retry, duplicate ve sampling sonucu değiştirebilir.</a:t>
            </a:r>
          </a:p>
        </p:txBody>
      </p:sp>
      <p:sp>
        <p:nvSpPr>
          <p:cNvPr id="6" name="">
            <a:extLst xmlns:a="http://schemas.openxmlformats.org/drawingml/2006/main">
              <a:ext uri="{FF2B5EF4-FFF2-40B4-BE49-F238E27FC236}">
                <a16:creationId xmlns:a16="http://schemas.microsoft.com/office/drawing/2014/main" id="{9BF13A6F-AED5-46AE-A79D-56C703CA2C3C}"/>
              </a:ext>
            </a:extLst>
          </p:cNvPr>
          <p:cNvSpPr>
            <a:spLocks xmlns:a="http://schemas.openxmlformats.org/drawingml/2006/main" noGrp="1"/>
          </p:cNvSpPr>
          <p:nvPr/>
        </p:nvSpPr>
        <p:spPr>
          <a:xfrm xmlns:a="http://schemas.openxmlformats.org/drawingml/2006/main">
            <a:off x="10858500" y="6429375"/>
            <a:ext cx="714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0616A"/>
                </a:solidFill>
                <a:latin typeface="Arial"/>
                <a:ea typeface="Arial"/>
                <a:cs typeface="Arial"/>
              </a:defRPr>
            </a:defPPr>
            <a:lvl1pPr>
              <a:defRPr sz="1200" b="0">
                <a:solidFill>
                  <a:srgbClr val="50616A"/>
                </a:solidFill>
                <a:latin typeface="Arial"/>
                <a:ea typeface="Arial"/>
                <a:cs typeface="Arial"/>
              </a:defRPr>
            </a:lvl1pPr>
            <a:lvl2pPr>
              <a:defRPr sz="1200" b="0">
                <a:solidFill>
                  <a:srgbClr val="50616A"/>
                </a:solidFill>
                <a:latin typeface="Arial"/>
                <a:ea typeface="Arial"/>
                <a:cs typeface="Arial"/>
              </a:defRPr>
            </a:lvl2pPr>
            <a:lvl3pPr>
              <a:defRPr sz="1200" b="0">
                <a:solidFill>
                  <a:srgbClr val="50616A"/>
                </a:solidFill>
                <a:latin typeface="Arial"/>
                <a:ea typeface="Arial"/>
                <a:cs typeface="Arial"/>
              </a:defRPr>
            </a:lvl3pPr>
            <a:lvl4pPr>
              <a:defRPr sz="1200" b="0">
                <a:solidFill>
                  <a:srgbClr val="50616A"/>
                </a:solidFill>
                <a:latin typeface="Arial"/>
                <a:ea typeface="Arial"/>
                <a:cs typeface="Arial"/>
              </a:defRPr>
            </a:lvl4pPr>
            <a:lvl5pPr>
              <a:defRPr sz="1200" b="0">
                <a:solidFill>
                  <a:srgbClr val="50616A"/>
                </a:solidFill>
                <a:latin typeface="Arial"/>
                <a:ea typeface="Arial"/>
                <a:cs typeface="Arial"/>
              </a:defRPr>
            </a:lvl5pPr>
            <a:lvl6pPr>
              <a:defRPr sz="1200" b="0">
                <a:solidFill>
                  <a:srgbClr val="50616A"/>
                </a:solidFill>
                <a:latin typeface="Arial"/>
                <a:ea typeface="Arial"/>
                <a:cs typeface="Arial"/>
              </a:defRPr>
            </a:lvl6pPr>
            <a:lvl7pPr>
              <a:defRPr sz="1200" b="0">
                <a:solidFill>
                  <a:srgbClr val="50616A"/>
                </a:solidFill>
                <a:latin typeface="Arial"/>
                <a:ea typeface="Arial"/>
                <a:cs typeface="Arial"/>
              </a:defRPr>
            </a:lvl7pPr>
            <a:lvl8pPr>
              <a:defRPr sz="1200" b="0">
                <a:solidFill>
                  <a:srgbClr val="50616A"/>
                </a:solidFill>
                <a:latin typeface="Arial"/>
                <a:ea typeface="Arial"/>
                <a:cs typeface="Arial"/>
              </a:defRPr>
            </a:lvl8pPr>
            <a:lvl9pPr>
              <a:defRPr sz="1200" b="0">
                <a:solidFill>
                  <a:srgbClr val="50616A"/>
                </a:solidFill>
                <a:latin typeface="Arial"/>
                <a:ea typeface="Arial"/>
                <a:cs typeface="Arial"/>
              </a:defRPr>
            </a:lvl9pPr>
          </a:lstStyle>
          <a:p xmlns:a="http://schemas.openxmlformats.org/drawingml/2006/main">
            <a:pPr>
              <a:defRPr sz="1200" b="0">
                <a:solidFill>
                  <a:srgbClr val="50616A"/>
                </a:solidFill>
                <a:latin typeface="Arial"/>
                <a:ea typeface="Arial"/>
                <a:cs typeface="Arial"/>
              </a:defRPr>
            </a:pPr>
            <a:r>
              <a:rPr sz="1200" b="0">
                <a:solidFill>
                  <a:srgbClr val="50616A"/>
                </a:solidFill>
                <a:latin typeface="Arial"/>
                <a:ea typeface="Arial"/>
                <a:cs typeface="Arial"/>
              </a:rPr>
              <a:t>09 / 26</a:t>
            </a:r>
          </a:p>
        </p:txBody>
      </p:sp>
      <p:sp>
        <p:nvSpPr>
          <p:cNvPr id="7" name="">
            <a:extLst xmlns:a="http://schemas.openxmlformats.org/drawingml/2006/main">
              <a:ext uri="{FF2B5EF4-FFF2-40B4-BE49-F238E27FC236}">
                <a16:creationId xmlns:a16="http://schemas.microsoft.com/office/drawing/2014/main" id="{8B7836C7-FF3D-4A9D-A274-FF6A004E23C4}"/>
              </a:ext>
            </a:extLst>
          </p:cNvPr>
          <p:cNvSpPr>
            <a:spLocks xmlns:a="http://schemas.openxmlformats.org/drawingml/2006/main" noGrp="1"/>
          </p:cNvSpPr>
          <p:nvPr/>
        </p:nvSpPr>
        <p:spPr>
          <a:xfrm xmlns:a="http://schemas.openxmlformats.org/drawingml/2006/main">
            <a:off x="647700" y="6438900"/>
            <a:ext cx="98583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0616A"/>
                </a:solidFill>
                <a:latin typeface="Arial"/>
                <a:ea typeface="Arial"/>
                <a:cs typeface="Arial"/>
              </a:defRPr>
            </a:defPPr>
            <a:lvl1pPr>
              <a:defRPr sz="1050" b="0">
                <a:solidFill>
                  <a:srgbClr val="50616A"/>
                </a:solidFill>
                <a:latin typeface="Arial"/>
                <a:ea typeface="Arial"/>
                <a:cs typeface="Arial"/>
              </a:defRPr>
            </a:lvl1pPr>
            <a:lvl2pPr>
              <a:defRPr sz="1050" b="0">
                <a:solidFill>
                  <a:srgbClr val="50616A"/>
                </a:solidFill>
                <a:latin typeface="Arial"/>
                <a:ea typeface="Arial"/>
                <a:cs typeface="Arial"/>
              </a:defRPr>
            </a:lvl2pPr>
            <a:lvl3pPr>
              <a:defRPr sz="1050" b="0">
                <a:solidFill>
                  <a:srgbClr val="50616A"/>
                </a:solidFill>
                <a:latin typeface="Arial"/>
                <a:ea typeface="Arial"/>
                <a:cs typeface="Arial"/>
              </a:defRPr>
            </a:lvl3pPr>
            <a:lvl4pPr>
              <a:defRPr sz="1050" b="0">
                <a:solidFill>
                  <a:srgbClr val="50616A"/>
                </a:solidFill>
                <a:latin typeface="Arial"/>
                <a:ea typeface="Arial"/>
                <a:cs typeface="Arial"/>
              </a:defRPr>
            </a:lvl4pPr>
            <a:lvl5pPr>
              <a:defRPr sz="1050" b="0">
                <a:solidFill>
                  <a:srgbClr val="50616A"/>
                </a:solidFill>
                <a:latin typeface="Arial"/>
                <a:ea typeface="Arial"/>
                <a:cs typeface="Arial"/>
              </a:defRPr>
            </a:lvl5pPr>
            <a:lvl6pPr>
              <a:defRPr sz="1050" b="0">
                <a:solidFill>
                  <a:srgbClr val="50616A"/>
                </a:solidFill>
                <a:latin typeface="Arial"/>
                <a:ea typeface="Arial"/>
                <a:cs typeface="Arial"/>
              </a:defRPr>
            </a:lvl6pPr>
            <a:lvl7pPr>
              <a:defRPr sz="1050" b="0">
                <a:solidFill>
                  <a:srgbClr val="50616A"/>
                </a:solidFill>
                <a:latin typeface="Arial"/>
                <a:ea typeface="Arial"/>
                <a:cs typeface="Arial"/>
              </a:defRPr>
            </a:lvl7pPr>
            <a:lvl8pPr>
              <a:defRPr sz="1050" b="0">
                <a:solidFill>
                  <a:srgbClr val="50616A"/>
                </a:solidFill>
                <a:latin typeface="Arial"/>
                <a:ea typeface="Arial"/>
                <a:cs typeface="Arial"/>
              </a:defRPr>
            </a:lvl8pPr>
            <a:lvl9pPr>
              <a:defRPr sz="1050" b="0">
                <a:solidFill>
                  <a:srgbClr val="50616A"/>
                </a:solidFill>
                <a:latin typeface="Arial"/>
                <a:ea typeface="Arial"/>
                <a:cs typeface="Arial"/>
              </a:defRPr>
            </a:lvl9pPr>
          </a:lstStyle>
          <a:p xmlns:a="http://schemas.openxmlformats.org/drawingml/2006/main">
            <a:pPr>
              <a:defRPr sz="1050" b="0">
                <a:solidFill>
                  <a:srgbClr val="50616A"/>
                </a:solidFill>
                <a:latin typeface="Arial"/>
                <a:ea typeface="Arial"/>
                <a:cs typeface="Arial"/>
              </a:defRPr>
            </a:pPr>
            <a:r>
              <a:rPr sz="1050">
                <a:solidFill>
                  <a:srgbClr val="50616A"/>
                </a:solidFill>
                <a:latin typeface="Arial"/>
                <a:ea typeface="Arial"/>
                <a:cs typeface="Arial"/>
              </a:rPr>
              <a:t>Kaynaklar: </a:t>
            </a:r>
            <a:r>
              <a:rPr sz="1050">
                <a:solidFill>
                  <a:srgbClr val="50616A"/>
                </a:solidFill>
                <a:latin typeface="Arial"/>
                <a:ea typeface="Arial"/>
                <a:cs typeface="Arial"/>
                <a:hlinkClick xmlns:r="http://schemas.openxmlformats.org/officeDocument/2006/relationships" r:id="Rcf9ad37449014bf7"/>
              </a:rPr>
              <a:t>S08  </a:t>
            </a:r>
            <a:r>
              <a:rPr sz="1050">
                <a:solidFill>
                  <a:srgbClr val="50616A"/>
                </a:solidFill>
                <a:latin typeface="Arial"/>
                <a:ea typeface="Arial"/>
                <a:cs typeface="Arial"/>
                <a:hlinkClick xmlns:r="http://schemas.openxmlformats.org/officeDocument/2006/relationships" r:id="R15c8f70cb77a4226"/>
              </a:rPr>
              <a:t>S09  </a:t>
            </a:r>
          </a:p>
        </p:txBody>
      </p:sp>
    </p:spTree>
    <p:extLst>
      <p:ext uri="{BB962C8B-B14F-4D97-AF65-F5344CB8AC3E}">
        <p14:creationId xmlns:p14="http://schemas.microsoft.com/office/powerpoint/2010/main" val="1178296357"/>
      </p:ext>
    </p:extLst>
  </p:cSld>
</p:sld>
</file>

<file path=ppt/slides/slide10.xml><?xml version="1.0" encoding="utf-8"?>
<p:sld xmlns:p="http://schemas.openxmlformats.org/presentationml/2006/main">
  <p:cSld>
    <p:bg>
      <p:bgPr>
        <a:solidFill xmlns:a="http://schemas.openxmlformats.org/drawingml/2006/main">
          <a:srgbClr val="F5F4F0"/>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B589235-15FC-4317-8206-A6B81786EA8B}"/>
              </a:ext>
            </a:extLst>
          </p:cNvPr>
          <p:cNvSpPr>
            <a:spLocks xmlns:a="http://schemas.openxmlformats.org/drawingml/2006/main" noGrp="1"/>
          </p:cNvSpPr>
          <p:nvPr/>
        </p:nvSpPr>
        <p:spPr>
          <a:xfrm xmlns:a="http://schemas.openxmlformats.org/drawingml/2006/main">
            <a:off x="647700" y="49530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52E3D"/>
                </a:solidFill>
                <a:latin typeface="Arial"/>
                <a:ea typeface="Arial"/>
                <a:cs typeface="Arial"/>
              </a:defRPr>
            </a:defPPr>
            <a:lvl1pPr>
              <a:defRPr sz="3300" b="1">
                <a:solidFill>
                  <a:srgbClr val="152E3D"/>
                </a:solidFill>
                <a:latin typeface="Arial"/>
                <a:ea typeface="Arial"/>
                <a:cs typeface="Arial"/>
              </a:defRPr>
            </a:lvl1pPr>
            <a:lvl2pPr>
              <a:defRPr sz="3300" b="1">
                <a:solidFill>
                  <a:srgbClr val="152E3D"/>
                </a:solidFill>
                <a:latin typeface="Arial"/>
                <a:ea typeface="Arial"/>
                <a:cs typeface="Arial"/>
              </a:defRPr>
            </a:lvl2pPr>
            <a:lvl3pPr>
              <a:defRPr sz="3300" b="1">
                <a:solidFill>
                  <a:srgbClr val="152E3D"/>
                </a:solidFill>
                <a:latin typeface="Arial"/>
                <a:ea typeface="Arial"/>
                <a:cs typeface="Arial"/>
              </a:defRPr>
            </a:lvl3pPr>
            <a:lvl4pPr>
              <a:defRPr sz="3300" b="1">
                <a:solidFill>
                  <a:srgbClr val="152E3D"/>
                </a:solidFill>
                <a:latin typeface="Arial"/>
                <a:ea typeface="Arial"/>
                <a:cs typeface="Arial"/>
              </a:defRPr>
            </a:lvl4pPr>
            <a:lvl5pPr>
              <a:defRPr sz="3300" b="1">
                <a:solidFill>
                  <a:srgbClr val="152E3D"/>
                </a:solidFill>
                <a:latin typeface="Arial"/>
                <a:ea typeface="Arial"/>
                <a:cs typeface="Arial"/>
              </a:defRPr>
            </a:lvl5pPr>
            <a:lvl6pPr>
              <a:defRPr sz="3300" b="1">
                <a:solidFill>
                  <a:srgbClr val="152E3D"/>
                </a:solidFill>
                <a:latin typeface="Arial"/>
                <a:ea typeface="Arial"/>
                <a:cs typeface="Arial"/>
              </a:defRPr>
            </a:lvl6pPr>
            <a:lvl7pPr>
              <a:defRPr sz="3300" b="1">
                <a:solidFill>
                  <a:srgbClr val="152E3D"/>
                </a:solidFill>
                <a:latin typeface="Arial"/>
                <a:ea typeface="Arial"/>
                <a:cs typeface="Arial"/>
              </a:defRPr>
            </a:lvl7pPr>
            <a:lvl8pPr>
              <a:defRPr sz="3300" b="1">
                <a:solidFill>
                  <a:srgbClr val="152E3D"/>
                </a:solidFill>
                <a:latin typeface="Arial"/>
                <a:ea typeface="Arial"/>
                <a:cs typeface="Arial"/>
              </a:defRPr>
            </a:lvl8pPr>
            <a:lvl9pPr>
              <a:defRPr sz="3300" b="1">
                <a:solidFill>
                  <a:srgbClr val="152E3D"/>
                </a:solidFill>
                <a:latin typeface="Arial"/>
                <a:ea typeface="Arial"/>
                <a:cs typeface="Arial"/>
              </a:defRPr>
            </a:lvl9pPr>
          </a:lstStyle>
          <a:p xmlns:a="http://schemas.openxmlformats.org/drawingml/2006/main">
            <a:pPr>
              <a:defRPr sz="3300" b="1">
                <a:solidFill>
                  <a:srgbClr val="152E3D"/>
                </a:solidFill>
                <a:latin typeface="Arial"/>
                <a:ea typeface="Arial"/>
                <a:cs typeface="Arial"/>
              </a:defRPr>
            </a:pPr>
            <a:r>
              <a:rPr sz="3300" b="1">
                <a:solidFill>
                  <a:srgbClr val="152E3D"/>
                </a:solidFill>
                <a:latin typeface="Arial"/>
                <a:ea typeface="Arial"/>
                <a:cs typeface="Arial"/>
              </a:rPr>
              <a:t>Arama maliyetini belirleyen seçimler</a:t>
            </a:r>
          </a:p>
        </p:txBody>
      </p:sp>
      <p:sp>
        <p:nvSpPr>
          <p:cNvPr id="2" name="">
            <a:extLst xmlns:a="http://schemas.openxmlformats.org/drawingml/2006/main">
              <a:ext uri="{FF2B5EF4-FFF2-40B4-BE49-F238E27FC236}">
                <a16:creationId xmlns:a16="http://schemas.microsoft.com/office/drawing/2014/main" id="{E71BC31D-78E6-40FA-9BB4-78C6E652A709}"/>
              </a:ext>
            </a:extLst>
          </p:cNvPr>
          <p:cNvSpPr>
            <a:spLocks xmlns:a="http://schemas.openxmlformats.org/drawingml/2006/main" noGrp="1"/>
          </p:cNvSpPr>
          <p:nvPr/>
        </p:nvSpPr>
        <p:spPr>
          <a:xfrm xmlns:a="http://schemas.openxmlformats.org/drawingml/2006/main">
            <a:off x="647700" y="1685925"/>
            <a:ext cx="1952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007F83"/>
                </a:solidFill>
                <a:latin typeface="Arial"/>
                <a:ea typeface="Arial"/>
                <a:cs typeface="Arial"/>
              </a:defRPr>
            </a:defPPr>
            <a:lvl1pPr>
              <a:defRPr sz="2175" b="1">
                <a:solidFill>
                  <a:srgbClr val="007F83"/>
                </a:solidFill>
                <a:latin typeface="Arial"/>
                <a:ea typeface="Arial"/>
                <a:cs typeface="Arial"/>
              </a:defRPr>
            </a:lvl1pPr>
            <a:lvl2pPr>
              <a:defRPr sz="2175" b="1">
                <a:solidFill>
                  <a:srgbClr val="007F83"/>
                </a:solidFill>
                <a:latin typeface="Arial"/>
                <a:ea typeface="Arial"/>
                <a:cs typeface="Arial"/>
              </a:defRPr>
            </a:lvl2pPr>
            <a:lvl3pPr>
              <a:defRPr sz="2175" b="1">
                <a:solidFill>
                  <a:srgbClr val="007F83"/>
                </a:solidFill>
                <a:latin typeface="Arial"/>
                <a:ea typeface="Arial"/>
                <a:cs typeface="Arial"/>
              </a:defRPr>
            </a:lvl3pPr>
            <a:lvl4pPr>
              <a:defRPr sz="2175" b="1">
                <a:solidFill>
                  <a:srgbClr val="007F83"/>
                </a:solidFill>
                <a:latin typeface="Arial"/>
                <a:ea typeface="Arial"/>
                <a:cs typeface="Arial"/>
              </a:defRPr>
            </a:lvl4pPr>
            <a:lvl5pPr>
              <a:defRPr sz="2175" b="1">
                <a:solidFill>
                  <a:srgbClr val="007F83"/>
                </a:solidFill>
                <a:latin typeface="Arial"/>
                <a:ea typeface="Arial"/>
                <a:cs typeface="Arial"/>
              </a:defRPr>
            </a:lvl5pPr>
            <a:lvl6pPr>
              <a:defRPr sz="2175" b="1">
                <a:solidFill>
                  <a:srgbClr val="007F83"/>
                </a:solidFill>
                <a:latin typeface="Arial"/>
                <a:ea typeface="Arial"/>
                <a:cs typeface="Arial"/>
              </a:defRPr>
            </a:lvl6pPr>
            <a:lvl7pPr>
              <a:defRPr sz="2175" b="1">
                <a:solidFill>
                  <a:srgbClr val="007F83"/>
                </a:solidFill>
                <a:latin typeface="Arial"/>
                <a:ea typeface="Arial"/>
                <a:cs typeface="Arial"/>
              </a:defRPr>
            </a:lvl7pPr>
            <a:lvl8pPr>
              <a:defRPr sz="2175" b="1">
                <a:solidFill>
                  <a:srgbClr val="007F83"/>
                </a:solidFill>
                <a:latin typeface="Arial"/>
                <a:ea typeface="Arial"/>
                <a:cs typeface="Arial"/>
              </a:defRPr>
            </a:lvl8pPr>
            <a:lvl9pPr>
              <a:defRPr sz="2175" b="1">
                <a:solidFill>
                  <a:srgbClr val="007F83"/>
                </a:solidFill>
                <a:latin typeface="Arial"/>
                <a:ea typeface="Arial"/>
                <a:cs typeface="Arial"/>
              </a:defRPr>
            </a:lvl9pPr>
          </a:lstStyle>
          <a:p xmlns:a="http://schemas.openxmlformats.org/drawingml/2006/main">
            <a:pPr>
              <a:defRPr sz="2175" b="1">
                <a:solidFill>
                  <a:srgbClr val="007F83"/>
                </a:solidFill>
                <a:latin typeface="Arial"/>
                <a:ea typeface="Arial"/>
                <a:cs typeface="Arial"/>
              </a:defRPr>
            </a:pPr>
            <a:r>
              <a:rPr sz="2175" b="1">
                <a:solidFill>
                  <a:srgbClr val="007F83"/>
                </a:solidFill>
                <a:latin typeface="Arial"/>
                <a:ea typeface="Arial"/>
                <a:cs typeface="Arial"/>
              </a:rPr>
              <a:t>Kapsam</a:t>
            </a:r>
          </a:p>
        </p:txBody>
      </p:sp>
      <p:sp>
        <p:nvSpPr>
          <p:cNvPr id="3" name="">
            <a:extLst xmlns:a="http://schemas.openxmlformats.org/drawingml/2006/main">
              <a:ext uri="{FF2B5EF4-FFF2-40B4-BE49-F238E27FC236}">
                <a16:creationId xmlns:a16="http://schemas.microsoft.com/office/drawing/2014/main" id="{E766113C-46FE-4A5F-A951-D7984B6C4286}"/>
              </a:ext>
            </a:extLst>
          </p:cNvPr>
          <p:cNvSpPr>
            <a:spLocks xmlns:a="http://schemas.openxmlformats.org/drawingml/2006/main" noGrp="1"/>
          </p:cNvSpPr>
          <p:nvPr/>
        </p:nvSpPr>
        <p:spPr>
          <a:xfrm xmlns:a="http://schemas.openxmlformats.org/drawingml/2006/main">
            <a:off x="2790825" y="1695450"/>
            <a:ext cx="87534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152E3D"/>
                </a:solidFill>
                <a:latin typeface="Arial"/>
                <a:ea typeface="Arial"/>
                <a:cs typeface="Arial"/>
              </a:defRPr>
            </a:defPPr>
            <a:lvl1pPr>
              <a:defRPr sz="2025" b="0">
                <a:solidFill>
                  <a:srgbClr val="152E3D"/>
                </a:solidFill>
                <a:latin typeface="Arial"/>
                <a:ea typeface="Arial"/>
                <a:cs typeface="Arial"/>
              </a:defRPr>
            </a:lvl1pPr>
            <a:lvl2pPr>
              <a:defRPr sz="2025" b="0">
                <a:solidFill>
                  <a:srgbClr val="152E3D"/>
                </a:solidFill>
                <a:latin typeface="Arial"/>
                <a:ea typeface="Arial"/>
                <a:cs typeface="Arial"/>
              </a:defRPr>
            </a:lvl2pPr>
            <a:lvl3pPr>
              <a:defRPr sz="2025" b="0">
                <a:solidFill>
                  <a:srgbClr val="152E3D"/>
                </a:solidFill>
                <a:latin typeface="Arial"/>
                <a:ea typeface="Arial"/>
                <a:cs typeface="Arial"/>
              </a:defRPr>
            </a:lvl3pPr>
            <a:lvl4pPr>
              <a:defRPr sz="2025" b="0">
                <a:solidFill>
                  <a:srgbClr val="152E3D"/>
                </a:solidFill>
                <a:latin typeface="Arial"/>
                <a:ea typeface="Arial"/>
                <a:cs typeface="Arial"/>
              </a:defRPr>
            </a:lvl4pPr>
            <a:lvl5pPr>
              <a:defRPr sz="2025" b="0">
                <a:solidFill>
                  <a:srgbClr val="152E3D"/>
                </a:solidFill>
                <a:latin typeface="Arial"/>
                <a:ea typeface="Arial"/>
                <a:cs typeface="Arial"/>
              </a:defRPr>
            </a:lvl5pPr>
            <a:lvl6pPr>
              <a:defRPr sz="2025" b="0">
                <a:solidFill>
                  <a:srgbClr val="152E3D"/>
                </a:solidFill>
                <a:latin typeface="Arial"/>
                <a:ea typeface="Arial"/>
                <a:cs typeface="Arial"/>
              </a:defRPr>
            </a:lvl6pPr>
            <a:lvl7pPr>
              <a:defRPr sz="2025" b="0">
                <a:solidFill>
                  <a:srgbClr val="152E3D"/>
                </a:solidFill>
                <a:latin typeface="Arial"/>
                <a:ea typeface="Arial"/>
                <a:cs typeface="Arial"/>
              </a:defRPr>
            </a:lvl7pPr>
            <a:lvl8pPr>
              <a:defRPr sz="2025" b="0">
                <a:solidFill>
                  <a:srgbClr val="152E3D"/>
                </a:solidFill>
                <a:latin typeface="Arial"/>
                <a:ea typeface="Arial"/>
                <a:cs typeface="Arial"/>
              </a:defRPr>
            </a:lvl8pPr>
            <a:lvl9pPr>
              <a:defRPr sz="2025" b="0">
                <a:solidFill>
                  <a:srgbClr val="152E3D"/>
                </a:solidFill>
                <a:latin typeface="Arial"/>
                <a:ea typeface="Arial"/>
                <a:cs typeface="Arial"/>
              </a:defRPr>
            </a:lvl9pPr>
          </a:lstStyle>
          <a:p xmlns:a="http://schemas.openxmlformats.org/drawingml/2006/main">
            <a:pPr>
              <a:defRPr sz="2025" b="0">
                <a:solidFill>
                  <a:srgbClr val="152E3D"/>
                </a:solidFill>
                <a:latin typeface="Arial"/>
                <a:ea typeface="Arial"/>
                <a:cs typeface="Arial"/>
              </a:defRPr>
            </a:pPr>
            <a:r>
              <a:rPr sz="2025" b="0">
                <a:solidFill>
                  <a:srgbClr val="152E3D"/>
                </a:solidFill>
                <a:latin typeface="Arial"/>
                <a:ea typeface="Arial"/>
                <a:cs typeface="Arial"/>
              </a:rPr>
              <a:t>Doğru indeks, dar zaman aralığı, alan bazlı filtre.</a:t>
            </a:r>
          </a:p>
        </p:txBody>
      </p:sp>
      <p:sp>
        <p:nvSpPr>
          <p:cNvPr id="4" name="">
            <a:extLst xmlns:a="http://schemas.openxmlformats.org/drawingml/2006/main">
              <a:ext uri="{FF2B5EF4-FFF2-40B4-BE49-F238E27FC236}">
                <a16:creationId xmlns:a16="http://schemas.microsoft.com/office/drawing/2014/main" id="{BD80FE3D-6528-4516-A5D0-CE039F1346E8}"/>
              </a:ext>
            </a:extLst>
          </p:cNvPr>
          <p:cNvSpPr>
            <a:spLocks xmlns:a="http://schemas.openxmlformats.org/drawingml/2006/main" noGrp="1"/>
          </p:cNvSpPr>
          <p:nvPr/>
        </p:nvSpPr>
        <p:spPr>
          <a:xfrm xmlns:a="http://schemas.openxmlformats.org/drawingml/2006/main">
            <a:off x="647700" y="2628900"/>
            <a:ext cx="1952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007F83"/>
                </a:solidFill>
                <a:latin typeface="Arial"/>
                <a:ea typeface="Arial"/>
                <a:cs typeface="Arial"/>
              </a:defRPr>
            </a:defPPr>
            <a:lvl1pPr>
              <a:defRPr sz="2175" b="1">
                <a:solidFill>
                  <a:srgbClr val="007F83"/>
                </a:solidFill>
                <a:latin typeface="Arial"/>
                <a:ea typeface="Arial"/>
                <a:cs typeface="Arial"/>
              </a:defRPr>
            </a:lvl1pPr>
            <a:lvl2pPr>
              <a:defRPr sz="2175" b="1">
                <a:solidFill>
                  <a:srgbClr val="007F83"/>
                </a:solidFill>
                <a:latin typeface="Arial"/>
                <a:ea typeface="Arial"/>
                <a:cs typeface="Arial"/>
              </a:defRPr>
            </a:lvl2pPr>
            <a:lvl3pPr>
              <a:defRPr sz="2175" b="1">
                <a:solidFill>
                  <a:srgbClr val="007F83"/>
                </a:solidFill>
                <a:latin typeface="Arial"/>
                <a:ea typeface="Arial"/>
                <a:cs typeface="Arial"/>
              </a:defRPr>
            </a:lvl3pPr>
            <a:lvl4pPr>
              <a:defRPr sz="2175" b="1">
                <a:solidFill>
                  <a:srgbClr val="007F83"/>
                </a:solidFill>
                <a:latin typeface="Arial"/>
                <a:ea typeface="Arial"/>
                <a:cs typeface="Arial"/>
              </a:defRPr>
            </a:lvl4pPr>
            <a:lvl5pPr>
              <a:defRPr sz="2175" b="1">
                <a:solidFill>
                  <a:srgbClr val="007F83"/>
                </a:solidFill>
                <a:latin typeface="Arial"/>
                <a:ea typeface="Arial"/>
                <a:cs typeface="Arial"/>
              </a:defRPr>
            </a:lvl5pPr>
            <a:lvl6pPr>
              <a:defRPr sz="2175" b="1">
                <a:solidFill>
                  <a:srgbClr val="007F83"/>
                </a:solidFill>
                <a:latin typeface="Arial"/>
                <a:ea typeface="Arial"/>
                <a:cs typeface="Arial"/>
              </a:defRPr>
            </a:lvl6pPr>
            <a:lvl7pPr>
              <a:defRPr sz="2175" b="1">
                <a:solidFill>
                  <a:srgbClr val="007F83"/>
                </a:solidFill>
                <a:latin typeface="Arial"/>
                <a:ea typeface="Arial"/>
                <a:cs typeface="Arial"/>
              </a:defRPr>
            </a:lvl7pPr>
            <a:lvl8pPr>
              <a:defRPr sz="2175" b="1">
                <a:solidFill>
                  <a:srgbClr val="007F83"/>
                </a:solidFill>
                <a:latin typeface="Arial"/>
                <a:ea typeface="Arial"/>
                <a:cs typeface="Arial"/>
              </a:defRPr>
            </a:lvl8pPr>
            <a:lvl9pPr>
              <a:defRPr sz="2175" b="1">
                <a:solidFill>
                  <a:srgbClr val="007F83"/>
                </a:solidFill>
                <a:latin typeface="Arial"/>
                <a:ea typeface="Arial"/>
                <a:cs typeface="Arial"/>
              </a:defRPr>
            </a:lvl9pPr>
          </a:lstStyle>
          <a:p xmlns:a="http://schemas.openxmlformats.org/drawingml/2006/main">
            <a:pPr>
              <a:defRPr sz="2175" b="1">
                <a:solidFill>
                  <a:srgbClr val="007F83"/>
                </a:solidFill>
                <a:latin typeface="Arial"/>
                <a:ea typeface="Arial"/>
                <a:cs typeface="Arial"/>
              </a:defRPr>
            </a:pPr>
            <a:r>
              <a:rPr sz="2175" b="1">
                <a:solidFill>
                  <a:srgbClr val="007F83"/>
                </a:solidFill>
                <a:latin typeface="Arial"/>
                <a:ea typeface="Arial"/>
                <a:cs typeface="Arial"/>
              </a:rPr>
              <a:t>Metin</a:t>
            </a:r>
          </a:p>
        </p:txBody>
      </p:sp>
      <p:sp>
        <p:nvSpPr>
          <p:cNvPr id="5" name="">
            <a:extLst xmlns:a="http://schemas.openxmlformats.org/drawingml/2006/main">
              <a:ext uri="{FF2B5EF4-FFF2-40B4-BE49-F238E27FC236}">
                <a16:creationId xmlns:a16="http://schemas.microsoft.com/office/drawing/2014/main" id="{C978A983-C820-43FE-BD0C-594A987D155F}"/>
              </a:ext>
            </a:extLst>
          </p:cNvPr>
          <p:cNvSpPr>
            <a:spLocks xmlns:a="http://schemas.openxmlformats.org/drawingml/2006/main" noGrp="1"/>
          </p:cNvSpPr>
          <p:nvPr/>
        </p:nvSpPr>
        <p:spPr>
          <a:xfrm xmlns:a="http://schemas.openxmlformats.org/drawingml/2006/main">
            <a:off x="2790825" y="2638425"/>
            <a:ext cx="87534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152E3D"/>
                </a:solidFill>
                <a:latin typeface="Arial"/>
                <a:ea typeface="Arial"/>
                <a:cs typeface="Arial"/>
              </a:defRPr>
            </a:defPPr>
            <a:lvl1pPr>
              <a:defRPr sz="2025" b="0">
                <a:solidFill>
                  <a:srgbClr val="152E3D"/>
                </a:solidFill>
                <a:latin typeface="Arial"/>
                <a:ea typeface="Arial"/>
                <a:cs typeface="Arial"/>
              </a:defRPr>
            </a:lvl1pPr>
            <a:lvl2pPr>
              <a:defRPr sz="2025" b="0">
                <a:solidFill>
                  <a:srgbClr val="152E3D"/>
                </a:solidFill>
                <a:latin typeface="Arial"/>
                <a:ea typeface="Arial"/>
                <a:cs typeface="Arial"/>
              </a:defRPr>
            </a:lvl2pPr>
            <a:lvl3pPr>
              <a:defRPr sz="2025" b="0">
                <a:solidFill>
                  <a:srgbClr val="152E3D"/>
                </a:solidFill>
                <a:latin typeface="Arial"/>
                <a:ea typeface="Arial"/>
                <a:cs typeface="Arial"/>
              </a:defRPr>
            </a:lvl3pPr>
            <a:lvl4pPr>
              <a:defRPr sz="2025" b="0">
                <a:solidFill>
                  <a:srgbClr val="152E3D"/>
                </a:solidFill>
                <a:latin typeface="Arial"/>
                <a:ea typeface="Arial"/>
                <a:cs typeface="Arial"/>
              </a:defRPr>
            </a:lvl4pPr>
            <a:lvl5pPr>
              <a:defRPr sz="2025" b="0">
                <a:solidFill>
                  <a:srgbClr val="152E3D"/>
                </a:solidFill>
                <a:latin typeface="Arial"/>
                <a:ea typeface="Arial"/>
                <a:cs typeface="Arial"/>
              </a:defRPr>
            </a:lvl5pPr>
            <a:lvl6pPr>
              <a:defRPr sz="2025" b="0">
                <a:solidFill>
                  <a:srgbClr val="152E3D"/>
                </a:solidFill>
                <a:latin typeface="Arial"/>
                <a:ea typeface="Arial"/>
                <a:cs typeface="Arial"/>
              </a:defRPr>
            </a:lvl6pPr>
            <a:lvl7pPr>
              <a:defRPr sz="2025" b="0">
                <a:solidFill>
                  <a:srgbClr val="152E3D"/>
                </a:solidFill>
                <a:latin typeface="Arial"/>
                <a:ea typeface="Arial"/>
                <a:cs typeface="Arial"/>
              </a:defRPr>
            </a:lvl7pPr>
            <a:lvl8pPr>
              <a:defRPr sz="2025" b="0">
                <a:solidFill>
                  <a:srgbClr val="152E3D"/>
                </a:solidFill>
                <a:latin typeface="Arial"/>
                <a:ea typeface="Arial"/>
                <a:cs typeface="Arial"/>
              </a:defRPr>
            </a:lvl8pPr>
            <a:lvl9pPr>
              <a:defRPr sz="2025" b="0">
                <a:solidFill>
                  <a:srgbClr val="152E3D"/>
                </a:solidFill>
                <a:latin typeface="Arial"/>
                <a:ea typeface="Arial"/>
                <a:cs typeface="Arial"/>
              </a:defRPr>
            </a:lvl9pPr>
          </a:lstStyle>
          <a:p xmlns:a="http://schemas.openxmlformats.org/drawingml/2006/main">
            <a:pPr>
              <a:defRPr sz="2025" b="0">
                <a:solidFill>
                  <a:srgbClr val="152E3D"/>
                </a:solidFill>
                <a:latin typeface="Arial"/>
                <a:ea typeface="Arial"/>
                <a:cs typeface="Arial"/>
              </a:defRPr>
            </a:pPr>
            <a:r>
              <a:rPr sz="2025" b="0">
                <a:solidFill>
                  <a:srgbClr val="152E3D"/>
                </a:solidFill>
                <a:latin typeface="Arial"/>
                <a:ea typeface="Arial"/>
                <a:cs typeface="Arial"/>
              </a:rPr>
              <a:t>Baştaki * ve geniş regex taramalarını sınırla.</a:t>
            </a:r>
          </a:p>
        </p:txBody>
      </p:sp>
      <p:sp>
        <p:nvSpPr>
          <p:cNvPr id="6" name="">
            <a:extLst xmlns:a="http://schemas.openxmlformats.org/drawingml/2006/main">
              <a:ext uri="{FF2B5EF4-FFF2-40B4-BE49-F238E27FC236}">
                <a16:creationId xmlns:a16="http://schemas.microsoft.com/office/drawing/2014/main" id="{30007359-F595-4EB5-8404-4BB327DA415C}"/>
              </a:ext>
            </a:extLst>
          </p:cNvPr>
          <p:cNvSpPr>
            <a:spLocks xmlns:a="http://schemas.openxmlformats.org/drawingml/2006/main" noGrp="1"/>
          </p:cNvSpPr>
          <p:nvPr/>
        </p:nvSpPr>
        <p:spPr>
          <a:xfrm xmlns:a="http://schemas.openxmlformats.org/drawingml/2006/main">
            <a:off x="647700" y="3571875"/>
            <a:ext cx="1952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007F83"/>
                </a:solidFill>
                <a:latin typeface="Arial"/>
                <a:ea typeface="Arial"/>
                <a:cs typeface="Arial"/>
              </a:defRPr>
            </a:defPPr>
            <a:lvl1pPr>
              <a:defRPr sz="2175" b="1">
                <a:solidFill>
                  <a:srgbClr val="007F83"/>
                </a:solidFill>
                <a:latin typeface="Arial"/>
                <a:ea typeface="Arial"/>
                <a:cs typeface="Arial"/>
              </a:defRPr>
            </a:lvl1pPr>
            <a:lvl2pPr>
              <a:defRPr sz="2175" b="1">
                <a:solidFill>
                  <a:srgbClr val="007F83"/>
                </a:solidFill>
                <a:latin typeface="Arial"/>
                <a:ea typeface="Arial"/>
                <a:cs typeface="Arial"/>
              </a:defRPr>
            </a:lvl2pPr>
            <a:lvl3pPr>
              <a:defRPr sz="2175" b="1">
                <a:solidFill>
                  <a:srgbClr val="007F83"/>
                </a:solidFill>
                <a:latin typeface="Arial"/>
                <a:ea typeface="Arial"/>
                <a:cs typeface="Arial"/>
              </a:defRPr>
            </a:lvl3pPr>
            <a:lvl4pPr>
              <a:defRPr sz="2175" b="1">
                <a:solidFill>
                  <a:srgbClr val="007F83"/>
                </a:solidFill>
                <a:latin typeface="Arial"/>
                <a:ea typeface="Arial"/>
                <a:cs typeface="Arial"/>
              </a:defRPr>
            </a:lvl4pPr>
            <a:lvl5pPr>
              <a:defRPr sz="2175" b="1">
                <a:solidFill>
                  <a:srgbClr val="007F83"/>
                </a:solidFill>
                <a:latin typeface="Arial"/>
                <a:ea typeface="Arial"/>
                <a:cs typeface="Arial"/>
              </a:defRPr>
            </a:lvl5pPr>
            <a:lvl6pPr>
              <a:defRPr sz="2175" b="1">
                <a:solidFill>
                  <a:srgbClr val="007F83"/>
                </a:solidFill>
                <a:latin typeface="Arial"/>
                <a:ea typeface="Arial"/>
                <a:cs typeface="Arial"/>
              </a:defRPr>
            </a:lvl6pPr>
            <a:lvl7pPr>
              <a:defRPr sz="2175" b="1">
                <a:solidFill>
                  <a:srgbClr val="007F83"/>
                </a:solidFill>
                <a:latin typeface="Arial"/>
                <a:ea typeface="Arial"/>
                <a:cs typeface="Arial"/>
              </a:defRPr>
            </a:lvl7pPr>
            <a:lvl8pPr>
              <a:defRPr sz="2175" b="1">
                <a:solidFill>
                  <a:srgbClr val="007F83"/>
                </a:solidFill>
                <a:latin typeface="Arial"/>
                <a:ea typeface="Arial"/>
                <a:cs typeface="Arial"/>
              </a:defRPr>
            </a:lvl8pPr>
            <a:lvl9pPr>
              <a:defRPr sz="2175" b="1">
                <a:solidFill>
                  <a:srgbClr val="007F83"/>
                </a:solidFill>
                <a:latin typeface="Arial"/>
                <a:ea typeface="Arial"/>
                <a:cs typeface="Arial"/>
              </a:defRPr>
            </a:lvl9pPr>
          </a:lstStyle>
          <a:p xmlns:a="http://schemas.openxmlformats.org/drawingml/2006/main">
            <a:pPr>
              <a:defRPr sz="2175" b="1">
                <a:solidFill>
                  <a:srgbClr val="007F83"/>
                </a:solidFill>
                <a:latin typeface="Arial"/>
                <a:ea typeface="Arial"/>
                <a:cs typeface="Arial"/>
              </a:defRPr>
            </a:pPr>
            <a:r>
              <a:rPr sz="2175" b="1">
                <a:solidFill>
                  <a:srgbClr val="007F83"/>
                </a:solidFill>
                <a:latin typeface="Arial"/>
                <a:ea typeface="Arial"/>
                <a:cs typeface="Arial"/>
              </a:rPr>
              <a:t>Sonuç</a:t>
            </a:r>
          </a:p>
        </p:txBody>
      </p:sp>
      <p:sp>
        <p:nvSpPr>
          <p:cNvPr id="7" name="">
            <a:extLst xmlns:a="http://schemas.openxmlformats.org/drawingml/2006/main">
              <a:ext uri="{FF2B5EF4-FFF2-40B4-BE49-F238E27FC236}">
                <a16:creationId xmlns:a16="http://schemas.microsoft.com/office/drawing/2014/main" id="{86AEB0F8-1B3F-43EB-906B-26A93CB84F4C}"/>
              </a:ext>
            </a:extLst>
          </p:cNvPr>
          <p:cNvSpPr>
            <a:spLocks xmlns:a="http://schemas.openxmlformats.org/drawingml/2006/main" noGrp="1"/>
          </p:cNvSpPr>
          <p:nvPr/>
        </p:nvSpPr>
        <p:spPr>
          <a:xfrm xmlns:a="http://schemas.openxmlformats.org/drawingml/2006/main">
            <a:off x="2790825" y="3581400"/>
            <a:ext cx="87534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152E3D"/>
                </a:solidFill>
                <a:latin typeface="Arial"/>
                <a:ea typeface="Arial"/>
                <a:cs typeface="Arial"/>
              </a:defRPr>
            </a:defPPr>
            <a:lvl1pPr>
              <a:defRPr sz="2025" b="0">
                <a:solidFill>
                  <a:srgbClr val="152E3D"/>
                </a:solidFill>
                <a:latin typeface="Arial"/>
                <a:ea typeface="Arial"/>
                <a:cs typeface="Arial"/>
              </a:defRPr>
            </a:lvl1pPr>
            <a:lvl2pPr>
              <a:defRPr sz="2025" b="0">
                <a:solidFill>
                  <a:srgbClr val="152E3D"/>
                </a:solidFill>
                <a:latin typeface="Arial"/>
                <a:ea typeface="Arial"/>
                <a:cs typeface="Arial"/>
              </a:defRPr>
            </a:lvl2pPr>
            <a:lvl3pPr>
              <a:defRPr sz="2025" b="0">
                <a:solidFill>
                  <a:srgbClr val="152E3D"/>
                </a:solidFill>
                <a:latin typeface="Arial"/>
                <a:ea typeface="Arial"/>
                <a:cs typeface="Arial"/>
              </a:defRPr>
            </a:lvl3pPr>
            <a:lvl4pPr>
              <a:defRPr sz="2025" b="0">
                <a:solidFill>
                  <a:srgbClr val="152E3D"/>
                </a:solidFill>
                <a:latin typeface="Arial"/>
                <a:ea typeface="Arial"/>
                <a:cs typeface="Arial"/>
              </a:defRPr>
            </a:lvl4pPr>
            <a:lvl5pPr>
              <a:defRPr sz="2025" b="0">
                <a:solidFill>
                  <a:srgbClr val="152E3D"/>
                </a:solidFill>
                <a:latin typeface="Arial"/>
                <a:ea typeface="Arial"/>
                <a:cs typeface="Arial"/>
              </a:defRPr>
            </a:lvl5pPr>
            <a:lvl6pPr>
              <a:defRPr sz="2025" b="0">
                <a:solidFill>
                  <a:srgbClr val="152E3D"/>
                </a:solidFill>
                <a:latin typeface="Arial"/>
                <a:ea typeface="Arial"/>
                <a:cs typeface="Arial"/>
              </a:defRPr>
            </a:lvl6pPr>
            <a:lvl7pPr>
              <a:defRPr sz="2025" b="0">
                <a:solidFill>
                  <a:srgbClr val="152E3D"/>
                </a:solidFill>
                <a:latin typeface="Arial"/>
                <a:ea typeface="Arial"/>
                <a:cs typeface="Arial"/>
              </a:defRPr>
            </a:lvl7pPr>
            <a:lvl8pPr>
              <a:defRPr sz="2025" b="0">
                <a:solidFill>
                  <a:srgbClr val="152E3D"/>
                </a:solidFill>
                <a:latin typeface="Arial"/>
                <a:ea typeface="Arial"/>
                <a:cs typeface="Arial"/>
              </a:defRPr>
            </a:lvl8pPr>
            <a:lvl9pPr>
              <a:defRPr sz="2025" b="0">
                <a:solidFill>
                  <a:srgbClr val="152E3D"/>
                </a:solidFill>
                <a:latin typeface="Arial"/>
                <a:ea typeface="Arial"/>
                <a:cs typeface="Arial"/>
              </a:defRPr>
            </a:lvl9pPr>
          </a:lstStyle>
          <a:p xmlns:a="http://schemas.openxmlformats.org/drawingml/2006/main">
            <a:pPr>
              <a:defRPr sz="2025" b="0">
                <a:solidFill>
                  <a:srgbClr val="152E3D"/>
                </a:solidFill>
                <a:latin typeface="Arial"/>
                <a:ea typeface="Arial"/>
                <a:cs typeface="Arial"/>
              </a:defRPr>
            </a:pPr>
            <a:r>
              <a:rPr sz="2025" b="0">
                <a:solidFill>
                  <a:srgbClr val="152E3D"/>
                </a:solidFill>
                <a:latin typeface="Arial"/>
                <a:ea typeface="Arial"/>
                <a:cs typeface="Arial"/>
              </a:rPr>
              <a:t>Küçük size, gerekli _source alanları, gerektiğinde tam sayım.</a:t>
            </a:r>
          </a:p>
        </p:txBody>
      </p:sp>
      <p:sp>
        <p:nvSpPr>
          <p:cNvPr id="8" name="">
            <a:extLst xmlns:a="http://schemas.openxmlformats.org/drawingml/2006/main">
              <a:ext uri="{FF2B5EF4-FFF2-40B4-BE49-F238E27FC236}">
                <a16:creationId xmlns:a16="http://schemas.microsoft.com/office/drawing/2014/main" id="{47C08E3F-AC84-462E-9636-18CCB8BB7C78}"/>
              </a:ext>
            </a:extLst>
          </p:cNvPr>
          <p:cNvSpPr>
            <a:spLocks xmlns:a="http://schemas.openxmlformats.org/drawingml/2006/main" noGrp="1"/>
          </p:cNvSpPr>
          <p:nvPr/>
        </p:nvSpPr>
        <p:spPr>
          <a:xfrm xmlns:a="http://schemas.openxmlformats.org/drawingml/2006/main">
            <a:off x="647700" y="4514850"/>
            <a:ext cx="1952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007F83"/>
                </a:solidFill>
                <a:latin typeface="Arial"/>
                <a:ea typeface="Arial"/>
                <a:cs typeface="Arial"/>
              </a:defRPr>
            </a:defPPr>
            <a:lvl1pPr>
              <a:defRPr sz="2175" b="1">
                <a:solidFill>
                  <a:srgbClr val="007F83"/>
                </a:solidFill>
                <a:latin typeface="Arial"/>
                <a:ea typeface="Arial"/>
                <a:cs typeface="Arial"/>
              </a:defRPr>
            </a:lvl1pPr>
            <a:lvl2pPr>
              <a:defRPr sz="2175" b="1">
                <a:solidFill>
                  <a:srgbClr val="007F83"/>
                </a:solidFill>
                <a:latin typeface="Arial"/>
                <a:ea typeface="Arial"/>
                <a:cs typeface="Arial"/>
              </a:defRPr>
            </a:lvl2pPr>
            <a:lvl3pPr>
              <a:defRPr sz="2175" b="1">
                <a:solidFill>
                  <a:srgbClr val="007F83"/>
                </a:solidFill>
                <a:latin typeface="Arial"/>
                <a:ea typeface="Arial"/>
                <a:cs typeface="Arial"/>
              </a:defRPr>
            </a:lvl3pPr>
            <a:lvl4pPr>
              <a:defRPr sz="2175" b="1">
                <a:solidFill>
                  <a:srgbClr val="007F83"/>
                </a:solidFill>
                <a:latin typeface="Arial"/>
                <a:ea typeface="Arial"/>
                <a:cs typeface="Arial"/>
              </a:defRPr>
            </a:lvl4pPr>
            <a:lvl5pPr>
              <a:defRPr sz="2175" b="1">
                <a:solidFill>
                  <a:srgbClr val="007F83"/>
                </a:solidFill>
                <a:latin typeface="Arial"/>
                <a:ea typeface="Arial"/>
                <a:cs typeface="Arial"/>
              </a:defRPr>
            </a:lvl5pPr>
            <a:lvl6pPr>
              <a:defRPr sz="2175" b="1">
                <a:solidFill>
                  <a:srgbClr val="007F83"/>
                </a:solidFill>
                <a:latin typeface="Arial"/>
                <a:ea typeface="Arial"/>
                <a:cs typeface="Arial"/>
              </a:defRPr>
            </a:lvl6pPr>
            <a:lvl7pPr>
              <a:defRPr sz="2175" b="1">
                <a:solidFill>
                  <a:srgbClr val="007F83"/>
                </a:solidFill>
                <a:latin typeface="Arial"/>
                <a:ea typeface="Arial"/>
                <a:cs typeface="Arial"/>
              </a:defRPr>
            </a:lvl7pPr>
            <a:lvl8pPr>
              <a:defRPr sz="2175" b="1">
                <a:solidFill>
                  <a:srgbClr val="007F83"/>
                </a:solidFill>
                <a:latin typeface="Arial"/>
                <a:ea typeface="Arial"/>
                <a:cs typeface="Arial"/>
              </a:defRPr>
            </a:lvl8pPr>
            <a:lvl9pPr>
              <a:defRPr sz="2175" b="1">
                <a:solidFill>
                  <a:srgbClr val="007F83"/>
                </a:solidFill>
                <a:latin typeface="Arial"/>
                <a:ea typeface="Arial"/>
                <a:cs typeface="Arial"/>
              </a:defRPr>
            </a:lvl9pPr>
          </a:lstStyle>
          <a:p xmlns:a="http://schemas.openxmlformats.org/drawingml/2006/main">
            <a:pPr>
              <a:defRPr sz="2175" b="1">
                <a:solidFill>
                  <a:srgbClr val="007F83"/>
                </a:solidFill>
                <a:latin typeface="Arial"/>
                <a:ea typeface="Arial"/>
                <a:cs typeface="Arial"/>
              </a:defRPr>
            </a:pPr>
            <a:r>
              <a:rPr sz="2175" b="1">
                <a:solidFill>
                  <a:srgbClr val="007F83"/>
                </a:solidFill>
                <a:latin typeface="Arial"/>
                <a:ea typeface="Arial"/>
                <a:cs typeface="Arial"/>
              </a:rPr>
              <a:t>Sayfalama</a:t>
            </a:r>
          </a:p>
        </p:txBody>
      </p:sp>
      <p:sp>
        <p:nvSpPr>
          <p:cNvPr id="9" name="">
            <a:extLst xmlns:a="http://schemas.openxmlformats.org/drawingml/2006/main">
              <a:ext uri="{FF2B5EF4-FFF2-40B4-BE49-F238E27FC236}">
                <a16:creationId xmlns:a16="http://schemas.microsoft.com/office/drawing/2014/main" id="{8519B354-CA34-48CA-8E08-1370C44C6E58}"/>
              </a:ext>
            </a:extLst>
          </p:cNvPr>
          <p:cNvSpPr>
            <a:spLocks xmlns:a="http://schemas.openxmlformats.org/drawingml/2006/main" noGrp="1"/>
          </p:cNvSpPr>
          <p:nvPr/>
        </p:nvSpPr>
        <p:spPr>
          <a:xfrm xmlns:a="http://schemas.openxmlformats.org/drawingml/2006/main">
            <a:off x="2790825" y="4524375"/>
            <a:ext cx="87534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152E3D"/>
                </a:solidFill>
                <a:latin typeface="Arial"/>
                <a:ea typeface="Arial"/>
                <a:cs typeface="Arial"/>
              </a:defRPr>
            </a:defPPr>
            <a:lvl1pPr>
              <a:defRPr sz="2025" b="0">
                <a:solidFill>
                  <a:srgbClr val="152E3D"/>
                </a:solidFill>
                <a:latin typeface="Arial"/>
                <a:ea typeface="Arial"/>
                <a:cs typeface="Arial"/>
              </a:defRPr>
            </a:lvl1pPr>
            <a:lvl2pPr>
              <a:defRPr sz="2025" b="0">
                <a:solidFill>
                  <a:srgbClr val="152E3D"/>
                </a:solidFill>
                <a:latin typeface="Arial"/>
                <a:ea typeface="Arial"/>
                <a:cs typeface="Arial"/>
              </a:defRPr>
            </a:lvl2pPr>
            <a:lvl3pPr>
              <a:defRPr sz="2025" b="0">
                <a:solidFill>
                  <a:srgbClr val="152E3D"/>
                </a:solidFill>
                <a:latin typeface="Arial"/>
                <a:ea typeface="Arial"/>
                <a:cs typeface="Arial"/>
              </a:defRPr>
            </a:lvl3pPr>
            <a:lvl4pPr>
              <a:defRPr sz="2025" b="0">
                <a:solidFill>
                  <a:srgbClr val="152E3D"/>
                </a:solidFill>
                <a:latin typeface="Arial"/>
                <a:ea typeface="Arial"/>
                <a:cs typeface="Arial"/>
              </a:defRPr>
            </a:lvl4pPr>
            <a:lvl5pPr>
              <a:defRPr sz="2025" b="0">
                <a:solidFill>
                  <a:srgbClr val="152E3D"/>
                </a:solidFill>
                <a:latin typeface="Arial"/>
                <a:ea typeface="Arial"/>
                <a:cs typeface="Arial"/>
              </a:defRPr>
            </a:lvl5pPr>
            <a:lvl6pPr>
              <a:defRPr sz="2025" b="0">
                <a:solidFill>
                  <a:srgbClr val="152E3D"/>
                </a:solidFill>
                <a:latin typeface="Arial"/>
                <a:ea typeface="Arial"/>
                <a:cs typeface="Arial"/>
              </a:defRPr>
            </a:lvl6pPr>
            <a:lvl7pPr>
              <a:defRPr sz="2025" b="0">
                <a:solidFill>
                  <a:srgbClr val="152E3D"/>
                </a:solidFill>
                <a:latin typeface="Arial"/>
                <a:ea typeface="Arial"/>
                <a:cs typeface="Arial"/>
              </a:defRPr>
            </a:lvl7pPr>
            <a:lvl8pPr>
              <a:defRPr sz="2025" b="0">
                <a:solidFill>
                  <a:srgbClr val="152E3D"/>
                </a:solidFill>
                <a:latin typeface="Arial"/>
                <a:ea typeface="Arial"/>
                <a:cs typeface="Arial"/>
              </a:defRPr>
            </a:lvl8pPr>
            <a:lvl9pPr>
              <a:defRPr sz="2025" b="0">
                <a:solidFill>
                  <a:srgbClr val="152E3D"/>
                </a:solidFill>
                <a:latin typeface="Arial"/>
                <a:ea typeface="Arial"/>
                <a:cs typeface="Arial"/>
              </a:defRPr>
            </a:lvl9pPr>
          </a:lstStyle>
          <a:p xmlns:a="http://schemas.openxmlformats.org/drawingml/2006/main">
            <a:pPr>
              <a:defRPr sz="2025" b="0">
                <a:solidFill>
                  <a:srgbClr val="152E3D"/>
                </a:solidFill>
                <a:latin typeface="Arial"/>
                <a:ea typeface="Arial"/>
                <a:cs typeface="Arial"/>
              </a:defRPr>
            </a:pPr>
            <a:r>
              <a:rPr sz="2025" b="0">
                <a:solidFill>
                  <a:srgbClr val="152E3D"/>
                </a:solidFill>
                <a:latin typeface="Arial"/>
                <a:ea typeface="Arial"/>
                <a:cs typeface="Arial"/>
              </a:rPr>
              <a:t>Derin taramada PIT + search_after. İş bitince PIT’i kapat.</a:t>
            </a:r>
          </a:p>
        </p:txBody>
      </p:sp>
      <p:sp>
        <p:nvSpPr>
          <p:cNvPr id="10" name="">
            <a:extLst xmlns:a="http://schemas.openxmlformats.org/drawingml/2006/main">
              <a:ext uri="{FF2B5EF4-FFF2-40B4-BE49-F238E27FC236}">
                <a16:creationId xmlns:a16="http://schemas.microsoft.com/office/drawing/2014/main" id="{50505C0E-7CEC-4C84-9632-675AD9465256}"/>
              </a:ext>
            </a:extLst>
          </p:cNvPr>
          <p:cNvSpPr>
            <a:spLocks xmlns:a="http://schemas.openxmlformats.org/drawingml/2006/main" noGrp="1"/>
          </p:cNvSpPr>
          <p:nvPr/>
        </p:nvSpPr>
        <p:spPr>
          <a:xfrm xmlns:a="http://schemas.openxmlformats.org/drawingml/2006/main">
            <a:off x="647700" y="5762625"/>
            <a:ext cx="10896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007F83"/>
                </a:solidFill>
                <a:latin typeface="Arial"/>
                <a:ea typeface="Arial"/>
                <a:cs typeface="Arial"/>
              </a:defRPr>
            </a:defPPr>
            <a:lvl1pPr>
              <a:defRPr sz="1800" b="1">
                <a:solidFill>
                  <a:srgbClr val="007F83"/>
                </a:solidFill>
                <a:latin typeface="Arial"/>
                <a:ea typeface="Arial"/>
                <a:cs typeface="Arial"/>
              </a:defRPr>
            </a:lvl1pPr>
            <a:lvl2pPr>
              <a:defRPr sz="1800" b="1">
                <a:solidFill>
                  <a:srgbClr val="007F83"/>
                </a:solidFill>
                <a:latin typeface="Arial"/>
                <a:ea typeface="Arial"/>
                <a:cs typeface="Arial"/>
              </a:defRPr>
            </a:lvl2pPr>
            <a:lvl3pPr>
              <a:defRPr sz="1800" b="1">
                <a:solidFill>
                  <a:srgbClr val="007F83"/>
                </a:solidFill>
                <a:latin typeface="Arial"/>
                <a:ea typeface="Arial"/>
                <a:cs typeface="Arial"/>
              </a:defRPr>
            </a:lvl3pPr>
            <a:lvl4pPr>
              <a:defRPr sz="1800" b="1">
                <a:solidFill>
                  <a:srgbClr val="007F83"/>
                </a:solidFill>
                <a:latin typeface="Arial"/>
                <a:ea typeface="Arial"/>
                <a:cs typeface="Arial"/>
              </a:defRPr>
            </a:lvl4pPr>
            <a:lvl5pPr>
              <a:defRPr sz="1800" b="1">
                <a:solidFill>
                  <a:srgbClr val="007F83"/>
                </a:solidFill>
                <a:latin typeface="Arial"/>
                <a:ea typeface="Arial"/>
                <a:cs typeface="Arial"/>
              </a:defRPr>
            </a:lvl5pPr>
            <a:lvl6pPr>
              <a:defRPr sz="1800" b="1">
                <a:solidFill>
                  <a:srgbClr val="007F83"/>
                </a:solidFill>
                <a:latin typeface="Arial"/>
                <a:ea typeface="Arial"/>
                <a:cs typeface="Arial"/>
              </a:defRPr>
            </a:lvl6pPr>
            <a:lvl7pPr>
              <a:defRPr sz="1800" b="1">
                <a:solidFill>
                  <a:srgbClr val="007F83"/>
                </a:solidFill>
                <a:latin typeface="Arial"/>
                <a:ea typeface="Arial"/>
                <a:cs typeface="Arial"/>
              </a:defRPr>
            </a:lvl7pPr>
            <a:lvl8pPr>
              <a:defRPr sz="1800" b="1">
                <a:solidFill>
                  <a:srgbClr val="007F83"/>
                </a:solidFill>
                <a:latin typeface="Arial"/>
                <a:ea typeface="Arial"/>
                <a:cs typeface="Arial"/>
              </a:defRPr>
            </a:lvl8pPr>
            <a:lvl9pPr>
              <a:defRPr sz="1800" b="1">
                <a:solidFill>
                  <a:srgbClr val="007F83"/>
                </a:solidFill>
                <a:latin typeface="Arial"/>
                <a:ea typeface="Arial"/>
                <a:cs typeface="Arial"/>
              </a:defRPr>
            </a:lvl9pPr>
          </a:lstStyle>
          <a:p xmlns:a="http://schemas.openxmlformats.org/drawingml/2006/main">
            <a:pPr>
              <a:defRPr sz="1800" b="1">
                <a:solidFill>
                  <a:srgbClr val="007F83"/>
                </a:solidFill>
                <a:latin typeface="Arial"/>
                <a:ea typeface="Arial"/>
                <a:cs typeface="Arial"/>
              </a:defRPr>
            </a:pPr>
            <a:r>
              <a:rPr sz="1800" b="1">
                <a:solidFill>
                  <a:srgbClr val="007F83"/>
                </a:solidFill>
                <a:latin typeface="Arial"/>
                <a:ea typeface="Arial"/>
                <a:cs typeface="Arial"/>
              </a:rPr>
              <a:t>Aynı sorgu ve veriyle ölçüm: istemci gecikmesi, took, shard sayısı ve kuyruk.</a:t>
            </a:r>
          </a:p>
        </p:txBody>
      </p:sp>
      <p:sp>
        <p:nvSpPr>
          <p:cNvPr id="11" name="">
            <a:extLst xmlns:a="http://schemas.openxmlformats.org/drawingml/2006/main">
              <a:ext uri="{FF2B5EF4-FFF2-40B4-BE49-F238E27FC236}">
                <a16:creationId xmlns:a16="http://schemas.microsoft.com/office/drawing/2014/main" id="{A7338728-B95A-47EE-BD47-1DF496048FC2}"/>
              </a:ext>
            </a:extLst>
          </p:cNvPr>
          <p:cNvSpPr>
            <a:spLocks xmlns:a="http://schemas.openxmlformats.org/drawingml/2006/main" noGrp="1"/>
          </p:cNvSpPr>
          <p:nvPr/>
        </p:nvSpPr>
        <p:spPr>
          <a:xfrm xmlns:a="http://schemas.openxmlformats.org/drawingml/2006/main">
            <a:off x="10858500" y="6429375"/>
            <a:ext cx="714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0616A"/>
                </a:solidFill>
                <a:latin typeface="Arial"/>
                <a:ea typeface="Arial"/>
                <a:cs typeface="Arial"/>
              </a:defRPr>
            </a:defPPr>
            <a:lvl1pPr>
              <a:defRPr sz="1200" b="0">
                <a:solidFill>
                  <a:srgbClr val="50616A"/>
                </a:solidFill>
                <a:latin typeface="Arial"/>
                <a:ea typeface="Arial"/>
                <a:cs typeface="Arial"/>
              </a:defRPr>
            </a:lvl1pPr>
            <a:lvl2pPr>
              <a:defRPr sz="1200" b="0">
                <a:solidFill>
                  <a:srgbClr val="50616A"/>
                </a:solidFill>
                <a:latin typeface="Arial"/>
                <a:ea typeface="Arial"/>
                <a:cs typeface="Arial"/>
              </a:defRPr>
            </a:lvl2pPr>
            <a:lvl3pPr>
              <a:defRPr sz="1200" b="0">
                <a:solidFill>
                  <a:srgbClr val="50616A"/>
                </a:solidFill>
                <a:latin typeface="Arial"/>
                <a:ea typeface="Arial"/>
                <a:cs typeface="Arial"/>
              </a:defRPr>
            </a:lvl3pPr>
            <a:lvl4pPr>
              <a:defRPr sz="1200" b="0">
                <a:solidFill>
                  <a:srgbClr val="50616A"/>
                </a:solidFill>
                <a:latin typeface="Arial"/>
                <a:ea typeface="Arial"/>
                <a:cs typeface="Arial"/>
              </a:defRPr>
            </a:lvl4pPr>
            <a:lvl5pPr>
              <a:defRPr sz="1200" b="0">
                <a:solidFill>
                  <a:srgbClr val="50616A"/>
                </a:solidFill>
                <a:latin typeface="Arial"/>
                <a:ea typeface="Arial"/>
                <a:cs typeface="Arial"/>
              </a:defRPr>
            </a:lvl5pPr>
            <a:lvl6pPr>
              <a:defRPr sz="1200" b="0">
                <a:solidFill>
                  <a:srgbClr val="50616A"/>
                </a:solidFill>
                <a:latin typeface="Arial"/>
                <a:ea typeface="Arial"/>
                <a:cs typeface="Arial"/>
              </a:defRPr>
            </a:lvl6pPr>
            <a:lvl7pPr>
              <a:defRPr sz="1200" b="0">
                <a:solidFill>
                  <a:srgbClr val="50616A"/>
                </a:solidFill>
                <a:latin typeface="Arial"/>
                <a:ea typeface="Arial"/>
                <a:cs typeface="Arial"/>
              </a:defRPr>
            </a:lvl7pPr>
            <a:lvl8pPr>
              <a:defRPr sz="1200" b="0">
                <a:solidFill>
                  <a:srgbClr val="50616A"/>
                </a:solidFill>
                <a:latin typeface="Arial"/>
                <a:ea typeface="Arial"/>
                <a:cs typeface="Arial"/>
              </a:defRPr>
            </a:lvl8pPr>
            <a:lvl9pPr>
              <a:defRPr sz="1200" b="0">
                <a:solidFill>
                  <a:srgbClr val="50616A"/>
                </a:solidFill>
                <a:latin typeface="Arial"/>
                <a:ea typeface="Arial"/>
                <a:cs typeface="Arial"/>
              </a:defRPr>
            </a:lvl9pPr>
          </a:lstStyle>
          <a:p xmlns:a="http://schemas.openxmlformats.org/drawingml/2006/main">
            <a:pPr>
              <a:defRPr sz="1200" b="0">
                <a:solidFill>
                  <a:srgbClr val="50616A"/>
                </a:solidFill>
                <a:latin typeface="Arial"/>
                <a:ea typeface="Arial"/>
                <a:cs typeface="Arial"/>
              </a:defRPr>
            </a:pPr>
            <a:r>
              <a:rPr sz="1200" b="0">
                <a:solidFill>
                  <a:srgbClr val="50616A"/>
                </a:solidFill>
                <a:latin typeface="Arial"/>
                <a:ea typeface="Arial"/>
                <a:cs typeface="Arial"/>
              </a:rPr>
              <a:t>10 / 26</a:t>
            </a:r>
          </a:p>
        </p:txBody>
      </p:sp>
      <p:sp>
        <p:nvSpPr>
          <p:cNvPr id="12" name="">
            <a:extLst xmlns:a="http://schemas.openxmlformats.org/drawingml/2006/main">
              <a:ext uri="{FF2B5EF4-FFF2-40B4-BE49-F238E27FC236}">
                <a16:creationId xmlns:a16="http://schemas.microsoft.com/office/drawing/2014/main" id="{CB2B106A-1C12-4E7C-8CF4-7D510D599166}"/>
              </a:ext>
            </a:extLst>
          </p:cNvPr>
          <p:cNvSpPr>
            <a:spLocks xmlns:a="http://schemas.openxmlformats.org/drawingml/2006/main" noGrp="1"/>
          </p:cNvSpPr>
          <p:nvPr/>
        </p:nvSpPr>
        <p:spPr>
          <a:xfrm xmlns:a="http://schemas.openxmlformats.org/drawingml/2006/main">
            <a:off x="647700" y="6438900"/>
            <a:ext cx="98583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0616A"/>
                </a:solidFill>
                <a:latin typeface="Arial"/>
                <a:ea typeface="Arial"/>
                <a:cs typeface="Arial"/>
              </a:defRPr>
            </a:defPPr>
            <a:lvl1pPr>
              <a:defRPr sz="1050" b="0">
                <a:solidFill>
                  <a:srgbClr val="50616A"/>
                </a:solidFill>
                <a:latin typeface="Arial"/>
                <a:ea typeface="Arial"/>
                <a:cs typeface="Arial"/>
              </a:defRPr>
            </a:lvl1pPr>
            <a:lvl2pPr>
              <a:defRPr sz="1050" b="0">
                <a:solidFill>
                  <a:srgbClr val="50616A"/>
                </a:solidFill>
                <a:latin typeface="Arial"/>
                <a:ea typeface="Arial"/>
                <a:cs typeface="Arial"/>
              </a:defRPr>
            </a:lvl2pPr>
            <a:lvl3pPr>
              <a:defRPr sz="1050" b="0">
                <a:solidFill>
                  <a:srgbClr val="50616A"/>
                </a:solidFill>
                <a:latin typeface="Arial"/>
                <a:ea typeface="Arial"/>
                <a:cs typeface="Arial"/>
              </a:defRPr>
            </a:lvl3pPr>
            <a:lvl4pPr>
              <a:defRPr sz="1050" b="0">
                <a:solidFill>
                  <a:srgbClr val="50616A"/>
                </a:solidFill>
                <a:latin typeface="Arial"/>
                <a:ea typeface="Arial"/>
                <a:cs typeface="Arial"/>
              </a:defRPr>
            </a:lvl4pPr>
            <a:lvl5pPr>
              <a:defRPr sz="1050" b="0">
                <a:solidFill>
                  <a:srgbClr val="50616A"/>
                </a:solidFill>
                <a:latin typeface="Arial"/>
                <a:ea typeface="Arial"/>
                <a:cs typeface="Arial"/>
              </a:defRPr>
            </a:lvl5pPr>
            <a:lvl6pPr>
              <a:defRPr sz="1050" b="0">
                <a:solidFill>
                  <a:srgbClr val="50616A"/>
                </a:solidFill>
                <a:latin typeface="Arial"/>
                <a:ea typeface="Arial"/>
                <a:cs typeface="Arial"/>
              </a:defRPr>
            </a:lvl6pPr>
            <a:lvl7pPr>
              <a:defRPr sz="1050" b="0">
                <a:solidFill>
                  <a:srgbClr val="50616A"/>
                </a:solidFill>
                <a:latin typeface="Arial"/>
                <a:ea typeface="Arial"/>
                <a:cs typeface="Arial"/>
              </a:defRPr>
            </a:lvl7pPr>
            <a:lvl8pPr>
              <a:defRPr sz="1050" b="0">
                <a:solidFill>
                  <a:srgbClr val="50616A"/>
                </a:solidFill>
                <a:latin typeface="Arial"/>
                <a:ea typeface="Arial"/>
                <a:cs typeface="Arial"/>
              </a:defRPr>
            </a:lvl8pPr>
            <a:lvl9pPr>
              <a:defRPr sz="1050" b="0">
                <a:solidFill>
                  <a:srgbClr val="50616A"/>
                </a:solidFill>
                <a:latin typeface="Arial"/>
                <a:ea typeface="Arial"/>
                <a:cs typeface="Arial"/>
              </a:defRPr>
            </a:lvl9pPr>
          </a:lstStyle>
          <a:p xmlns:a="http://schemas.openxmlformats.org/drawingml/2006/main">
            <a:pPr>
              <a:defRPr sz="1050" b="0">
                <a:solidFill>
                  <a:srgbClr val="50616A"/>
                </a:solidFill>
                <a:latin typeface="Arial"/>
                <a:ea typeface="Arial"/>
                <a:cs typeface="Arial"/>
              </a:defRPr>
            </a:pPr>
            <a:r>
              <a:rPr sz="1050">
                <a:solidFill>
                  <a:srgbClr val="50616A"/>
                </a:solidFill>
                <a:latin typeface="Arial"/>
                <a:ea typeface="Arial"/>
                <a:cs typeface="Arial"/>
              </a:rPr>
              <a:t>Kaynaklar: </a:t>
            </a:r>
            <a:r>
              <a:rPr sz="1050">
                <a:solidFill>
                  <a:srgbClr val="50616A"/>
                </a:solidFill>
                <a:latin typeface="Arial"/>
                <a:ea typeface="Arial"/>
                <a:cs typeface="Arial"/>
                <a:hlinkClick xmlns:r="http://schemas.openxmlformats.org/officeDocument/2006/relationships" r:id="R58f8fb0fec9a4417"/>
              </a:rPr>
              <a:t>S08  </a:t>
            </a:r>
            <a:r>
              <a:rPr sz="1050">
                <a:solidFill>
                  <a:srgbClr val="50616A"/>
                </a:solidFill>
                <a:latin typeface="Arial"/>
                <a:ea typeface="Arial"/>
                <a:cs typeface="Arial"/>
                <a:hlinkClick xmlns:r="http://schemas.openxmlformats.org/officeDocument/2006/relationships" r:id="R944f3b5c0aca408c"/>
              </a:rPr>
              <a:t>S10  </a:t>
            </a:r>
            <a:r>
              <a:rPr sz="1050">
                <a:solidFill>
                  <a:srgbClr val="50616A"/>
                </a:solidFill>
                <a:latin typeface="Arial"/>
                <a:ea typeface="Arial"/>
                <a:cs typeface="Arial"/>
                <a:hlinkClick xmlns:r="http://schemas.openxmlformats.org/officeDocument/2006/relationships" r:id="Rf75110cffc704efb"/>
              </a:rPr>
              <a:t>S11  </a:t>
            </a:r>
            <a:r>
              <a:rPr sz="1050">
                <a:solidFill>
                  <a:srgbClr val="50616A"/>
                </a:solidFill>
                <a:latin typeface="Arial"/>
                <a:ea typeface="Arial"/>
                <a:cs typeface="Arial"/>
                <a:hlinkClick xmlns:r="http://schemas.openxmlformats.org/officeDocument/2006/relationships" r:id="R84072cddd62b48dc"/>
              </a:rPr>
              <a:t>S17  </a:t>
            </a:r>
          </a:p>
        </p:txBody>
      </p:sp>
    </p:spTree>
    <p:extLst>
      <p:ext uri="{BB962C8B-B14F-4D97-AF65-F5344CB8AC3E}">
        <p14:creationId xmlns:p14="http://schemas.microsoft.com/office/powerpoint/2010/main" val="1493575744"/>
      </p:ext>
    </p:extLst>
  </p:cSld>
</p:sld>
</file>

<file path=ppt/slides/slide11.xml><?xml version="1.0" encoding="utf-8"?>
<p:sld xmlns:p="http://schemas.openxmlformats.org/presentationml/2006/main">
  <p:cSld>
    <p:bg>
      <p:bgPr>
        <a:solidFill xmlns:a="http://schemas.openxmlformats.org/drawingml/2006/main">
          <a:srgbClr val="F5F4F0"/>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19C83E2-AFBE-4004-A47F-329C0964ABC9}"/>
              </a:ext>
            </a:extLst>
          </p:cNvPr>
          <p:cNvSpPr>
            <a:spLocks xmlns:a="http://schemas.openxmlformats.org/drawingml/2006/main" noGrp="1"/>
          </p:cNvSpPr>
          <p:nvPr/>
        </p:nvSpPr>
        <p:spPr>
          <a:xfrm xmlns:a="http://schemas.openxmlformats.org/drawingml/2006/main">
            <a:off x="647700" y="49530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52E3D"/>
                </a:solidFill>
                <a:latin typeface="Arial"/>
                <a:ea typeface="Arial"/>
                <a:cs typeface="Arial"/>
              </a:defRPr>
            </a:defPPr>
            <a:lvl1pPr>
              <a:defRPr sz="3300" b="1">
                <a:solidFill>
                  <a:srgbClr val="152E3D"/>
                </a:solidFill>
                <a:latin typeface="Arial"/>
                <a:ea typeface="Arial"/>
                <a:cs typeface="Arial"/>
              </a:defRPr>
            </a:lvl1pPr>
            <a:lvl2pPr>
              <a:defRPr sz="3300" b="1">
                <a:solidFill>
                  <a:srgbClr val="152E3D"/>
                </a:solidFill>
                <a:latin typeface="Arial"/>
                <a:ea typeface="Arial"/>
                <a:cs typeface="Arial"/>
              </a:defRPr>
            </a:lvl2pPr>
            <a:lvl3pPr>
              <a:defRPr sz="3300" b="1">
                <a:solidFill>
                  <a:srgbClr val="152E3D"/>
                </a:solidFill>
                <a:latin typeface="Arial"/>
                <a:ea typeface="Arial"/>
                <a:cs typeface="Arial"/>
              </a:defRPr>
            </a:lvl3pPr>
            <a:lvl4pPr>
              <a:defRPr sz="3300" b="1">
                <a:solidFill>
                  <a:srgbClr val="152E3D"/>
                </a:solidFill>
                <a:latin typeface="Arial"/>
                <a:ea typeface="Arial"/>
                <a:cs typeface="Arial"/>
              </a:defRPr>
            </a:lvl4pPr>
            <a:lvl5pPr>
              <a:defRPr sz="3300" b="1">
                <a:solidFill>
                  <a:srgbClr val="152E3D"/>
                </a:solidFill>
                <a:latin typeface="Arial"/>
                <a:ea typeface="Arial"/>
                <a:cs typeface="Arial"/>
              </a:defRPr>
            </a:lvl5pPr>
            <a:lvl6pPr>
              <a:defRPr sz="3300" b="1">
                <a:solidFill>
                  <a:srgbClr val="152E3D"/>
                </a:solidFill>
                <a:latin typeface="Arial"/>
                <a:ea typeface="Arial"/>
                <a:cs typeface="Arial"/>
              </a:defRPr>
            </a:lvl6pPr>
            <a:lvl7pPr>
              <a:defRPr sz="3300" b="1">
                <a:solidFill>
                  <a:srgbClr val="152E3D"/>
                </a:solidFill>
                <a:latin typeface="Arial"/>
                <a:ea typeface="Arial"/>
                <a:cs typeface="Arial"/>
              </a:defRPr>
            </a:lvl7pPr>
            <a:lvl8pPr>
              <a:defRPr sz="3300" b="1">
                <a:solidFill>
                  <a:srgbClr val="152E3D"/>
                </a:solidFill>
                <a:latin typeface="Arial"/>
                <a:ea typeface="Arial"/>
                <a:cs typeface="Arial"/>
              </a:defRPr>
            </a:lvl8pPr>
            <a:lvl9pPr>
              <a:defRPr sz="3300" b="1">
                <a:solidFill>
                  <a:srgbClr val="152E3D"/>
                </a:solidFill>
                <a:latin typeface="Arial"/>
                <a:ea typeface="Arial"/>
                <a:cs typeface="Arial"/>
              </a:defRPr>
            </a:lvl9pPr>
          </a:lstStyle>
          <a:p xmlns:a="http://schemas.openxmlformats.org/drawingml/2006/main">
            <a:pPr>
              <a:defRPr sz="3300" b="1">
                <a:solidFill>
                  <a:srgbClr val="152E3D"/>
                </a:solidFill>
                <a:latin typeface="Arial"/>
                <a:ea typeface="Arial"/>
                <a:cs typeface="Arial"/>
              </a:defRPr>
            </a:pPr>
            <a:r>
              <a:rPr sz="3300" b="1">
                <a:solidFill>
                  <a:srgbClr val="152E3D"/>
                </a:solidFill>
                <a:latin typeface="Arial"/>
                <a:ea typeface="Arial"/>
                <a:cs typeface="Arial"/>
              </a:rPr>
              <a:t>Saklama ve shard planı</a:t>
            </a:r>
          </a:p>
        </p:txBody>
      </p:sp>
      <p:sp>
        <p:nvSpPr>
          <p:cNvPr id="2" name="">
            <a:extLst xmlns:a="http://schemas.openxmlformats.org/drawingml/2006/main">
              <a:ext uri="{FF2B5EF4-FFF2-40B4-BE49-F238E27FC236}">
                <a16:creationId xmlns:a16="http://schemas.microsoft.com/office/drawing/2014/main" id="{AB16E8B8-2C72-4D4C-87A6-A975A4FC6CD9}"/>
              </a:ext>
            </a:extLst>
          </p:cNvPr>
          <p:cNvSpPr>
            <a:spLocks xmlns:a="http://schemas.openxmlformats.org/drawingml/2006/main" noGrp="1"/>
          </p:cNvSpPr>
          <p:nvPr/>
        </p:nvSpPr>
        <p:spPr>
          <a:xfrm xmlns:a="http://schemas.openxmlformats.org/drawingml/2006/main">
            <a:off x="647700" y="1457325"/>
            <a:ext cx="5476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5100" b="1">
                <a:solidFill>
                  <a:srgbClr val="007F83"/>
                </a:solidFill>
                <a:latin typeface="Arial"/>
                <a:ea typeface="Arial"/>
                <a:cs typeface="Arial"/>
              </a:defRPr>
            </a:defPPr>
            <a:lvl1pPr>
              <a:defRPr sz="5100" b="1">
                <a:solidFill>
                  <a:srgbClr val="007F83"/>
                </a:solidFill>
                <a:latin typeface="Arial"/>
                <a:ea typeface="Arial"/>
                <a:cs typeface="Arial"/>
              </a:defRPr>
            </a:lvl1pPr>
            <a:lvl2pPr>
              <a:defRPr sz="5100" b="1">
                <a:solidFill>
                  <a:srgbClr val="007F83"/>
                </a:solidFill>
                <a:latin typeface="Arial"/>
                <a:ea typeface="Arial"/>
                <a:cs typeface="Arial"/>
              </a:defRPr>
            </a:lvl2pPr>
            <a:lvl3pPr>
              <a:defRPr sz="5100" b="1">
                <a:solidFill>
                  <a:srgbClr val="007F83"/>
                </a:solidFill>
                <a:latin typeface="Arial"/>
                <a:ea typeface="Arial"/>
                <a:cs typeface="Arial"/>
              </a:defRPr>
            </a:lvl3pPr>
            <a:lvl4pPr>
              <a:defRPr sz="5100" b="1">
                <a:solidFill>
                  <a:srgbClr val="007F83"/>
                </a:solidFill>
                <a:latin typeface="Arial"/>
                <a:ea typeface="Arial"/>
                <a:cs typeface="Arial"/>
              </a:defRPr>
            </a:lvl4pPr>
            <a:lvl5pPr>
              <a:defRPr sz="5100" b="1">
                <a:solidFill>
                  <a:srgbClr val="007F83"/>
                </a:solidFill>
                <a:latin typeface="Arial"/>
                <a:ea typeface="Arial"/>
                <a:cs typeface="Arial"/>
              </a:defRPr>
            </a:lvl5pPr>
            <a:lvl6pPr>
              <a:defRPr sz="5100" b="1">
                <a:solidFill>
                  <a:srgbClr val="007F83"/>
                </a:solidFill>
                <a:latin typeface="Arial"/>
                <a:ea typeface="Arial"/>
                <a:cs typeface="Arial"/>
              </a:defRPr>
            </a:lvl6pPr>
            <a:lvl7pPr>
              <a:defRPr sz="5100" b="1">
                <a:solidFill>
                  <a:srgbClr val="007F83"/>
                </a:solidFill>
                <a:latin typeface="Arial"/>
                <a:ea typeface="Arial"/>
                <a:cs typeface="Arial"/>
              </a:defRPr>
            </a:lvl7pPr>
            <a:lvl8pPr>
              <a:defRPr sz="5100" b="1">
                <a:solidFill>
                  <a:srgbClr val="007F83"/>
                </a:solidFill>
                <a:latin typeface="Arial"/>
                <a:ea typeface="Arial"/>
                <a:cs typeface="Arial"/>
              </a:defRPr>
            </a:lvl8pPr>
            <a:lvl9pPr>
              <a:defRPr sz="5100" b="1">
                <a:solidFill>
                  <a:srgbClr val="007F83"/>
                </a:solidFill>
                <a:latin typeface="Arial"/>
                <a:ea typeface="Arial"/>
                <a:cs typeface="Arial"/>
              </a:defRPr>
            </a:lvl9pPr>
          </a:lstStyle>
          <a:p xmlns:a="http://schemas.openxmlformats.org/drawingml/2006/main">
            <a:pPr>
              <a:defRPr sz="5100" b="1">
                <a:solidFill>
                  <a:srgbClr val="007F83"/>
                </a:solidFill>
                <a:latin typeface="Arial"/>
                <a:ea typeface="Arial"/>
                <a:cs typeface="Arial"/>
              </a:defRPr>
            </a:pPr>
            <a:r>
              <a:rPr sz="5100" b="1">
                <a:solidFill>
                  <a:srgbClr val="007F83"/>
                </a:solidFill>
                <a:latin typeface="Arial"/>
                <a:ea typeface="Arial"/>
                <a:cs typeface="Arial"/>
              </a:rPr>
              <a:t>30–50 GiB</a:t>
            </a:r>
          </a:p>
        </p:txBody>
      </p:sp>
      <p:sp>
        <p:nvSpPr>
          <p:cNvPr id="3" name="">
            <a:extLst xmlns:a="http://schemas.openxmlformats.org/drawingml/2006/main">
              <a:ext uri="{FF2B5EF4-FFF2-40B4-BE49-F238E27FC236}">
                <a16:creationId xmlns:a16="http://schemas.microsoft.com/office/drawing/2014/main" id="{2B2C1281-61BA-49EA-8546-05A9C32F526E}"/>
              </a:ext>
            </a:extLst>
          </p:cNvPr>
          <p:cNvSpPr>
            <a:spLocks xmlns:a="http://schemas.openxmlformats.org/drawingml/2006/main" noGrp="1"/>
          </p:cNvSpPr>
          <p:nvPr/>
        </p:nvSpPr>
        <p:spPr>
          <a:xfrm xmlns:a="http://schemas.openxmlformats.org/drawingml/2006/main">
            <a:off x="6153150" y="1581150"/>
            <a:ext cx="5381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50616A"/>
                </a:solidFill>
                <a:latin typeface="Arial"/>
                <a:ea typeface="Arial"/>
                <a:cs typeface="Arial"/>
              </a:defRPr>
            </a:defPPr>
            <a:lvl1pPr>
              <a:defRPr sz="2025" b="0">
                <a:solidFill>
                  <a:srgbClr val="50616A"/>
                </a:solidFill>
                <a:latin typeface="Arial"/>
                <a:ea typeface="Arial"/>
                <a:cs typeface="Arial"/>
              </a:defRPr>
            </a:lvl1pPr>
            <a:lvl2pPr>
              <a:defRPr sz="2025" b="0">
                <a:solidFill>
                  <a:srgbClr val="50616A"/>
                </a:solidFill>
                <a:latin typeface="Arial"/>
                <a:ea typeface="Arial"/>
                <a:cs typeface="Arial"/>
              </a:defRPr>
            </a:lvl2pPr>
            <a:lvl3pPr>
              <a:defRPr sz="2025" b="0">
                <a:solidFill>
                  <a:srgbClr val="50616A"/>
                </a:solidFill>
                <a:latin typeface="Arial"/>
                <a:ea typeface="Arial"/>
                <a:cs typeface="Arial"/>
              </a:defRPr>
            </a:lvl3pPr>
            <a:lvl4pPr>
              <a:defRPr sz="2025" b="0">
                <a:solidFill>
                  <a:srgbClr val="50616A"/>
                </a:solidFill>
                <a:latin typeface="Arial"/>
                <a:ea typeface="Arial"/>
                <a:cs typeface="Arial"/>
              </a:defRPr>
            </a:lvl4pPr>
            <a:lvl5pPr>
              <a:defRPr sz="2025" b="0">
                <a:solidFill>
                  <a:srgbClr val="50616A"/>
                </a:solidFill>
                <a:latin typeface="Arial"/>
                <a:ea typeface="Arial"/>
                <a:cs typeface="Arial"/>
              </a:defRPr>
            </a:lvl5pPr>
            <a:lvl6pPr>
              <a:defRPr sz="2025" b="0">
                <a:solidFill>
                  <a:srgbClr val="50616A"/>
                </a:solidFill>
                <a:latin typeface="Arial"/>
                <a:ea typeface="Arial"/>
                <a:cs typeface="Arial"/>
              </a:defRPr>
            </a:lvl6pPr>
            <a:lvl7pPr>
              <a:defRPr sz="2025" b="0">
                <a:solidFill>
                  <a:srgbClr val="50616A"/>
                </a:solidFill>
                <a:latin typeface="Arial"/>
                <a:ea typeface="Arial"/>
                <a:cs typeface="Arial"/>
              </a:defRPr>
            </a:lvl7pPr>
            <a:lvl8pPr>
              <a:defRPr sz="2025" b="0">
                <a:solidFill>
                  <a:srgbClr val="50616A"/>
                </a:solidFill>
                <a:latin typeface="Arial"/>
                <a:ea typeface="Arial"/>
                <a:cs typeface="Arial"/>
              </a:defRPr>
            </a:lvl8pPr>
            <a:lvl9pPr>
              <a:defRPr sz="2025" b="0">
                <a:solidFill>
                  <a:srgbClr val="50616A"/>
                </a:solidFill>
                <a:latin typeface="Arial"/>
                <a:ea typeface="Arial"/>
                <a:cs typeface="Arial"/>
              </a:defRPr>
            </a:lvl9pPr>
          </a:lstStyle>
          <a:p xmlns:a="http://schemas.openxmlformats.org/drawingml/2006/main">
            <a:pPr>
              <a:defRPr sz="2025" b="0">
                <a:solidFill>
                  <a:srgbClr val="50616A"/>
                </a:solidFill>
                <a:latin typeface="Arial"/>
                <a:ea typeface="Arial"/>
                <a:cs typeface="Arial"/>
              </a:defRPr>
            </a:pPr>
            <a:r>
              <a:rPr sz="2025" b="0">
                <a:solidFill>
                  <a:srgbClr val="50616A"/>
                </a:solidFill>
                <a:latin typeface="Arial"/>
                <a:ea typeface="Arial"/>
                <a:cs typeface="Arial"/>
              </a:rPr>
              <a:t>AWS’nin log iş yükleri için shard başlangıç rehberi</a:t>
            </a:r>
          </a:p>
        </p:txBody>
      </p:sp>
      <p:sp>
        <p:nvSpPr>
          <p:cNvPr id="4" name="">
            <a:extLst xmlns:a="http://schemas.openxmlformats.org/drawingml/2006/main">
              <a:ext uri="{FF2B5EF4-FFF2-40B4-BE49-F238E27FC236}">
                <a16:creationId xmlns:a16="http://schemas.microsoft.com/office/drawing/2014/main" id="{BB7A88A0-A265-4AC6-A889-E3AA1773F254}"/>
              </a:ext>
            </a:extLst>
          </p:cNvPr>
          <p:cNvSpPr>
            <a:spLocks xmlns:a="http://schemas.openxmlformats.org/drawingml/2006/main" noGrp="1"/>
          </p:cNvSpPr>
          <p:nvPr/>
        </p:nvSpPr>
        <p:spPr>
          <a:xfrm xmlns:a="http://schemas.openxmlformats.org/drawingml/2006/main">
            <a:off x="647700" y="2943225"/>
            <a:ext cx="2190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152E3D"/>
                </a:solidFill>
                <a:latin typeface="Arial"/>
                <a:ea typeface="Arial"/>
                <a:cs typeface="Arial"/>
              </a:defRPr>
            </a:defPPr>
            <a:lvl1pPr>
              <a:defRPr sz="2175" b="1">
                <a:solidFill>
                  <a:srgbClr val="152E3D"/>
                </a:solidFill>
                <a:latin typeface="Arial"/>
                <a:ea typeface="Arial"/>
                <a:cs typeface="Arial"/>
              </a:defRPr>
            </a:lvl1pPr>
            <a:lvl2pPr>
              <a:defRPr sz="2175" b="1">
                <a:solidFill>
                  <a:srgbClr val="152E3D"/>
                </a:solidFill>
                <a:latin typeface="Arial"/>
                <a:ea typeface="Arial"/>
                <a:cs typeface="Arial"/>
              </a:defRPr>
            </a:lvl2pPr>
            <a:lvl3pPr>
              <a:defRPr sz="2175" b="1">
                <a:solidFill>
                  <a:srgbClr val="152E3D"/>
                </a:solidFill>
                <a:latin typeface="Arial"/>
                <a:ea typeface="Arial"/>
                <a:cs typeface="Arial"/>
              </a:defRPr>
            </a:lvl3pPr>
            <a:lvl4pPr>
              <a:defRPr sz="2175" b="1">
                <a:solidFill>
                  <a:srgbClr val="152E3D"/>
                </a:solidFill>
                <a:latin typeface="Arial"/>
                <a:ea typeface="Arial"/>
                <a:cs typeface="Arial"/>
              </a:defRPr>
            </a:lvl4pPr>
            <a:lvl5pPr>
              <a:defRPr sz="2175" b="1">
                <a:solidFill>
                  <a:srgbClr val="152E3D"/>
                </a:solidFill>
                <a:latin typeface="Arial"/>
                <a:ea typeface="Arial"/>
                <a:cs typeface="Arial"/>
              </a:defRPr>
            </a:lvl5pPr>
            <a:lvl6pPr>
              <a:defRPr sz="2175" b="1">
                <a:solidFill>
                  <a:srgbClr val="152E3D"/>
                </a:solidFill>
                <a:latin typeface="Arial"/>
                <a:ea typeface="Arial"/>
                <a:cs typeface="Arial"/>
              </a:defRPr>
            </a:lvl6pPr>
            <a:lvl7pPr>
              <a:defRPr sz="2175" b="1">
                <a:solidFill>
                  <a:srgbClr val="152E3D"/>
                </a:solidFill>
                <a:latin typeface="Arial"/>
                <a:ea typeface="Arial"/>
                <a:cs typeface="Arial"/>
              </a:defRPr>
            </a:lvl7pPr>
            <a:lvl8pPr>
              <a:defRPr sz="2175" b="1">
                <a:solidFill>
                  <a:srgbClr val="152E3D"/>
                </a:solidFill>
                <a:latin typeface="Arial"/>
                <a:ea typeface="Arial"/>
                <a:cs typeface="Arial"/>
              </a:defRPr>
            </a:lvl8pPr>
            <a:lvl9pPr>
              <a:defRPr sz="2175" b="1">
                <a:solidFill>
                  <a:srgbClr val="152E3D"/>
                </a:solidFill>
                <a:latin typeface="Arial"/>
                <a:ea typeface="Arial"/>
                <a:cs typeface="Arial"/>
              </a:defRPr>
            </a:lvl9pPr>
          </a:lstStyle>
          <a:p xmlns:a="http://schemas.openxmlformats.org/drawingml/2006/main">
            <a:pPr>
              <a:defRPr sz="2175" b="1">
                <a:solidFill>
                  <a:srgbClr val="152E3D"/>
                </a:solidFill>
                <a:latin typeface="Arial"/>
                <a:ea typeface="Arial"/>
                <a:cs typeface="Arial"/>
              </a:defRPr>
            </a:pPr>
            <a:r>
              <a:rPr sz="2175" b="1">
                <a:solidFill>
                  <a:srgbClr val="152E3D"/>
                </a:solidFill>
                <a:latin typeface="Arial"/>
                <a:ea typeface="Arial"/>
                <a:cs typeface="Arial"/>
              </a:rPr>
              <a:t>Data stream</a:t>
            </a:r>
          </a:p>
        </p:txBody>
      </p:sp>
      <p:sp>
        <p:nvSpPr>
          <p:cNvPr id="5" name="">
            <a:extLst xmlns:a="http://schemas.openxmlformats.org/drawingml/2006/main">
              <a:ext uri="{FF2B5EF4-FFF2-40B4-BE49-F238E27FC236}">
                <a16:creationId xmlns:a16="http://schemas.microsoft.com/office/drawing/2014/main" id="{21CB4ABE-99EF-4B9D-9AF0-6D432887F4C2}"/>
              </a:ext>
            </a:extLst>
          </p:cNvPr>
          <p:cNvSpPr>
            <a:spLocks xmlns:a="http://schemas.openxmlformats.org/drawingml/2006/main" noGrp="1"/>
          </p:cNvSpPr>
          <p:nvPr/>
        </p:nvSpPr>
        <p:spPr>
          <a:xfrm xmlns:a="http://schemas.openxmlformats.org/drawingml/2006/main">
            <a:off x="3105150" y="2962275"/>
            <a:ext cx="8439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50616A"/>
                </a:solidFill>
                <a:latin typeface="Arial"/>
                <a:ea typeface="Arial"/>
                <a:cs typeface="Arial"/>
              </a:defRPr>
            </a:defPPr>
            <a:lvl1pPr>
              <a:defRPr sz="2025" b="0">
                <a:solidFill>
                  <a:srgbClr val="50616A"/>
                </a:solidFill>
                <a:latin typeface="Arial"/>
                <a:ea typeface="Arial"/>
                <a:cs typeface="Arial"/>
              </a:defRPr>
            </a:lvl1pPr>
            <a:lvl2pPr>
              <a:defRPr sz="2025" b="0">
                <a:solidFill>
                  <a:srgbClr val="50616A"/>
                </a:solidFill>
                <a:latin typeface="Arial"/>
                <a:ea typeface="Arial"/>
                <a:cs typeface="Arial"/>
              </a:defRPr>
            </a:lvl2pPr>
            <a:lvl3pPr>
              <a:defRPr sz="2025" b="0">
                <a:solidFill>
                  <a:srgbClr val="50616A"/>
                </a:solidFill>
                <a:latin typeface="Arial"/>
                <a:ea typeface="Arial"/>
                <a:cs typeface="Arial"/>
              </a:defRPr>
            </a:lvl3pPr>
            <a:lvl4pPr>
              <a:defRPr sz="2025" b="0">
                <a:solidFill>
                  <a:srgbClr val="50616A"/>
                </a:solidFill>
                <a:latin typeface="Arial"/>
                <a:ea typeface="Arial"/>
                <a:cs typeface="Arial"/>
              </a:defRPr>
            </a:lvl4pPr>
            <a:lvl5pPr>
              <a:defRPr sz="2025" b="0">
                <a:solidFill>
                  <a:srgbClr val="50616A"/>
                </a:solidFill>
                <a:latin typeface="Arial"/>
                <a:ea typeface="Arial"/>
                <a:cs typeface="Arial"/>
              </a:defRPr>
            </a:lvl5pPr>
            <a:lvl6pPr>
              <a:defRPr sz="2025" b="0">
                <a:solidFill>
                  <a:srgbClr val="50616A"/>
                </a:solidFill>
                <a:latin typeface="Arial"/>
                <a:ea typeface="Arial"/>
                <a:cs typeface="Arial"/>
              </a:defRPr>
            </a:lvl6pPr>
            <a:lvl7pPr>
              <a:defRPr sz="2025" b="0">
                <a:solidFill>
                  <a:srgbClr val="50616A"/>
                </a:solidFill>
                <a:latin typeface="Arial"/>
                <a:ea typeface="Arial"/>
                <a:cs typeface="Arial"/>
              </a:defRPr>
            </a:lvl7pPr>
            <a:lvl8pPr>
              <a:defRPr sz="2025" b="0">
                <a:solidFill>
                  <a:srgbClr val="50616A"/>
                </a:solidFill>
                <a:latin typeface="Arial"/>
                <a:ea typeface="Arial"/>
                <a:cs typeface="Arial"/>
              </a:defRPr>
            </a:lvl8pPr>
            <a:lvl9pPr>
              <a:defRPr sz="2025" b="0">
                <a:solidFill>
                  <a:srgbClr val="50616A"/>
                </a:solidFill>
                <a:latin typeface="Arial"/>
                <a:ea typeface="Arial"/>
                <a:cs typeface="Arial"/>
              </a:defRPr>
            </a:lvl9pPr>
          </a:lstStyle>
          <a:p xmlns:a="http://schemas.openxmlformats.org/drawingml/2006/main">
            <a:pPr>
              <a:defRPr sz="2025" b="0">
                <a:solidFill>
                  <a:srgbClr val="50616A"/>
                </a:solidFill>
                <a:latin typeface="Arial"/>
                <a:ea typeface="Arial"/>
                <a:cs typeface="Arial"/>
              </a:defRPr>
            </a:pPr>
            <a:r>
              <a:rPr sz="2025" b="0">
                <a:solidFill>
                  <a:srgbClr val="50616A"/>
                </a:solidFill>
                <a:latin typeface="Arial"/>
                <a:ea typeface="Arial"/>
                <a:cs typeface="Arial"/>
              </a:rPr>
              <a:t>Zaman serisi logları tek ad altında toplar.</a:t>
            </a:r>
          </a:p>
        </p:txBody>
      </p:sp>
      <p:sp>
        <p:nvSpPr>
          <p:cNvPr id="6" name="">
            <a:extLst xmlns:a="http://schemas.openxmlformats.org/drawingml/2006/main">
              <a:ext uri="{FF2B5EF4-FFF2-40B4-BE49-F238E27FC236}">
                <a16:creationId xmlns:a16="http://schemas.microsoft.com/office/drawing/2014/main" id="{04A82117-6649-420F-A716-46D4F9DB87F2}"/>
              </a:ext>
            </a:extLst>
          </p:cNvPr>
          <p:cNvSpPr>
            <a:spLocks xmlns:a="http://schemas.openxmlformats.org/drawingml/2006/main" noGrp="1"/>
          </p:cNvSpPr>
          <p:nvPr/>
        </p:nvSpPr>
        <p:spPr>
          <a:xfrm xmlns:a="http://schemas.openxmlformats.org/drawingml/2006/main">
            <a:off x="647700" y="3733800"/>
            <a:ext cx="2190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152E3D"/>
                </a:solidFill>
                <a:latin typeface="Arial"/>
                <a:ea typeface="Arial"/>
                <a:cs typeface="Arial"/>
              </a:defRPr>
            </a:defPPr>
            <a:lvl1pPr>
              <a:defRPr sz="2175" b="1">
                <a:solidFill>
                  <a:srgbClr val="152E3D"/>
                </a:solidFill>
                <a:latin typeface="Arial"/>
                <a:ea typeface="Arial"/>
                <a:cs typeface="Arial"/>
              </a:defRPr>
            </a:lvl1pPr>
            <a:lvl2pPr>
              <a:defRPr sz="2175" b="1">
                <a:solidFill>
                  <a:srgbClr val="152E3D"/>
                </a:solidFill>
                <a:latin typeface="Arial"/>
                <a:ea typeface="Arial"/>
                <a:cs typeface="Arial"/>
              </a:defRPr>
            </a:lvl2pPr>
            <a:lvl3pPr>
              <a:defRPr sz="2175" b="1">
                <a:solidFill>
                  <a:srgbClr val="152E3D"/>
                </a:solidFill>
                <a:latin typeface="Arial"/>
                <a:ea typeface="Arial"/>
                <a:cs typeface="Arial"/>
              </a:defRPr>
            </a:lvl3pPr>
            <a:lvl4pPr>
              <a:defRPr sz="2175" b="1">
                <a:solidFill>
                  <a:srgbClr val="152E3D"/>
                </a:solidFill>
                <a:latin typeface="Arial"/>
                <a:ea typeface="Arial"/>
                <a:cs typeface="Arial"/>
              </a:defRPr>
            </a:lvl4pPr>
            <a:lvl5pPr>
              <a:defRPr sz="2175" b="1">
                <a:solidFill>
                  <a:srgbClr val="152E3D"/>
                </a:solidFill>
                <a:latin typeface="Arial"/>
                <a:ea typeface="Arial"/>
                <a:cs typeface="Arial"/>
              </a:defRPr>
            </a:lvl5pPr>
            <a:lvl6pPr>
              <a:defRPr sz="2175" b="1">
                <a:solidFill>
                  <a:srgbClr val="152E3D"/>
                </a:solidFill>
                <a:latin typeface="Arial"/>
                <a:ea typeface="Arial"/>
                <a:cs typeface="Arial"/>
              </a:defRPr>
            </a:lvl6pPr>
            <a:lvl7pPr>
              <a:defRPr sz="2175" b="1">
                <a:solidFill>
                  <a:srgbClr val="152E3D"/>
                </a:solidFill>
                <a:latin typeface="Arial"/>
                <a:ea typeface="Arial"/>
                <a:cs typeface="Arial"/>
              </a:defRPr>
            </a:lvl7pPr>
            <a:lvl8pPr>
              <a:defRPr sz="2175" b="1">
                <a:solidFill>
                  <a:srgbClr val="152E3D"/>
                </a:solidFill>
                <a:latin typeface="Arial"/>
                <a:ea typeface="Arial"/>
                <a:cs typeface="Arial"/>
              </a:defRPr>
            </a:lvl8pPr>
            <a:lvl9pPr>
              <a:defRPr sz="2175" b="1">
                <a:solidFill>
                  <a:srgbClr val="152E3D"/>
                </a:solidFill>
                <a:latin typeface="Arial"/>
                <a:ea typeface="Arial"/>
                <a:cs typeface="Arial"/>
              </a:defRPr>
            </a:lvl9pPr>
          </a:lstStyle>
          <a:p xmlns:a="http://schemas.openxmlformats.org/drawingml/2006/main">
            <a:pPr>
              <a:defRPr sz="2175" b="1">
                <a:solidFill>
                  <a:srgbClr val="152E3D"/>
                </a:solidFill>
                <a:latin typeface="Arial"/>
                <a:ea typeface="Arial"/>
                <a:cs typeface="Arial"/>
              </a:defRPr>
            </a:pPr>
            <a:r>
              <a:rPr sz="2175" b="1">
                <a:solidFill>
                  <a:srgbClr val="152E3D"/>
                </a:solidFill>
                <a:latin typeface="Arial"/>
                <a:ea typeface="Arial"/>
                <a:cs typeface="Arial"/>
              </a:rPr>
              <a:t>Rollover</a:t>
            </a:r>
          </a:p>
        </p:txBody>
      </p:sp>
      <p:sp>
        <p:nvSpPr>
          <p:cNvPr id="7" name="">
            <a:extLst xmlns:a="http://schemas.openxmlformats.org/drawingml/2006/main">
              <a:ext uri="{FF2B5EF4-FFF2-40B4-BE49-F238E27FC236}">
                <a16:creationId xmlns:a16="http://schemas.microsoft.com/office/drawing/2014/main" id="{16AAC6E9-9347-4DF1-AD4E-78C04B3034FF}"/>
              </a:ext>
            </a:extLst>
          </p:cNvPr>
          <p:cNvSpPr>
            <a:spLocks xmlns:a="http://schemas.openxmlformats.org/drawingml/2006/main" noGrp="1"/>
          </p:cNvSpPr>
          <p:nvPr/>
        </p:nvSpPr>
        <p:spPr>
          <a:xfrm xmlns:a="http://schemas.openxmlformats.org/drawingml/2006/main">
            <a:off x="3105150" y="3752850"/>
            <a:ext cx="8439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50616A"/>
                </a:solidFill>
                <a:latin typeface="Arial"/>
                <a:ea typeface="Arial"/>
                <a:cs typeface="Arial"/>
              </a:defRPr>
            </a:defPPr>
            <a:lvl1pPr>
              <a:defRPr sz="2025" b="0">
                <a:solidFill>
                  <a:srgbClr val="50616A"/>
                </a:solidFill>
                <a:latin typeface="Arial"/>
                <a:ea typeface="Arial"/>
                <a:cs typeface="Arial"/>
              </a:defRPr>
            </a:lvl1pPr>
            <a:lvl2pPr>
              <a:defRPr sz="2025" b="0">
                <a:solidFill>
                  <a:srgbClr val="50616A"/>
                </a:solidFill>
                <a:latin typeface="Arial"/>
                <a:ea typeface="Arial"/>
                <a:cs typeface="Arial"/>
              </a:defRPr>
            </a:lvl2pPr>
            <a:lvl3pPr>
              <a:defRPr sz="2025" b="0">
                <a:solidFill>
                  <a:srgbClr val="50616A"/>
                </a:solidFill>
                <a:latin typeface="Arial"/>
                <a:ea typeface="Arial"/>
                <a:cs typeface="Arial"/>
              </a:defRPr>
            </a:lvl3pPr>
            <a:lvl4pPr>
              <a:defRPr sz="2025" b="0">
                <a:solidFill>
                  <a:srgbClr val="50616A"/>
                </a:solidFill>
                <a:latin typeface="Arial"/>
                <a:ea typeface="Arial"/>
                <a:cs typeface="Arial"/>
              </a:defRPr>
            </a:lvl4pPr>
            <a:lvl5pPr>
              <a:defRPr sz="2025" b="0">
                <a:solidFill>
                  <a:srgbClr val="50616A"/>
                </a:solidFill>
                <a:latin typeface="Arial"/>
                <a:ea typeface="Arial"/>
                <a:cs typeface="Arial"/>
              </a:defRPr>
            </a:lvl5pPr>
            <a:lvl6pPr>
              <a:defRPr sz="2025" b="0">
                <a:solidFill>
                  <a:srgbClr val="50616A"/>
                </a:solidFill>
                <a:latin typeface="Arial"/>
                <a:ea typeface="Arial"/>
                <a:cs typeface="Arial"/>
              </a:defRPr>
            </a:lvl6pPr>
            <a:lvl7pPr>
              <a:defRPr sz="2025" b="0">
                <a:solidFill>
                  <a:srgbClr val="50616A"/>
                </a:solidFill>
                <a:latin typeface="Arial"/>
                <a:ea typeface="Arial"/>
                <a:cs typeface="Arial"/>
              </a:defRPr>
            </a:lvl7pPr>
            <a:lvl8pPr>
              <a:defRPr sz="2025" b="0">
                <a:solidFill>
                  <a:srgbClr val="50616A"/>
                </a:solidFill>
                <a:latin typeface="Arial"/>
                <a:ea typeface="Arial"/>
                <a:cs typeface="Arial"/>
              </a:defRPr>
            </a:lvl8pPr>
            <a:lvl9pPr>
              <a:defRPr sz="2025" b="0">
                <a:solidFill>
                  <a:srgbClr val="50616A"/>
                </a:solidFill>
                <a:latin typeface="Arial"/>
                <a:ea typeface="Arial"/>
                <a:cs typeface="Arial"/>
              </a:defRPr>
            </a:lvl9pPr>
          </a:lstStyle>
          <a:p xmlns:a="http://schemas.openxmlformats.org/drawingml/2006/main">
            <a:pPr>
              <a:defRPr sz="2025" b="0">
                <a:solidFill>
                  <a:srgbClr val="50616A"/>
                </a:solidFill>
                <a:latin typeface="Arial"/>
                <a:ea typeface="Arial"/>
                <a:cs typeface="Arial"/>
              </a:defRPr>
            </a:pPr>
            <a:r>
              <a:rPr sz="2025" b="0">
                <a:solidFill>
                  <a:srgbClr val="50616A"/>
                </a:solidFill>
                <a:latin typeface="Arial"/>
                <a:ea typeface="Arial"/>
                <a:cs typeface="Arial"/>
              </a:rPr>
              <a:t>Boyut veya yaş eşiğiyle yeni yazma indeksine geçer.</a:t>
            </a:r>
          </a:p>
        </p:txBody>
      </p:sp>
      <p:sp>
        <p:nvSpPr>
          <p:cNvPr id="8" name="">
            <a:extLst xmlns:a="http://schemas.openxmlformats.org/drawingml/2006/main">
              <a:ext uri="{FF2B5EF4-FFF2-40B4-BE49-F238E27FC236}">
                <a16:creationId xmlns:a16="http://schemas.microsoft.com/office/drawing/2014/main" id="{6372C84E-D18E-4E03-8ACA-FBA6E6537187}"/>
              </a:ext>
            </a:extLst>
          </p:cNvPr>
          <p:cNvSpPr>
            <a:spLocks xmlns:a="http://schemas.openxmlformats.org/drawingml/2006/main" noGrp="1"/>
          </p:cNvSpPr>
          <p:nvPr/>
        </p:nvSpPr>
        <p:spPr>
          <a:xfrm xmlns:a="http://schemas.openxmlformats.org/drawingml/2006/main">
            <a:off x="647700" y="4524375"/>
            <a:ext cx="2190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152E3D"/>
                </a:solidFill>
                <a:latin typeface="Arial"/>
                <a:ea typeface="Arial"/>
                <a:cs typeface="Arial"/>
              </a:defRPr>
            </a:defPPr>
            <a:lvl1pPr>
              <a:defRPr sz="2175" b="1">
                <a:solidFill>
                  <a:srgbClr val="152E3D"/>
                </a:solidFill>
                <a:latin typeface="Arial"/>
                <a:ea typeface="Arial"/>
                <a:cs typeface="Arial"/>
              </a:defRPr>
            </a:lvl1pPr>
            <a:lvl2pPr>
              <a:defRPr sz="2175" b="1">
                <a:solidFill>
                  <a:srgbClr val="152E3D"/>
                </a:solidFill>
                <a:latin typeface="Arial"/>
                <a:ea typeface="Arial"/>
                <a:cs typeface="Arial"/>
              </a:defRPr>
            </a:lvl2pPr>
            <a:lvl3pPr>
              <a:defRPr sz="2175" b="1">
                <a:solidFill>
                  <a:srgbClr val="152E3D"/>
                </a:solidFill>
                <a:latin typeface="Arial"/>
                <a:ea typeface="Arial"/>
                <a:cs typeface="Arial"/>
              </a:defRPr>
            </a:lvl3pPr>
            <a:lvl4pPr>
              <a:defRPr sz="2175" b="1">
                <a:solidFill>
                  <a:srgbClr val="152E3D"/>
                </a:solidFill>
                <a:latin typeface="Arial"/>
                <a:ea typeface="Arial"/>
                <a:cs typeface="Arial"/>
              </a:defRPr>
            </a:lvl4pPr>
            <a:lvl5pPr>
              <a:defRPr sz="2175" b="1">
                <a:solidFill>
                  <a:srgbClr val="152E3D"/>
                </a:solidFill>
                <a:latin typeface="Arial"/>
                <a:ea typeface="Arial"/>
                <a:cs typeface="Arial"/>
              </a:defRPr>
            </a:lvl5pPr>
            <a:lvl6pPr>
              <a:defRPr sz="2175" b="1">
                <a:solidFill>
                  <a:srgbClr val="152E3D"/>
                </a:solidFill>
                <a:latin typeface="Arial"/>
                <a:ea typeface="Arial"/>
                <a:cs typeface="Arial"/>
              </a:defRPr>
            </a:lvl6pPr>
            <a:lvl7pPr>
              <a:defRPr sz="2175" b="1">
                <a:solidFill>
                  <a:srgbClr val="152E3D"/>
                </a:solidFill>
                <a:latin typeface="Arial"/>
                <a:ea typeface="Arial"/>
                <a:cs typeface="Arial"/>
              </a:defRPr>
            </a:lvl7pPr>
            <a:lvl8pPr>
              <a:defRPr sz="2175" b="1">
                <a:solidFill>
                  <a:srgbClr val="152E3D"/>
                </a:solidFill>
                <a:latin typeface="Arial"/>
                <a:ea typeface="Arial"/>
                <a:cs typeface="Arial"/>
              </a:defRPr>
            </a:lvl8pPr>
            <a:lvl9pPr>
              <a:defRPr sz="2175" b="1">
                <a:solidFill>
                  <a:srgbClr val="152E3D"/>
                </a:solidFill>
                <a:latin typeface="Arial"/>
                <a:ea typeface="Arial"/>
                <a:cs typeface="Arial"/>
              </a:defRPr>
            </a:lvl9pPr>
          </a:lstStyle>
          <a:p xmlns:a="http://schemas.openxmlformats.org/drawingml/2006/main">
            <a:pPr>
              <a:defRPr sz="2175" b="1">
                <a:solidFill>
                  <a:srgbClr val="152E3D"/>
                </a:solidFill>
                <a:latin typeface="Arial"/>
                <a:ea typeface="Arial"/>
                <a:cs typeface="Arial"/>
              </a:defRPr>
            </a:pPr>
            <a:r>
              <a:rPr sz="2175" b="1">
                <a:solidFill>
                  <a:srgbClr val="152E3D"/>
                </a:solidFill>
                <a:latin typeface="Arial"/>
                <a:ea typeface="Arial"/>
                <a:cs typeface="Arial"/>
              </a:rPr>
              <a:t>Retention</a:t>
            </a:r>
          </a:p>
        </p:txBody>
      </p:sp>
      <p:sp>
        <p:nvSpPr>
          <p:cNvPr id="9" name="">
            <a:extLst xmlns:a="http://schemas.openxmlformats.org/drawingml/2006/main">
              <a:ext uri="{FF2B5EF4-FFF2-40B4-BE49-F238E27FC236}">
                <a16:creationId xmlns:a16="http://schemas.microsoft.com/office/drawing/2014/main" id="{33EB4F98-8420-4D6C-A1BE-655005BAC0A8}"/>
              </a:ext>
            </a:extLst>
          </p:cNvPr>
          <p:cNvSpPr>
            <a:spLocks xmlns:a="http://schemas.openxmlformats.org/drawingml/2006/main" noGrp="1"/>
          </p:cNvSpPr>
          <p:nvPr/>
        </p:nvSpPr>
        <p:spPr>
          <a:xfrm xmlns:a="http://schemas.openxmlformats.org/drawingml/2006/main">
            <a:off x="3105150" y="4543425"/>
            <a:ext cx="8439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50616A"/>
                </a:solidFill>
                <a:latin typeface="Arial"/>
                <a:ea typeface="Arial"/>
                <a:cs typeface="Arial"/>
              </a:defRPr>
            </a:defPPr>
            <a:lvl1pPr>
              <a:defRPr sz="2025" b="0">
                <a:solidFill>
                  <a:srgbClr val="50616A"/>
                </a:solidFill>
                <a:latin typeface="Arial"/>
                <a:ea typeface="Arial"/>
                <a:cs typeface="Arial"/>
              </a:defRPr>
            </a:lvl1pPr>
            <a:lvl2pPr>
              <a:defRPr sz="2025" b="0">
                <a:solidFill>
                  <a:srgbClr val="50616A"/>
                </a:solidFill>
                <a:latin typeface="Arial"/>
                <a:ea typeface="Arial"/>
                <a:cs typeface="Arial"/>
              </a:defRPr>
            </a:lvl2pPr>
            <a:lvl3pPr>
              <a:defRPr sz="2025" b="0">
                <a:solidFill>
                  <a:srgbClr val="50616A"/>
                </a:solidFill>
                <a:latin typeface="Arial"/>
                <a:ea typeface="Arial"/>
                <a:cs typeface="Arial"/>
              </a:defRPr>
            </a:lvl3pPr>
            <a:lvl4pPr>
              <a:defRPr sz="2025" b="0">
                <a:solidFill>
                  <a:srgbClr val="50616A"/>
                </a:solidFill>
                <a:latin typeface="Arial"/>
                <a:ea typeface="Arial"/>
                <a:cs typeface="Arial"/>
              </a:defRPr>
            </a:lvl4pPr>
            <a:lvl5pPr>
              <a:defRPr sz="2025" b="0">
                <a:solidFill>
                  <a:srgbClr val="50616A"/>
                </a:solidFill>
                <a:latin typeface="Arial"/>
                <a:ea typeface="Arial"/>
                <a:cs typeface="Arial"/>
              </a:defRPr>
            </a:lvl5pPr>
            <a:lvl6pPr>
              <a:defRPr sz="2025" b="0">
                <a:solidFill>
                  <a:srgbClr val="50616A"/>
                </a:solidFill>
                <a:latin typeface="Arial"/>
                <a:ea typeface="Arial"/>
                <a:cs typeface="Arial"/>
              </a:defRPr>
            </a:lvl6pPr>
            <a:lvl7pPr>
              <a:defRPr sz="2025" b="0">
                <a:solidFill>
                  <a:srgbClr val="50616A"/>
                </a:solidFill>
                <a:latin typeface="Arial"/>
                <a:ea typeface="Arial"/>
                <a:cs typeface="Arial"/>
              </a:defRPr>
            </a:lvl7pPr>
            <a:lvl8pPr>
              <a:defRPr sz="2025" b="0">
                <a:solidFill>
                  <a:srgbClr val="50616A"/>
                </a:solidFill>
                <a:latin typeface="Arial"/>
                <a:ea typeface="Arial"/>
                <a:cs typeface="Arial"/>
              </a:defRPr>
            </a:lvl8pPr>
            <a:lvl9pPr>
              <a:defRPr sz="2025" b="0">
                <a:solidFill>
                  <a:srgbClr val="50616A"/>
                </a:solidFill>
                <a:latin typeface="Arial"/>
                <a:ea typeface="Arial"/>
                <a:cs typeface="Arial"/>
              </a:defRPr>
            </a:lvl9pPr>
          </a:lstStyle>
          <a:p xmlns:a="http://schemas.openxmlformats.org/drawingml/2006/main">
            <a:pPr>
              <a:defRPr sz="2025" b="0">
                <a:solidFill>
                  <a:srgbClr val="50616A"/>
                </a:solidFill>
                <a:latin typeface="Arial"/>
                <a:ea typeface="Arial"/>
                <a:cs typeface="Arial"/>
              </a:defRPr>
            </a:pPr>
            <a:r>
              <a:rPr sz="2025" b="0">
                <a:solidFill>
                  <a:srgbClr val="50616A"/>
                </a:solidFill>
                <a:latin typeface="Arial"/>
                <a:ea typeface="Arial"/>
                <a:cs typeface="Arial"/>
              </a:rPr>
              <a:t>ISM ile yaşam döngüsü ve silme zamanı yönetilir.</a:t>
            </a:r>
          </a:p>
        </p:txBody>
      </p:sp>
      <p:sp>
        <p:nvSpPr>
          <p:cNvPr id="10" name="">
            <a:extLst xmlns:a="http://schemas.openxmlformats.org/drawingml/2006/main">
              <a:ext uri="{FF2B5EF4-FFF2-40B4-BE49-F238E27FC236}">
                <a16:creationId xmlns:a16="http://schemas.microsoft.com/office/drawing/2014/main" id="{DA2E4CD6-BE09-4359-81FC-2BF82FD5B25B}"/>
              </a:ext>
            </a:extLst>
          </p:cNvPr>
          <p:cNvSpPr>
            <a:spLocks xmlns:a="http://schemas.openxmlformats.org/drawingml/2006/main" noGrp="1"/>
          </p:cNvSpPr>
          <p:nvPr/>
        </p:nvSpPr>
        <p:spPr>
          <a:xfrm xmlns:a="http://schemas.openxmlformats.org/drawingml/2006/main">
            <a:off x="647700" y="5667375"/>
            <a:ext cx="10896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83"/>
                </a:solidFill>
                <a:latin typeface="Arial"/>
                <a:ea typeface="Arial"/>
                <a:cs typeface="Arial"/>
              </a:defRPr>
            </a:defPPr>
            <a:lvl1pPr>
              <a:defRPr sz="2025" b="1">
                <a:solidFill>
                  <a:srgbClr val="007F83"/>
                </a:solidFill>
                <a:latin typeface="Arial"/>
                <a:ea typeface="Arial"/>
                <a:cs typeface="Arial"/>
              </a:defRPr>
            </a:lvl1pPr>
            <a:lvl2pPr>
              <a:defRPr sz="2025" b="1">
                <a:solidFill>
                  <a:srgbClr val="007F83"/>
                </a:solidFill>
                <a:latin typeface="Arial"/>
                <a:ea typeface="Arial"/>
                <a:cs typeface="Arial"/>
              </a:defRPr>
            </a:lvl2pPr>
            <a:lvl3pPr>
              <a:defRPr sz="2025" b="1">
                <a:solidFill>
                  <a:srgbClr val="007F83"/>
                </a:solidFill>
                <a:latin typeface="Arial"/>
                <a:ea typeface="Arial"/>
                <a:cs typeface="Arial"/>
              </a:defRPr>
            </a:lvl3pPr>
            <a:lvl4pPr>
              <a:defRPr sz="2025" b="1">
                <a:solidFill>
                  <a:srgbClr val="007F83"/>
                </a:solidFill>
                <a:latin typeface="Arial"/>
                <a:ea typeface="Arial"/>
                <a:cs typeface="Arial"/>
              </a:defRPr>
            </a:lvl4pPr>
            <a:lvl5pPr>
              <a:defRPr sz="2025" b="1">
                <a:solidFill>
                  <a:srgbClr val="007F83"/>
                </a:solidFill>
                <a:latin typeface="Arial"/>
                <a:ea typeface="Arial"/>
                <a:cs typeface="Arial"/>
              </a:defRPr>
            </a:lvl5pPr>
            <a:lvl6pPr>
              <a:defRPr sz="2025" b="1">
                <a:solidFill>
                  <a:srgbClr val="007F83"/>
                </a:solidFill>
                <a:latin typeface="Arial"/>
                <a:ea typeface="Arial"/>
                <a:cs typeface="Arial"/>
              </a:defRPr>
            </a:lvl6pPr>
            <a:lvl7pPr>
              <a:defRPr sz="2025" b="1">
                <a:solidFill>
                  <a:srgbClr val="007F83"/>
                </a:solidFill>
                <a:latin typeface="Arial"/>
                <a:ea typeface="Arial"/>
                <a:cs typeface="Arial"/>
              </a:defRPr>
            </a:lvl7pPr>
            <a:lvl8pPr>
              <a:defRPr sz="2025" b="1">
                <a:solidFill>
                  <a:srgbClr val="007F83"/>
                </a:solidFill>
                <a:latin typeface="Arial"/>
                <a:ea typeface="Arial"/>
                <a:cs typeface="Arial"/>
              </a:defRPr>
            </a:lvl8pPr>
            <a:lvl9pPr>
              <a:defRPr sz="2025" b="1">
                <a:solidFill>
                  <a:srgbClr val="007F83"/>
                </a:solidFill>
                <a:latin typeface="Arial"/>
                <a:ea typeface="Arial"/>
                <a:cs typeface="Arial"/>
              </a:defRPr>
            </a:lvl9pPr>
          </a:lstStyle>
          <a:p xmlns:a="http://schemas.openxmlformats.org/drawingml/2006/main">
            <a:pPr>
              <a:defRPr sz="2025" b="1">
                <a:solidFill>
                  <a:srgbClr val="007F83"/>
                </a:solidFill>
                <a:latin typeface="Arial"/>
                <a:ea typeface="Arial"/>
                <a:cs typeface="Arial"/>
              </a:defRPr>
            </a:pPr>
            <a:r>
              <a:rPr sz="2025" b="1">
                <a:solidFill>
                  <a:srgbClr val="007F83"/>
                </a:solidFill>
                <a:latin typeface="Arial"/>
                <a:ea typeface="Arial"/>
                <a:cs typeface="Arial"/>
              </a:rPr>
              <a:t>Rollover, eski veriyi silmez. Replica, yedek yerine geçmez.</a:t>
            </a:r>
          </a:p>
        </p:txBody>
      </p:sp>
      <p:sp>
        <p:nvSpPr>
          <p:cNvPr id="11" name="">
            <a:extLst xmlns:a="http://schemas.openxmlformats.org/drawingml/2006/main">
              <a:ext uri="{FF2B5EF4-FFF2-40B4-BE49-F238E27FC236}">
                <a16:creationId xmlns:a16="http://schemas.microsoft.com/office/drawing/2014/main" id="{8BA807DF-A47D-477F-BE51-EFB02BE0C883}"/>
              </a:ext>
            </a:extLst>
          </p:cNvPr>
          <p:cNvSpPr>
            <a:spLocks xmlns:a="http://schemas.openxmlformats.org/drawingml/2006/main" noGrp="1"/>
          </p:cNvSpPr>
          <p:nvPr/>
        </p:nvSpPr>
        <p:spPr>
          <a:xfrm xmlns:a="http://schemas.openxmlformats.org/drawingml/2006/main">
            <a:off x="10858500" y="6429375"/>
            <a:ext cx="714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0616A"/>
                </a:solidFill>
                <a:latin typeface="Arial"/>
                <a:ea typeface="Arial"/>
                <a:cs typeface="Arial"/>
              </a:defRPr>
            </a:defPPr>
            <a:lvl1pPr>
              <a:defRPr sz="1200" b="0">
                <a:solidFill>
                  <a:srgbClr val="50616A"/>
                </a:solidFill>
                <a:latin typeface="Arial"/>
                <a:ea typeface="Arial"/>
                <a:cs typeface="Arial"/>
              </a:defRPr>
            </a:lvl1pPr>
            <a:lvl2pPr>
              <a:defRPr sz="1200" b="0">
                <a:solidFill>
                  <a:srgbClr val="50616A"/>
                </a:solidFill>
                <a:latin typeface="Arial"/>
                <a:ea typeface="Arial"/>
                <a:cs typeface="Arial"/>
              </a:defRPr>
            </a:lvl2pPr>
            <a:lvl3pPr>
              <a:defRPr sz="1200" b="0">
                <a:solidFill>
                  <a:srgbClr val="50616A"/>
                </a:solidFill>
                <a:latin typeface="Arial"/>
                <a:ea typeface="Arial"/>
                <a:cs typeface="Arial"/>
              </a:defRPr>
            </a:lvl3pPr>
            <a:lvl4pPr>
              <a:defRPr sz="1200" b="0">
                <a:solidFill>
                  <a:srgbClr val="50616A"/>
                </a:solidFill>
                <a:latin typeface="Arial"/>
                <a:ea typeface="Arial"/>
                <a:cs typeface="Arial"/>
              </a:defRPr>
            </a:lvl4pPr>
            <a:lvl5pPr>
              <a:defRPr sz="1200" b="0">
                <a:solidFill>
                  <a:srgbClr val="50616A"/>
                </a:solidFill>
                <a:latin typeface="Arial"/>
                <a:ea typeface="Arial"/>
                <a:cs typeface="Arial"/>
              </a:defRPr>
            </a:lvl5pPr>
            <a:lvl6pPr>
              <a:defRPr sz="1200" b="0">
                <a:solidFill>
                  <a:srgbClr val="50616A"/>
                </a:solidFill>
                <a:latin typeface="Arial"/>
                <a:ea typeface="Arial"/>
                <a:cs typeface="Arial"/>
              </a:defRPr>
            </a:lvl6pPr>
            <a:lvl7pPr>
              <a:defRPr sz="1200" b="0">
                <a:solidFill>
                  <a:srgbClr val="50616A"/>
                </a:solidFill>
                <a:latin typeface="Arial"/>
                <a:ea typeface="Arial"/>
                <a:cs typeface="Arial"/>
              </a:defRPr>
            </a:lvl7pPr>
            <a:lvl8pPr>
              <a:defRPr sz="1200" b="0">
                <a:solidFill>
                  <a:srgbClr val="50616A"/>
                </a:solidFill>
                <a:latin typeface="Arial"/>
                <a:ea typeface="Arial"/>
                <a:cs typeface="Arial"/>
              </a:defRPr>
            </a:lvl8pPr>
            <a:lvl9pPr>
              <a:defRPr sz="1200" b="0">
                <a:solidFill>
                  <a:srgbClr val="50616A"/>
                </a:solidFill>
                <a:latin typeface="Arial"/>
                <a:ea typeface="Arial"/>
                <a:cs typeface="Arial"/>
              </a:defRPr>
            </a:lvl9pPr>
          </a:lstStyle>
          <a:p xmlns:a="http://schemas.openxmlformats.org/drawingml/2006/main">
            <a:pPr>
              <a:defRPr sz="1200" b="0">
                <a:solidFill>
                  <a:srgbClr val="50616A"/>
                </a:solidFill>
                <a:latin typeface="Arial"/>
                <a:ea typeface="Arial"/>
                <a:cs typeface="Arial"/>
              </a:defRPr>
            </a:pPr>
            <a:r>
              <a:rPr sz="1200" b="0">
                <a:solidFill>
                  <a:srgbClr val="50616A"/>
                </a:solidFill>
                <a:latin typeface="Arial"/>
                <a:ea typeface="Arial"/>
                <a:cs typeface="Arial"/>
              </a:rPr>
              <a:t>11 / 26</a:t>
            </a:r>
          </a:p>
        </p:txBody>
      </p:sp>
      <p:sp>
        <p:nvSpPr>
          <p:cNvPr id="12" name="">
            <a:extLst xmlns:a="http://schemas.openxmlformats.org/drawingml/2006/main">
              <a:ext uri="{FF2B5EF4-FFF2-40B4-BE49-F238E27FC236}">
                <a16:creationId xmlns:a16="http://schemas.microsoft.com/office/drawing/2014/main" id="{FEE21E9D-FF23-4551-A8BF-6CB61E46798E}"/>
              </a:ext>
            </a:extLst>
          </p:cNvPr>
          <p:cNvSpPr>
            <a:spLocks xmlns:a="http://schemas.openxmlformats.org/drawingml/2006/main" noGrp="1"/>
          </p:cNvSpPr>
          <p:nvPr/>
        </p:nvSpPr>
        <p:spPr>
          <a:xfrm xmlns:a="http://schemas.openxmlformats.org/drawingml/2006/main">
            <a:off x="647700" y="6438900"/>
            <a:ext cx="98583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0616A"/>
                </a:solidFill>
                <a:latin typeface="Arial"/>
                <a:ea typeface="Arial"/>
                <a:cs typeface="Arial"/>
              </a:defRPr>
            </a:defPPr>
            <a:lvl1pPr>
              <a:defRPr sz="1050" b="0">
                <a:solidFill>
                  <a:srgbClr val="50616A"/>
                </a:solidFill>
                <a:latin typeface="Arial"/>
                <a:ea typeface="Arial"/>
                <a:cs typeface="Arial"/>
              </a:defRPr>
            </a:lvl1pPr>
            <a:lvl2pPr>
              <a:defRPr sz="1050" b="0">
                <a:solidFill>
                  <a:srgbClr val="50616A"/>
                </a:solidFill>
                <a:latin typeface="Arial"/>
                <a:ea typeface="Arial"/>
                <a:cs typeface="Arial"/>
              </a:defRPr>
            </a:lvl2pPr>
            <a:lvl3pPr>
              <a:defRPr sz="1050" b="0">
                <a:solidFill>
                  <a:srgbClr val="50616A"/>
                </a:solidFill>
                <a:latin typeface="Arial"/>
                <a:ea typeface="Arial"/>
                <a:cs typeface="Arial"/>
              </a:defRPr>
            </a:lvl3pPr>
            <a:lvl4pPr>
              <a:defRPr sz="1050" b="0">
                <a:solidFill>
                  <a:srgbClr val="50616A"/>
                </a:solidFill>
                <a:latin typeface="Arial"/>
                <a:ea typeface="Arial"/>
                <a:cs typeface="Arial"/>
              </a:defRPr>
            </a:lvl4pPr>
            <a:lvl5pPr>
              <a:defRPr sz="1050" b="0">
                <a:solidFill>
                  <a:srgbClr val="50616A"/>
                </a:solidFill>
                <a:latin typeface="Arial"/>
                <a:ea typeface="Arial"/>
                <a:cs typeface="Arial"/>
              </a:defRPr>
            </a:lvl5pPr>
            <a:lvl6pPr>
              <a:defRPr sz="1050" b="0">
                <a:solidFill>
                  <a:srgbClr val="50616A"/>
                </a:solidFill>
                <a:latin typeface="Arial"/>
                <a:ea typeface="Arial"/>
                <a:cs typeface="Arial"/>
              </a:defRPr>
            </a:lvl6pPr>
            <a:lvl7pPr>
              <a:defRPr sz="1050" b="0">
                <a:solidFill>
                  <a:srgbClr val="50616A"/>
                </a:solidFill>
                <a:latin typeface="Arial"/>
                <a:ea typeface="Arial"/>
                <a:cs typeface="Arial"/>
              </a:defRPr>
            </a:lvl7pPr>
            <a:lvl8pPr>
              <a:defRPr sz="1050" b="0">
                <a:solidFill>
                  <a:srgbClr val="50616A"/>
                </a:solidFill>
                <a:latin typeface="Arial"/>
                <a:ea typeface="Arial"/>
                <a:cs typeface="Arial"/>
              </a:defRPr>
            </a:lvl8pPr>
            <a:lvl9pPr>
              <a:defRPr sz="1050" b="0">
                <a:solidFill>
                  <a:srgbClr val="50616A"/>
                </a:solidFill>
                <a:latin typeface="Arial"/>
                <a:ea typeface="Arial"/>
                <a:cs typeface="Arial"/>
              </a:defRPr>
            </a:lvl9pPr>
          </a:lstStyle>
          <a:p xmlns:a="http://schemas.openxmlformats.org/drawingml/2006/main">
            <a:pPr>
              <a:defRPr sz="1050" b="0">
                <a:solidFill>
                  <a:srgbClr val="50616A"/>
                </a:solidFill>
                <a:latin typeface="Arial"/>
                <a:ea typeface="Arial"/>
                <a:cs typeface="Arial"/>
              </a:defRPr>
            </a:pPr>
            <a:r>
              <a:rPr sz="1050">
                <a:solidFill>
                  <a:srgbClr val="50616A"/>
                </a:solidFill>
                <a:latin typeface="Arial"/>
                <a:ea typeface="Arial"/>
                <a:cs typeface="Arial"/>
              </a:rPr>
              <a:t>Kaynaklar: </a:t>
            </a:r>
            <a:r>
              <a:rPr sz="1050">
                <a:solidFill>
                  <a:srgbClr val="50616A"/>
                </a:solidFill>
                <a:latin typeface="Arial"/>
                <a:ea typeface="Arial"/>
                <a:cs typeface="Arial"/>
                <a:hlinkClick xmlns:r="http://schemas.openxmlformats.org/officeDocument/2006/relationships" r:id="Rdff37a6d8fd5460d"/>
              </a:rPr>
              <a:t>S13  </a:t>
            </a:r>
            <a:r>
              <a:rPr sz="1050">
                <a:solidFill>
                  <a:srgbClr val="50616A"/>
                </a:solidFill>
                <a:latin typeface="Arial"/>
                <a:ea typeface="Arial"/>
                <a:cs typeface="Arial"/>
                <a:hlinkClick xmlns:r="http://schemas.openxmlformats.org/officeDocument/2006/relationships" r:id="R880c30b194ef4a2f"/>
              </a:rPr>
              <a:t>S14  </a:t>
            </a:r>
            <a:r>
              <a:rPr sz="1050">
                <a:solidFill>
                  <a:srgbClr val="50616A"/>
                </a:solidFill>
                <a:latin typeface="Arial"/>
                <a:ea typeface="Arial"/>
                <a:cs typeface="Arial"/>
                <a:hlinkClick xmlns:r="http://schemas.openxmlformats.org/officeDocument/2006/relationships" r:id="R67ae235b567f4afa"/>
              </a:rPr>
              <a:t>S15  </a:t>
            </a:r>
          </a:p>
        </p:txBody>
      </p:sp>
    </p:spTree>
    <p:extLst>
      <p:ext uri="{BB962C8B-B14F-4D97-AF65-F5344CB8AC3E}">
        <p14:creationId xmlns:p14="http://schemas.microsoft.com/office/powerpoint/2010/main" val="1411891349"/>
      </p:ext>
    </p:extLst>
  </p:cSld>
</p:sld>
</file>

<file path=ppt/slides/slide12.xml><?xml version="1.0" encoding="utf-8"?>
<p:sld xmlns:p="http://schemas.openxmlformats.org/presentationml/2006/main">
  <p:cSld>
    <p:bg>
      <p:bgPr>
        <a:solidFill xmlns:a="http://schemas.openxmlformats.org/drawingml/2006/main">
          <a:srgbClr val="F5F4F0"/>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6D1EE94-B840-47E8-AF48-92B97291A24D}"/>
              </a:ext>
            </a:extLst>
          </p:cNvPr>
          <p:cNvSpPr>
            <a:spLocks xmlns:a="http://schemas.openxmlformats.org/drawingml/2006/main" noGrp="1"/>
          </p:cNvSpPr>
          <p:nvPr/>
        </p:nvSpPr>
        <p:spPr>
          <a:xfrm xmlns:a="http://schemas.openxmlformats.org/drawingml/2006/main">
            <a:off x="647700" y="49530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52E3D"/>
                </a:solidFill>
                <a:latin typeface="Arial"/>
                <a:ea typeface="Arial"/>
                <a:cs typeface="Arial"/>
              </a:defRPr>
            </a:defPPr>
            <a:lvl1pPr>
              <a:defRPr sz="3300" b="1">
                <a:solidFill>
                  <a:srgbClr val="152E3D"/>
                </a:solidFill>
                <a:latin typeface="Arial"/>
                <a:ea typeface="Arial"/>
                <a:cs typeface="Arial"/>
              </a:defRPr>
            </a:lvl1pPr>
            <a:lvl2pPr>
              <a:defRPr sz="3300" b="1">
                <a:solidFill>
                  <a:srgbClr val="152E3D"/>
                </a:solidFill>
                <a:latin typeface="Arial"/>
                <a:ea typeface="Arial"/>
                <a:cs typeface="Arial"/>
              </a:defRPr>
            </a:lvl2pPr>
            <a:lvl3pPr>
              <a:defRPr sz="3300" b="1">
                <a:solidFill>
                  <a:srgbClr val="152E3D"/>
                </a:solidFill>
                <a:latin typeface="Arial"/>
                <a:ea typeface="Arial"/>
                <a:cs typeface="Arial"/>
              </a:defRPr>
            </a:lvl3pPr>
            <a:lvl4pPr>
              <a:defRPr sz="3300" b="1">
                <a:solidFill>
                  <a:srgbClr val="152E3D"/>
                </a:solidFill>
                <a:latin typeface="Arial"/>
                <a:ea typeface="Arial"/>
                <a:cs typeface="Arial"/>
              </a:defRPr>
            </a:lvl4pPr>
            <a:lvl5pPr>
              <a:defRPr sz="3300" b="1">
                <a:solidFill>
                  <a:srgbClr val="152E3D"/>
                </a:solidFill>
                <a:latin typeface="Arial"/>
                <a:ea typeface="Arial"/>
                <a:cs typeface="Arial"/>
              </a:defRPr>
            </a:lvl5pPr>
            <a:lvl6pPr>
              <a:defRPr sz="3300" b="1">
                <a:solidFill>
                  <a:srgbClr val="152E3D"/>
                </a:solidFill>
                <a:latin typeface="Arial"/>
                <a:ea typeface="Arial"/>
                <a:cs typeface="Arial"/>
              </a:defRPr>
            </a:lvl6pPr>
            <a:lvl7pPr>
              <a:defRPr sz="3300" b="1">
                <a:solidFill>
                  <a:srgbClr val="152E3D"/>
                </a:solidFill>
                <a:latin typeface="Arial"/>
                <a:ea typeface="Arial"/>
                <a:cs typeface="Arial"/>
              </a:defRPr>
            </a:lvl7pPr>
            <a:lvl8pPr>
              <a:defRPr sz="3300" b="1">
                <a:solidFill>
                  <a:srgbClr val="152E3D"/>
                </a:solidFill>
                <a:latin typeface="Arial"/>
                <a:ea typeface="Arial"/>
                <a:cs typeface="Arial"/>
              </a:defRPr>
            </a:lvl8pPr>
            <a:lvl9pPr>
              <a:defRPr sz="3300" b="1">
                <a:solidFill>
                  <a:srgbClr val="152E3D"/>
                </a:solidFill>
                <a:latin typeface="Arial"/>
                <a:ea typeface="Arial"/>
                <a:cs typeface="Arial"/>
              </a:defRPr>
            </a:lvl9pPr>
          </a:lstStyle>
          <a:p xmlns:a="http://schemas.openxmlformats.org/drawingml/2006/main">
            <a:pPr>
              <a:defRPr sz="3300" b="1">
                <a:solidFill>
                  <a:srgbClr val="152E3D"/>
                </a:solidFill>
                <a:latin typeface="Arial"/>
                <a:ea typeface="Arial"/>
                <a:cs typeface="Arial"/>
              </a:defRPr>
            </a:pPr>
            <a:r>
              <a:rPr sz="3300" b="1">
                <a:solidFill>
                  <a:srgbClr val="152E3D"/>
                </a:solidFill>
                <a:latin typeface="Arial"/>
                <a:ea typeface="Arial"/>
                <a:cs typeface="Arial"/>
              </a:rPr>
              <a:t>Sonuca güvenmeden önce</a:t>
            </a:r>
          </a:p>
        </p:txBody>
      </p:sp>
      <p:sp>
        <p:nvSpPr>
          <p:cNvPr id="2" name="">
            <a:extLst xmlns:a="http://schemas.openxmlformats.org/drawingml/2006/main">
              <a:ext uri="{FF2B5EF4-FFF2-40B4-BE49-F238E27FC236}">
                <a16:creationId xmlns:a16="http://schemas.microsoft.com/office/drawing/2014/main" id="{281C96F2-2577-4F31-AEE8-021797CD31A8}"/>
              </a:ext>
            </a:extLst>
          </p:cNvPr>
          <p:cNvSpPr>
            <a:spLocks xmlns:a="http://schemas.openxmlformats.org/drawingml/2006/main" noGrp="1"/>
          </p:cNvSpPr>
          <p:nvPr/>
        </p:nvSpPr>
        <p:spPr>
          <a:xfrm xmlns:a="http://schemas.openxmlformats.org/drawingml/2006/main">
            <a:off x="647700" y="1685925"/>
            <a:ext cx="1952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007F83"/>
                </a:solidFill>
                <a:latin typeface="Arial"/>
                <a:ea typeface="Arial"/>
                <a:cs typeface="Arial"/>
              </a:defRPr>
            </a:defPPr>
            <a:lvl1pPr>
              <a:defRPr sz="2175" b="1">
                <a:solidFill>
                  <a:srgbClr val="007F83"/>
                </a:solidFill>
                <a:latin typeface="Arial"/>
                <a:ea typeface="Arial"/>
                <a:cs typeface="Arial"/>
              </a:defRPr>
            </a:lvl1pPr>
            <a:lvl2pPr>
              <a:defRPr sz="2175" b="1">
                <a:solidFill>
                  <a:srgbClr val="007F83"/>
                </a:solidFill>
                <a:latin typeface="Arial"/>
                <a:ea typeface="Arial"/>
                <a:cs typeface="Arial"/>
              </a:defRPr>
            </a:lvl2pPr>
            <a:lvl3pPr>
              <a:defRPr sz="2175" b="1">
                <a:solidFill>
                  <a:srgbClr val="007F83"/>
                </a:solidFill>
                <a:latin typeface="Arial"/>
                <a:ea typeface="Arial"/>
                <a:cs typeface="Arial"/>
              </a:defRPr>
            </a:lvl3pPr>
            <a:lvl4pPr>
              <a:defRPr sz="2175" b="1">
                <a:solidFill>
                  <a:srgbClr val="007F83"/>
                </a:solidFill>
                <a:latin typeface="Arial"/>
                <a:ea typeface="Arial"/>
                <a:cs typeface="Arial"/>
              </a:defRPr>
            </a:lvl4pPr>
            <a:lvl5pPr>
              <a:defRPr sz="2175" b="1">
                <a:solidFill>
                  <a:srgbClr val="007F83"/>
                </a:solidFill>
                <a:latin typeface="Arial"/>
                <a:ea typeface="Arial"/>
                <a:cs typeface="Arial"/>
              </a:defRPr>
            </a:lvl5pPr>
            <a:lvl6pPr>
              <a:defRPr sz="2175" b="1">
                <a:solidFill>
                  <a:srgbClr val="007F83"/>
                </a:solidFill>
                <a:latin typeface="Arial"/>
                <a:ea typeface="Arial"/>
                <a:cs typeface="Arial"/>
              </a:defRPr>
            </a:lvl6pPr>
            <a:lvl7pPr>
              <a:defRPr sz="2175" b="1">
                <a:solidFill>
                  <a:srgbClr val="007F83"/>
                </a:solidFill>
                <a:latin typeface="Arial"/>
                <a:ea typeface="Arial"/>
                <a:cs typeface="Arial"/>
              </a:defRPr>
            </a:lvl7pPr>
            <a:lvl8pPr>
              <a:defRPr sz="2175" b="1">
                <a:solidFill>
                  <a:srgbClr val="007F83"/>
                </a:solidFill>
                <a:latin typeface="Arial"/>
                <a:ea typeface="Arial"/>
                <a:cs typeface="Arial"/>
              </a:defRPr>
            </a:lvl8pPr>
            <a:lvl9pPr>
              <a:defRPr sz="2175" b="1">
                <a:solidFill>
                  <a:srgbClr val="007F83"/>
                </a:solidFill>
                <a:latin typeface="Arial"/>
                <a:ea typeface="Arial"/>
                <a:cs typeface="Arial"/>
              </a:defRPr>
            </a:lvl9pPr>
          </a:lstStyle>
          <a:p xmlns:a="http://schemas.openxmlformats.org/drawingml/2006/main">
            <a:pPr>
              <a:defRPr sz="2175" b="1">
                <a:solidFill>
                  <a:srgbClr val="007F83"/>
                </a:solidFill>
                <a:latin typeface="Arial"/>
                <a:ea typeface="Arial"/>
                <a:cs typeface="Arial"/>
              </a:defRPr>
            </a:pPr>
            <a:r>
              <a:rPr sz="2175" b="1">
                <a:solidFill>
                  <a:srgbClr val="007F83"/>
                </a:solidFill>
                <a:latin typeface="Arial"/>
                <a:ea typeface="Arial"/>
                <a:cs typeface="Arial"/>
              </a:rPr>
              <a:t>Tamlık</a:t>
            </a:r>
          </a:p>
        </p:txBody>
      </p:sp>
      <p:sp>
        <p:nvSpPr>
          <p:cNvPr id="3" name="">
            <a:extLst xmlns:a="http://schemas.openxmlformats.org/drawingml/2006/main">
              <a:ext uri="{FF2B5EF4-FFF2-40B4-BE49-F238E27FC236}">
                <a16:creationId xmlns:a16="http://schemas.microsoft.com/office/drawing/2014/main" id="{39547299-8360-4E1E-A9EC-65801B1C1142}"/>
              </a:ext>
            </a:extLst>
          </p:cNvPr>
          <p:cNvSpPr>
            <a:spLocks xmlns:a="http://schemas.openxmlformats.org/drawingml/2006/main" noGrp="1"/>
          </p:cNvSpPr>
          <p:nvPr/>
        </p:nvSpPr>
        <p:spPr>
          <a:xfrm xmlns:a="http://schemas.openxmlformats.org/drawingml/2006/main">
            <a:off x="2790825" y="1695450"/>
            <a:ext cx="87534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152E3D"/>
                </a:solidFill>
                <a:latin typeface="Arial"/>
                <a:ea typeface="Arial"/>
                <a:cs typeface="Arial"/>
              </a:defRPr>
            </a:defPPr>
            <a:lvl1pPr>
              <a:defRPr sz="2025" b="0">
                <a:solidFill>
                  <a:srgbClr val="152E3D"/>
                </a:solidFill>
                <a:latin typeface="Arial"/>
                <a:ea typeface="Arial"/>
                <a:cs typeface="Arial"/>
              </a:defRPr>
            </a:lvl1pPr>
            <a:lvl2pPr>
              <a:defRPr sz="2025" b="0">
                <a:solidFill>
                  <a:srgbClr val="152E3D"/>
                </a:solidFill>
                <a:latin typeface="Arial"/>
                <a:ea typeface="Arial"/>
                <a:cs typeface="Arial"/>
              </a:defRPr>
            </a:lvl2pPr>
            <a:lvl3pPr>
              <a:defRPr sz="2025" b="0">
                <a:solidFill>
                  <a:srgbClr val="152E3D"/>
                </a:solidFill>
                <a:latin typeface="Arial"/>
                <a:ea typeface="Arial"/>
                <a:cs typeface="Arial"/>
              </a:defRPr>
            </a:lvl3pPr>
            <a:lvl4pPr>
              <a:defRPr sz="2025" b="0">
                <a:solidFill>
                  <a:srgbClr val="152E3D"/>
                </a:solidFill>
                <a:latin typeface="Arial"/>
                <a:ea typeface="Arial"/>
                <a:cs typeface="Arial"/>
              </a:defRPr>
            </a:lvl4pPr>
            <a:lvl5pPr>
              <a:defRPr sz="2025" b="0">
                <a:solidFill>
                  <a:srgbClr val="152E3D"/>
                </a:solidFill>
                <a:latin typeface="Arial"/>
                <a:ea typeface="Arial"/>
                <a:cs typeface="Arial"/>
              </a:defRPr>
            </a:lvl5pPr>
            <a:lvl6pPr>
              <a:defRPr sz="2025" b="0">
                <a:solidFill>
                  <a:srgbClr val="152E3D"/>
                </a:solidFill>
                <a:latin typeface="Arial"/>
                <a:ea typeface="Arial"/>
                <a:cs typeface="Arial"/>
              </a:defRPr>
            </a:lvl6pPr>
            <a:lvl7pPr>
              <a:defRPr sz="2025" b="0">
                <a:solidFill>
                  <a:srgbClr val="152E3D"/>
                </a:solidFill>
                <a:latin typeface="Arial"/>
                <a:ea typeface="Arial"/>
                <a:cs typeface="Arial"/>
              </a:defRPr>
            </a:lvl7pPr>
            <a:lvl8pPr>
              <a:defRPr sz="2025" b="0">
                <a:solidFill>
                  <a:srgbClr val="152E3D"/>
                </a:solidFill>
                <a:latin typeface="Arial"/>
                <a:ea typeface="Arial"/>
                <a:cs typeface="Arial"/>
              </a:defRPr>
            </a:lvl8pPr>
            <a:lvl9pPr>
              <a:defRPr sz="2025" b="0">
                <a:solidFill>
                  <a:srgbClr val="152E3D"/>
                </a:solidFill>
                <a:latin typeface="Arial"/>
                <a:ea typeface="Arial"/>
                <a:cs typeface="Arial"/>
              </a:defRPr>
            </a:lvl9pPr>
          </a:lstStyle>
          <a:p xmlns:a="http://schemas.openxmlformats.org/drawingml/2006/main">
            <a:pPr>
              <a:defRPr sz="2025" b="0">
                <a:solidFill>
                  <a:srgbClr val="152E3D"/>
                </a:solidFill>
                <a:latin typeface="Arial"/>
                <a:ea typeface="Arial"/>
                <a:cs typeface="Arial"/>
              </a:defRPr>
            </a:pPr>
            <a:r>
              <a:rPr sz="2025" b="0">
                <a:solidFill>
                  <a:srgbClr val="152E3D"/>
                </a:solidFill>
                <a:latin typeface="Arial"/>
                <a:ea typeface="Arial"/>
                <a:cs typeface="Arial"/>
              </a:rPr>
              <a:t>timed_out ve _shards.failed kontrolü. Eksik log akışını izle.</a:t>
            </a:r>
          </a:p>
        </p:txBody>
      </p:sp>
      <p:sp>
        <p:nvSpPr>
          <p:cNvPr id="4" name="">
            <a:extLst xmlns:a="http://schemas.openxmlformats.org/drawingml/2006/main">
              <a:ext uri="{FF2B5EF4-FFF2-40B4-BE49-F238E27FC236}">
                <a16:creationId xmlns:a16="http://schemas.microsoft.com/office/drawing/2014/main" id="{C593EDF0-C5B5-4D3B-8029-2167442D8751}"/>
              </a:ext>
            </a:extLst>
          </p:cNvPr>
          <p:cNvSpPr>
            <a:spLocks xmlns:a="http://schemas.openxmlformats.org/drawingml/2006/main" noGrp="1"/>
          </p:cNvSpPr>
          <p:nvPr/>
        </p:nvSpPr>
        <p:spPr>
          <a:xfrm xmlns:a="http://schemas.openxmlformats.org/drawingml/2006/main">
            <a:off x="647700" y="2628900"/>
            <a:ext cx="1952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007F83"/>
                </a:solidFill>
                <a:latin typeface="Arial"/>
                <a:ea typeface="Arial"/>
                <a:cs typeface="Arial"/>
              </a:defRPr>
            </a:defPPr>
            <a:lvl1pPr>
              <a:defRPr sz="2175" b="1">
                <a:solidFill>
                  <a:srgbClr val="007F83"/>
                </a:solidFill>
                <a:latin typeface="Arial"/>
                <a:ea typeface="Arial"/>
                <a:cs typeface="Arial"/>
              </a:defRPr>
            </a:lvl1pPr>
            <a:lvl2pPr>
              <a:defRPr sz="2175" b="1">
                <a:solidFill>
                  <a:srgbClr val="007F83"/>
                </a:solidFill>
                <a:latin typeface="Arial"/>
                <a:ea typeface="Arial"/>
                <a:cs typeface="Arial"/>
              </a:defRPr>
            </a:lvl2pPr>
            <a:lvl3pPr>
              <a:defRPr sz="2175" b="1">
                <a:solidFill>
                  <a:srgbClr val="007F83"/>
                </a:solidFill>
                <a:latin typeface="Arial"/>
                <a:ea typeface="Arial"/>
                <a:cs typeface="Arial"/>
              </a:defRPr>
            </a:lvl3pPr>
            <a:lvl4pPr>
              <a:defRPr sz="2175" b="1">
                <a:solidFill>
                  <a:srgbClr val="007F83"/>
                </a:solidFill>
                <a:latin typeface="Arial"/>
                <a:ea typeface="Arial"/>
                <a:cs typeface="Arial"/>
              </a:defRPr>
            </a:lvl4pPr>
            <a:lvl5pPr>
              <a:defRPr sz="2175" b="1">
                <a:solidFill>
                  <a:srgbClr val="007F83"/>
                </a:solidFill>
                <a:latin typeface="Arial"/>
                <a:ea typeface="Arial"/>
                <a:cs typeface="Arial"/>
              </a:defRPr>
            </a:lvl5pPr>
            <a:lvl6pPr>
              <a:defRPr sz="2175" b="1">
                <a:solidFill>
                  <a:srgbClr val="007F83"/>
                </a:solidFill>
                <a:latin typeface="Arial"/>
                <a:ea typeface="Arial"/>
                <a:cs typeface="Arial"/>
              </a:defRPr>
            </a:lvl6pPr>
            <a:lvl7pPr>
              <a:defRPr sz="2175" b="1">
                <a:solidFill>
                  <a:srgbClr val="007F83"/>
                </a:solidFill>
                <a:latin typeface="Arial"/>
                <a:ea typeface="Arial"/>
                <a:cs typeface="Arial"/>
              </a:defRPr>
            </a:lvl7pPr>
            <a:lvl8pPr>
              <a:defRPr sz="2175" b="1">
                <a:solidFill>
                  <a:srgbClr val="007F83"/>
                </a:solidFill>
                <a:latin typeface="Arial"/>
                <a:ea typeface="Arial"/>
                <a:cs typeface="Arial"/>
              </a:defRPr>
            </a:lvl8pPr>
            <a:lvl9pPr>
              <a:defRPr sz="2175" b="1">
                <a:solidFill>
                  <a:srgbClr val="007F83"/>
                </a:solidFill>
                <a:latin typeface="Arial"/>
                <a:ea typeface="Arial"/>
                <a:cs typeface="Arial"/>
              </a:defRPr>
            </a:lvl9pPr>
          </a:lstStyle>
          <a:p xmlns:a="http://schemas.openxmlformats.org/drawingml/2006/main">
            <a:pPr>
              <a:defRPr sz="2175" b="1">
                <a:solidFill>
                  <a:srgbClr val="007F83"/>
                </a:solidFill>
                <a:latin typeface="Arial"/>
                <a:ea typeface="Arial"/>
                <a:cs typeface="Arial"/>
              </a:defRPr>
            </a:pPr>
            <a:r>
              <a:rPr sz="2175" b="1">
                <a:solidFill>
                  <a:srgbClr val="007F83"/>
                </a:solidFill>
                <a:latin typeface="Arial"/>
                <a:ea typeface="Arial"/>
                <a:cs typeface="Arial"/>
              </a:rPr>
              <a:t>Ingest</a:t>
            </a:r>
          </a:p>
        </p:txBody>
      </p:sp>
      <p:sp>
        <p:nvSpPr>
          <p:cNvPr id="5" name="">
            <a:extLst xmlns:a="http://schemas.openxmlformats.org/drawingml/2006/main">
              <a:ext uri="{FF2B5EF4-FFF2-40B4-BE49-F238E27FC236}">
                <a16:creationId xmlns:a16="http://schemas.microsoft.com/office/drawing/2014/main" id="{6C583C83-7300-42D7-A5DA-8DE34E646668}"/>
              </a:ext>
            </a:extLst>
          </p:cNvPr>
          <p:cNvSpPr>
            <a:spLocks xmlns:a="http://schemas.openxmlformats.org/drawingml/2006/main" noGrp="1"/>
          </p:cNvSpPr>
          <p:nvPr/>
        </p:nvSpPr>
        <p:spPr>
          <a:xfrm xmlns:a="http://schemas.openxmlformats.org/drawingml/2006/main">
            <a:off x="2790825" y="2638425"/>
            <a:ext cx="87534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152E3D"/>
                </a:solidFill>
                <a:latin typeface="Arial"/>
                <a:ea typeface="Arial"/>
                <a:cs typeface="Arial"/>
              </a:defRPr>
            </a:defPPr>
            <a:lvl1pPr>
              <a:defRPr sz="2025" b="0">
                <a:solidFill>
                  <a:srgbClr val="152E3D"/>
                </a:solidFill>
                <a:latin typeface="Arial"/>
                <a:ea typeface="Arial"/>
                <a:cs typeface="Arial"/>
              </a:defRPr>
            </a:lvl1pPr>
            <a:lvl2pPr>
              <a:defRPr sz="2025" b="0">
                <a:solidFill>
                  <a:srgbClr val="152E3D"/>
                </a:solidFill>
                <a:latin typeface="Arial"/>
                <a:ea typeface="Arial"/>
                <a:cs typeface="Arial"/>
              </a:defRPr>
            </a:lvl2pPr>
            <a:lvl3pPr>
              <a:defRPr sz="2025" b="0">
                <a:solidFill>
                  <a:srgbClr val="152E3D"/>
                </a:solidFill>
                <a:latin typeface="Arial"/>
                <a:ea typeface="Arial"/>
                <a:cs typeface="Arial"/>
              </a:defRPr>
            </a:lvl3pPr>
            <a:lvl4pPr>
              <a:defRPr sz="2025" b="0">
                <a:solidFill>
                  <a:srgbClr val="152E3D"/>
                </a:solidFill>
                <a:latin typeface="Arial"/>
                <a:ea typeface="Arial"/>
                <a:cs typeface="Arial"/>
              </a:defRPr>
            </a:lvl4pPr>
            <a:lvl5pPr>
              <a:defRPr sz="2025" b="0">
                <a:solidFill>
                  <a:srgbClr val="152E3D"/>
                </a:solidFill>
                <a:latin typeface="Arial"/>
                <a:ea typeface="Arial"/>
                <a:cs typeface="Arial"/>
              </a:defRPr>
            </a:lvl5pPr>
            <a:lvl6pPr>
              <a:defRPr sz="2025" b="0">
                <a:solidFill>
                  <a:srgbClr val="152E3D"/>
                </a:solidFill>
                <a:latin typeface="Arial"/>
                <a:ea typeface="Arial"/>
                <a:cs typeface="Arial"/>
              </a:defRPr>
            </a:lvl6pPr>
            <a:lvl7pPr>
              <a:defRPr sz="2025" b="0">
                <a:solidFill>
                  <a:srgbClr val="152E3D"/>
                </a:solidFill>
                <a:latin typeface="Arial"/>
                <a:ea typeface="Arial"/>
                <a:cs typeface="Arial"/>
              </a:defRPr>
            </a:lvl7pPr>
            <a:lvl8pPr>
              <a:defRPr sz="2025" b="0">
                <a:solidFill>
                  <a:srgbClr val="152E3D"/>
                </a:solidFill>
                <a:latin typeface="Arial"/>
                <a:ea typeface="Arial"/>
                <a:cs typeface="Arial"/>
              </a:defRPr>
            </a:lvl8pPr>
            <a:lvl9pPr>
              <a:defRPr sz="2025" b="0">
                <a:solidFill>
                  <a:srgbClr val="152E3D"/>
                </a:solidFill>
                <a:latin typeface="Arial"/>
                <a:ea typeface="Arial"/>
                <a:cs typeface="Arial"/>
              </a:defRPr>
            </a:lvl9pPr>
          </a:lstStyle>
          <a:p xmlns:a="http://schemas.openxmlformats.org/drawingml/2006/main">
            <a:pPr>
              <a:defRPr sz="2025" b="0">
                <a:solidFill>
                  <a:srgbClr val="152E3D"/>
                </a:solidFill>
                <a:latin typeface="Arial"/>
                <a:ea typeface="Arial"/>
                <a:cs typeface="Arial"/>
              </a:defRPr>
            </a:pPr>
            <a:r>
              <a:rPr sz="2025" b="0">
                <a:solidFill>
                  <a:srgbClr val="152E3D"/>
                </a:solidFill>
                <a:latin typeface="Arial"/>
                <a:ea typeface="Arial"/>
                <a:cs typeface="Arial"/>
              </a:rPr>
              <a:t>Bulk yanıtında errors ve her öğenin sonucu. Mapping reddini say.</a:t>
            </a:r>
          </a:p>
        </p:txBody>
      </p:sp>
      <p:sp>
        <p:nvSpPr>
          <p:cNvPr id="6" name="">
            <a:extLst xmlns:a="http://schemas.openxmlformats.org/drawingml/2006/main">
              <a:ext uri="{FF2B5EF4-FFF2-40B4-BE49-F238E27FC236}">
                <a16:creationId xmlns:a16="http://schemas.microsoft.com/office/drawing/2014/main" id="{4CA787C0-57B9-45A8-A0D3-0BA9A55C9BA5}"/>
              </a:ext>
            </a:extLst>
          </p:cNvPr>
          <p:cNvSpPr>
            <a:spLocks xmlns:a="http://schemas.openxmlformats.org/drawingml/2006/main" noGrp="1"/>
          </p:cNvSpPr>
          <p:nvPr/>
        </p:nvSpPr>
        <p:spPr>
          <a:xfrm xmlns:a="http://schemas.openxmlformats.org/drawingml/2006/main">
            <a:off x="647700" y="3571875"/>
            <a:ext cx="1952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007F83"/>
                </a:solidFill>
                <a:latin typeface="Arial"/>
                <a:ea typeface="Arial"/>
                <a:cs typeface="Arial"/>
              </a:defRPr>
            </a:defPPr>
            <a:lvl1pPr>
              <a:defRPr sz="2175" b="1">
                <a:solidFill>
                  <a:srgbClr val="007F83"/>
                </a:solidFill>
                <a:latin typeface="Arial"/>
                <a:ea typeface="Arial"/>
                <a:cs typeface="Arial"/>
              </a:defRPr>
            </a:lvl1pPr>
            <a:lvl2pPr>
              <a:defRPr sz="2175" b="1">
                <a:solidFill>
                  <a:srgbClr val="007F83"/>
                </a:solidFill>
                <a:latin typeface="Arial"/>
                <a:ea typeface="Arial"/>
                <a:cs typeface="Arial"/>
              </a:defRPr>
            </a:lvl2pPr>
            <a:lvl3pPr>
              <a:defRPr sz="2175" b="1">
                <a:solidFill>
                  <a:srgbClr val="007F83"/>
                </a:solidFill>
                <a:latin typeface="Arial"/>
                <a:ea typeface="Arial"/>
                <a:cs typeface="Arial"/>
              </a:defRPr>
            </a:lvl3pPr>
            <a:lvl4pPr>
              <a:defRPr sz="2175" b="1">
                <a:solidFill>
                  <a:srgbClr val="007F83"/>
                </a:solidFill>
                <a:latin typeface="Arial"/>
                <a:ea typeface="Arial"/>
                <a:cs typeface="Arial"/>
              </a:defRPr>
            </a:lvl4pPr>
            <a:lvl5pPr>
              <a:defRPr sz="2175" b="1">
                <a:solidFill>
                  <a:srgbClr val="007F83"/>
                </a:solidFill>
                <a:latin typeface="Arial"/>
                <a:ea typeface="Arial"/>
                <a:cs typeface="Arial"/>
              </a:defRPr>
            </a:lvl5pPr>
            <a:lvl6pPr>
              <a:defRPr sz="2175" b="1">
                <a:solidFill>
                  <a:srgbClr val="007F83"/>
                </a:solidFill>
                <a:latin typeface="Arial"/>
                <a:ea typeface="Arial"/>
                <a:cs typeface="Arial"/>
              </a:defRPr>
            </a:lvl6pPr>
            <a:lvl7pPr>
              <a:defRPr sz="2175" b="1">
                <a:solidFill>
                  <a:srgbClr val="007F83"/>
                </a:solidFill>
                <a:latin typeface="Arial"/>
                <a:ea typeface="Arial"/>
                <a:cs typeface="Arial"/>
              </a:defRPr>
            </a:lvl7pPr>
            <a:lvl8pPr>
              <a:defRPr sz="2175" b="1">
                <a:solidFill>
                  <a:srgbClr val="007F83"/>
                </a:solidFill>
                <a:latin typeface="Arial"/>
                <a:ea typeface="Arial"/>
                <a:cs typeface="Arial"/>
              </a:defRPr>
            </a:lvl8pPr>
            <a:lvl9pPr>
              <a:defRPr sz="2175" b="1">
                <a:solidFill>
                  <a:srgbClr val="007F83"/>
                </a:solidFill>
                <a:latin typeface="Arial"/>
                <a:ea typeface="Arial"/>
                <a:cs typeface="Arial"/>
              </a:defRPr>
            </a:lvl9pPr>
          </a:lstStyle>
          <a:p xmlns:a="http://schemas.openxmlformats.org/drawingml/2006/main">
            <a:pPr>
              <a:defRPr sz="2175" b="1">
                <a:solidFill>
                  <a:srgbClr val="007F83"/>
                </a:solidFill>
                <a:latin typeface="Arial"/>
                <a:ea typeface="Arial"/>
                <a:cs typeface="Arial"/>
              </a:defRPr>
            </a:pPr>
            <a:r>
              <a:rPr sz="2175" b="1">
                <a:solidFill>
                  <a:srgbClr val="007F83"/>
                </a:solidFill>
                <a:latin typeface="Arial"/>
                <a:ea typeface="Arial"/>
                <a:cs typeface="Arial"/>
              </a:rPr>
              <a:t>Teşhis</a:t>
            </a:r>
          </a:p>
        </p:txBody>
      </p:sp>
      <p:sp>
        <p:nvSpPr>
          <p:cNvPr id="7" name="">
            <a:extLst xmlns:a="http://schemas.openxmlformats.org/drawingml/2006/main">
              <a:ext uri="{FF2B5EF4-FFF2-40B4-BE49-F238E27FC236}">
                <a16:creationId xmlns:a16="http://schemas.microsoft.com/office/drawing/2014/main" id="{4E357816-89F8-4E66-8DF4-E3769CBB9FEC}"/>
              </a:ext>
            </a:extLst>
          </p:cNvPr>
          <p:cNvSpPr>
            <a:spLocks xmlns:a="http://schemas.openxmlformats.org/drawingml/2006/main" noGrp="1"/>
          </p:cNvSpPr>
          <p:nvPr/>
        </p:nvSpPr>
        <p:spPr>
          <a:xfrm xmlns:a="http://schemas.openxmlformats.org/drawingml/2006/main">
            <a:off x="2790825" y="3581400"/>
            <a:ext cx="87534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152E3D"/>
                </a:solidFill>
                <a:latin typeface="Arial"/>
                <a:ea typeface="Arial"/>
                <a:cs typeface="Arial"/>
              </a:defRPr>
            </a:defPPr>
            <a:lvl1pPr>
              <a:defRPr sz="2025" b="0">
                <a:solidFill>
                  <a:srgbClr val="152E3D"/>
                </a:solidFill>
                <a:latin typeface="Arial"/>
                <a:ea typeface="Arial"/>
                <a:cs typeface="Arial"/>
              </a:defRPr>
            </a:lvl1pPr>
            <a:lvl2pPr>
              <a:defRPr sz="2025" b="0">
                <a:solidFill>
                  <a:srgbClr val="152E3D"/>
                </a:solidFill>
                <a:latin typeface="Arial"/>
                <a:ea typeface="Arial"/>
                <a:cs typeface="Arial"/>
              </a:defRPr>
            </a:lvl2pPr>
            <a:lvl3pPr>
              <a:defRPr sz="2025" b="0">
                <a:solidFill>
                  <a:srgbClr val="152E3D"/>
                </a:solidFill>
                <a:latin typeface="Arial"/>
                <a:ea typeface="Arial"/>
                <a:cs typeface="Arial"/>
              </a:defRPr>
            </a:lvl3pPr>
            <a:lvl4pPr>
              <a:defRPr sz="2025" b="0">
                <a:solidFill>
                  <a:srgbClr val="152E3D"/>
                </a:solidFill>
                <a:latin typeface="Arial"/>
                <a:ea typeface="Arial"/>
                <a:cs typeface="Arial"/>
              </a:defRPr>
            </a:lvl4pPr>
            <a:lvl5pPr>
              <a:defRPr sz="2025" b="0">
                <a:solidFill>
                  <a:srgbClr val="152E3D"/>
                </a:solidFill>
                <a:latin typeface="Arial"/>
                <a:ea typeface="Arial"/>
                <a:cs typeface="Arial"/>
              </a:defRPr>
            </a:lvl5pPr>
            <a:lvl6pPr>
              <a:defRPr sz="2025" b="0">
                <a:solidFill>
                  <a:srgbClr val="152E3D"/>
                </a:solidFill>
                <a:latin typeface="Arial"/>
                <a:ea typeface="Arial"/>
                <a:cs typeface="Arial"/>
              </a:defRPr>
            </a:lvl6pPr>
            <a:lvl7pPr>
              <a:defRPr sz="2025" b="0">
                <a:solidFill>
                  <a:srgbClr val="152E3D"/>
                </a:solidFill>
                <a:latin typeface="Arial"/>
                <a:ea typeface="Arial"/>
                <a:cs typeface="Arial"/>
              </a:defRPr>
            </a:lvl7pPr>
            <a:lvl8pPr>
              <a:defRPr sz="2025" b="0">
                <a:solidFill>
                  <a:srgbClr val="152E3D"/>
                </a:solidFill>
                <a:latin typeface="Arial"/>
                <a:ea typeface="Arial"/>
                <a:cs typeface="Arial"/>
              </a:defRPr>
            </a:lvl8pPr>
            <a:lvl9pPr>
              <a:defRPr sz="2025" b="0">
                <a:solidFill>
                  <a:srgbClr val="152E3D"/>
                </a:solidFill>
                <a:latin typeface="Arial"/>
                <a:ea typeface="Arial"/>
                <a:cs typeface="Arial"/>
              </a:defRPr>
            </a:lvl9pPr>
          </a:lstStyle>
          <a:p xmlns:a="http://schemas.openxmlformats.org/drawingml/2006/main">
            <a:pPr>
              <a:defRPr sz="2025" b="0">
                <a:solidFill>
                  <a:srgbClr val="152E3D"/>
                </a:solidFill>
                <a:latin typeface="Arial"/>
                <a:ea typeface="Arial"/>
                <a:cs typeface="Arial"/>
              </a:defRPr>
            </a:pPr>
            <a:r>
              <a:rPr sz="2025" b="0">
                <a:solidFill>
                  <a:srgbClr val="152E3D"/>
                </a:solidFill>
                <a:latin typeface="Arial"/>
                <a:ea typeface="Arial"/>
                <a:cs typeface="Arial"/>
              </a:rPr>
              <a:t>Request ve shard slow loglarını ayır. Eşikleri açıkça belirle.</a:t>
            </a:r>
          </a:p>
        </p:txBody>
      </p:sp>
      <p:sp>
        <p:nvSpPr>
          <p:cNvPr id="8" name="">
            <a:extLst xmlns:a="http://schemas.openxmlformats.org/drawingml/2006/main">
              <a:ext uri="{FF2B5EF4-FFF2-40B4-BE49-F238E27FC236}">
                <a16:creationId xmlns:a16="http://schemas.microsoft.com/office/drawing/2014/main" id="{196C77EC-E802-4DBA-A758-EB72BD2CDA8D}"/>
              </a:ext>
            </a:extLst>
          </p:cNvPr>
          <p:cNvSpPr>
            <a:spLocks xmlns:a="http://schemas.openxmlformats.org/drawingml/2006/main" noGrp="1"/>
          </p:cNvSpPr>
          <p:nvPr/>
        </p:nvSpPr>
        <p:spPr>
          <a:xfrm xmlns:a="http://schemas.openxmlformats.org/drawingml/2006/main">
            <a:off x="647700" y="4514850"/>
            <a:ext cx="1952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007F83"/>
                </a:solidFill>
                <a:latin typeface="Arial"/>
                <a:ea typeface="Arial"/>
                <a:cs typeface="Arial"/>
              </a:defRPr>
            </a:defPPr>
            <a:lvl1pPr>
              <a:defRPr sz="2175" b="1">
                <a:solidFill>
                  <a:srgbClr val="007F83"/>
                </a:solidFill>
                <a:latin typeface="Arial"/>
                <a:ea typeface="Arial"/>
                <a:cs typeface="Arial"/>
              </a:defRPr>
            </a:lvl1pPr>
            <a:lvl2pPr>
              <a:defRPr sz="2175" b="1">
                <a:solidFill>
                  <a:srgbClr val="007F83"/>
                </a:solidFill>
                <a:latin typeface="Arial"/>
                <a:ea typeface="Arial"/>
                <a:cs typeface="Arial"/>
              </a:defRPr>
            </a:lvl2pPr>
            <a:lvl3pPr>
              <a:defRPr sz="2175" b="1">
                <a:solidFill>
                  <a:srgbClr val="007F83"/>
                </a:solidFill>
                <a:latin typeface="Arial"/>
                <a:ea typeface="Arial"/>
                <a:cs typeface="Arial"/>
              </a:defRPr>
            </a:lvl3pPr>
            <a:lvl4pPr>
              <a:defRPr sz="2175" b="1">
                <a:solidFill>
                  <a:srgbClr val="007F83"/>
                </a:solidFill>
                <a:latin typeface="Arial"/>
                <a:ea typeface="Arial"/>
                <a:cs typeface="Arial"/>
              </a:defRPr>
            </a:lvl4pPr>
            <a:lvl5pPr>
              <a:defRPr sz="2175" b="1">
                <a:solidFill>
                  <a:srgbClr val="007F83"/>
                </a:solidFill>
                <a:latin typeface="Arial"/>
                <a:ea typeface="Arial"/>
                <a:cs typeface="Arial"/>
              </a:defRPr>
            </a:lvl5pPr>
            <a:lvl6pPr>
              <a:defRPr sz="2175" b="1">
                <a:solidFill>
                  <a:srgbClr val="007F83"/>
                </a:solidFill>
                <a:latin typeface="Arial"/>
                <a:ea typeface="Arial"/>
                <a:cs typeface="Arial"/>
              </a:defRPr>
            </a:lvl6pPr>
            <a:lvl7pPr>
              <a:defRPr sz="2175" b="1">
                <a:solidFill>
                  <a:srgbClr val="007F83"/>
                </a:solidFill>
                <a:latin typeface="Arial"/>
                <a:ea typeface="Arial"/>
                <a:cs typeface="Arial"/>
              </a:defRPr>
            </a:lvl7pPr>
            <a:lvl8pPr>
              <a:defRPr sz="2175" b="1">
                <a:solidFill>
                  <a:srgbClr val="007F83"/>
                </a:solidFill>
                <a:latin typeface="Arial"/>
                <a:ea typeface="Arial"/>
                <a:cs typeface="Arial"/>
              </a:defRPr>
            </a:lvl8pPr>
            <a:lvl9pPr>
              <a:defRPr sz="2175" b="1">
                <a:solidFill>
                  <a:srgbClr val="007F83"/>
                </a:solidFill>
                <a:latin typeface="Arial"/>
                <a:ea typeface="Arial"/>
                <a:cs typeface="Arial"/>
              </a:defRPr>
            </a:lvl9pPr>
          </a:lstStyle>
          <a:p xmlns:a="http://schemas.openxmlformats.org/drawingml/2006/main">
            <a:pPr>
              <a:defRPr sz="2175" b="1">
                <a:solidFill>
                  <a:srgbClr val="007F83"/>
                </a:solidFill>
                <a:latin typeface="Arial"/>
                <a:ea typeface="Arial"/>
                <a:cs typeface="Arial"/>
              </a:defRPr>
            </a:pPr>
            <a:r>
              <a:rPr sz="2175" b="1">
                <a:solidFill>
                  <a:srgbClr val="007F83"/>
                </a:solidFill>
                <a:latin typeface="Arial"/>
                <a:ea typeface="Arial"/>
                <a:cs typeface="Arial"/>
              </a:rPr>
              <a:t>Gizlilik</a:t>
            </a:r>
          </a:p>
        </p:txBody>
      </p:sp>
      <p:sp>
        <p:nvSpPr>
          <p:cNvPr id="9" name="">
            <a:extLst xmlns:a="http://schemas.openxmlformats.org/drawingml/2006/main">
              <a:ext uri="{FF2B5EF4-FFF2-40B4-BE49-F238E27FC236}">
                <a16:creationId xmlns:a16="http://schemas.microsoft.com/office/drawing/2014/main" id="{DBD512F7-ABC7-427B-97B0-9AB7D8682260}"/>
              </a:ext>
            </a:extLst>
          </p:cNvPr>
          <p:cNvSpPr>
            <a:spLocks xmlns:a="http://schemas.openxmlformats.org/drawingml/2006/main" noGrp="1"/>
          </p:cNvSpPr>
          <p:nvPr/>
        </p:nvSpPr>
        <p:spPr>
          <a:xfrm xmlns:a="http://schemas.openxmlformats.org/drawingml/2006/main">
            <a:off x="2790825" y="4524375"/>
            <a:ext cx="87534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152E3D"/>
                </a:solidFill>
                <a:latin typeface="Arial"/>
                <a:ea typeface="Arial"/>
                <a:cs typeface="Arial"/>
              </a:defRPr>
            </a:defPPr>
            <a:lvl1pPr>
              <a:defRPr sz="2025" b="0">
                <a:solidFill>
                  <a:srgbClr val="152E3D"/>
                </a:solidFill>
                <a:latin typeface="Arial"/>
                <a:ea typeface="Arial"/>
                <a:cs typeface="Arial"/>
              </a:defRPr>
            </a:lvl1pPr>
            <a:lvl2pPr>
              <a:defRPr sz="2025" b="0">
                <a:solidFill>
                  <a:srgbClr val="152E3D"/>
                </a:solidFill>
                <a:latin typeface="Arial"/>
                <a:ea typeface="Arial"/>
                <a:cs typeface="Arial"/>
              </a:defRPr>
            </a:lvl2pPr>
            <a:lvl3pPr>
              <a:defRPr sz="2025" b="0">
                <a:solidFill>
                  <a:srgbClr val="152E3D"/>
                </a:solidFill>
                <a:latin typeface="Arial"/>
                <a:ea typeface="Arial"/>
                <a:cs typeface="Arial"/>
              </a:defRPr>
            </a:lvl3pPr>
            <a:lvl4pPr>
              <a:defRPr sz="2025" b="0">
                <a:solidFill>
                  <a:srgbClr val="152E3D"/>
                </a:solidFill>
                <a:latin typeface="Arial"/>
                <a:ea typeface="Arial"/>
                <a:cs typeface="Arial"/>
              </a:defRPr>
            </a:lvl4pPr>
            <a:lvl5pPr>
              <a:defRPr sz="2025" b="0">
                <a:solidFill>
                  <a:srgbClr val="152E3D"/>
                </a:solidFill>
                <a:latin typeface="Arial"/>
                <a:ea typeface="Arial"/>
                <a:cs typeface="Arial"/>
              </a:defRPr>
            </a:lvl5pPr>
            <a:lvl6pPr>
              <a:defRPr sz="2025" b="0">
                <a:solidFill>
                  <a:srgbClr val="152E3D"/>
                </a:solidFill>
                <a:latin typeface="Arial"/>
                <a:ea typeface="Arial"/>
                <a:cs typeface="Arial"/>
              </a:defRPr>
            </a:lvl6pPr>
            <a:lvl7pPr>
              <a:defRPr sz="2025" b="0">
                <a:solidFill>
                  <a:srgbClr val="152E3D"/>
                </a:solidFill>
                <a:latin typeface="Arial"/>
                <a:ea typeface="Arial"/>
                <a:cs typeface="Arial"/>
              </a:defRPr>
            </a:lvl7pPr>
            <a:lvl8pPr>
              <a:defRPr sz="2025" b="0">
                <a:solidFill>
                  <a:srgbClr val="152E3D"/>
                </a:solidFill>
                <a:latin typeface="Arial"/>
                <a:ea typeface="Arial"/>
                <a:cs typeface="Arial"/>
              </a:defRPr>
            </a:lvl8pPr>
            <a:lvl9pPr>
              <a:defRPr sz="2025" b="0">
                <a:solidFill>
                  <a:srgbClr val="152E3D"/>
                </a:solidFill>
                <a:latin typeface="Arial"/>
                <a:ea typeface="Arial"/>
                <a:cs typeface="Arial"/>
              </a:defRPr>
            </a:lvl9pPr>
          </a:lstStyle>
          <a:p xmlns:a="http://schemas.openxmlformats.org/drawingml/2006/main">
            <a:pPr>
              <a:defRPr sz="2025" b="0">
                <a:solidFill>
                  <a:srgbClr val="152E3D"/>
                </a:solidFill>
                <a:latin typeface="Arial"/>
                <a:ea typeface="Arial"/>
                <a:cs typeface="Arial"/>
              </a:defRPr>
            </a:pPr>
            <a:r>
              <a:rPr sz="2025" b="0">
                <a:solidFill>
                  <a:srgbClr val="152E3D"/>
                </a:solidFill>
                <a:latin typeface="Arial"/>
                <a:ea typeface="Arial"/>
                <a:cs typeface="Arial"/>
              </a:rPr>
              <a:t>Sırları indekslemeden çıkar. Yetkiyi servis/rol ihtiyacına göre daralt.</a:t>
            </a:r>
          </a:p>
        </p:txBody>
      </p:sp>
      <p:sp>
        <p:nvSpPr>
          <p:cNvPr id="10" name="">
            <a:extLst xmlns:a="http://schemas.openxmlformats.org/drawingml/2006/main">
              <a:ext uri="{FF2B5EF4-FFF2-40B4-BE49-F238E27FC236}">
                <a16:creationId xmlns:a16="http://schemas.microsoft.com/office/drawing/2014/main" id="{CF1215C1-696F-4D11-8893-759E9794D956}"/>
              </a:ext>
            </a:extLst>
          </p:cNvPr>
          <p:cNvSpPr>
            <a:spLocks xmlns:a="http://schemas.openxmlformats.org/drawingml/2006/main" noGrp="1"/>
          </p:cNvSpPr>
          <p:nvPr/>
        </p:nvSpPr>
        <p:spPr>
          <a:xfrm xmlns:a="http://schemas.openxmlformats.org/drawingml/2006/main">
            <a:off x="647700" y="5762625"/>
            <a:ext cx="10896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007F83"/>
                </a:solidFill>
                <a:latin typeface="Arial"/>
                <a:ea typeface="Arial"/>
                <a:cs typeface="Arial"/>
              </a:defRPr>
            </a:defPPr>
            <a:lvl1pPr>
              <a:defRPr sz="1800" b="1">
                <a:solidFill>
                  <a:srgbClr val="007F83"/>
                </a:solidFill>
                <a:latin typeface="Arial"/>
                <a:ea typeface="Arial"/>
                <a:cs typeface="Arial"/>
              </a:defRPr>
            </a:lvl1pPr>
            <a:lvl2pPr>
              <a:defRPr sz="1800" b="1">
                <a:solidFill>
                  <a:srgbClr val="007F83"/>
                </a:solidFill>
                <a:latin typeface="Arial"/>
                <a:ea typeface="Arial"/>
                <a:cs typeface="Arial"/>
              </a:defRPr>
            </a:lvl2pPr>
            <a:lvl3pPr>
              <a:defRPr sz="1800" b="1">
                <a:solidFill>
                  <a:srgbClr val="007F83"/>
                </a:solidFill>
                <a:latin typeface="Arial"/>
                <a:ea typeface="Arial"/>
                <a:cs typeface="Arial"/>
              </a:defRPr>
            </a:lvl3pPr>
            <a:lvl4pPr>
              <a:defRPr sz="1800" b="1">
                <a:solidFill>
                  <a:srgbClr val="007F83"/>
                </a:solidFill>
                <a:latin typeface="Arial"/>
                <a:ea typeface="Arial"/>
                <a:cs typeface="Arial"/>
              </a:defRPr>
            </a:lvl4pPr>
            <a:lvl5pPr>
              <a:defRPr sz="1800" b="1">
                <a:solidFill>
                  <a:srgbClr val="007F83"/>
                </a:solidFill>
                <a:latin typeface="Arial"/>
                <a:ea typeface="Arial"/>
                <a:cs typeface="Arial"/>
              </a:defRPr>
            </a:lvl5pPr>
            <a:lvl6pPr>
              <a:defRPr sz="1800" b="1">
                <a:solidFill>
                  <a:srgbClr val="007F83"/>
                </a:solidFill>
                <a:latin typeface="Arial"/>
                <a:ea typeface="Arial"/>
                <a:cs typeface="Arial"/>
              </a:defRPr>
            </a:lvl6pPr>
            <a:lvl7pPr>
              <a:defRPr sz="1800" b="1">
                <a:solidFill>
                  <a:srgbClr val="007F83"/>
                </a:solidFill>
                <a:latin typeface="Arial"/>
                <a:ea typeface="Arial"/>
                <a:cs typeface="Arial"/>
              </a:defRPr>
            </a:lvl7pPr>
            <a:lvl8pPr>
              <a:defRPr sz="1800" b="1">
                <a:solidFill>
                  <a:srgbClr val="007F83"/>
                </a:solidFill>
                <a:latin typeface="Arial"/>
                <a:ea typeface="Arial"/>
                <a:cs typeface="Arial"/>
              </a:defRPr>
            </a:lvl8pPr>
            <a:lvl9pPr>
              <a:defRPr sz="1800" b="1">
                <a:solidFill>
                  <a:srgbClr val="007F83"/>
                </a:solidFill>
                <a:latin typeface="Arial"/>
                <a:ea typeface="Arial"/>
                <a:cs typeface="Arial"/>
              </a:defRPr>
            </a:lvl9pPr>
          </a:lstStyle>
          <a:p xmlns:a="http://schemas.openxmlformats.org/drawingml/2006/main">
            <a:pPr>
              <a:defRPr sz="1800" b="1">
                <a:solidFill>
                  <a:srgbClr val="007F83"/>
                </a:solidFill>
                <a:latin typeface="Arial"/>
                <a:ea typeface="Arial"/>
                <a:cs typeface="Arial"/>
              </a:defRPr>
            </a:pPr>
            <a:r>
              <a:rPr sz="1800" b="1">
                <a:solidFill>
                  <a:srgbClr val="007F83"/>
                </a:solidFill>
                <a:latin typeface="Arial"/>
                <a:ea typeface="Arial"/>
                <a:cs typeface="Arial"/>
              </a:rPr>
              <a:t>Maskeleyip yeni bir alan üretmek, orijinal hassas alanı silmez.</a:t>
            </a:r>
          </a:p>
        </p:txBody>
      </p:sp>
      <p:sp>
        <p:nvSpPr>
          <p:cNvPr id="11" name="">
            <a:extLst xmlns:a="http://schemas.openxmlformats.org/drawingml/2006/main">
              <a:ext uri="{FF2B5EF4-FFF2-40B4-BE49-F238E27FC236}">
                <a16:creationId xmlns:a16="http://schemas.microsoft.com/office/drawing/2014/main" id="{614DF142-D3DD-45BC-839F-EC42018F7594}"/>
              </a:ext>
            </a:extLst>
          </p:cNvPr>
          <p:cNvSpPr>
            <a:spLocks xmlns:a="http://schemas.openxmlformats.org/drawingml/2006/main" noGrp="1"/>
          </p:cNvSpPr>
          <p:nvPr/>
        </p:nvSpPr>
        <p:spPr>
          <a:xfrm xmlns:a="http://schemas.openxmlformats.org/drawingml/2006/main">
            <a:off x="10858500" y="6429375"/>
            <a:ext cx="714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0616A"/>
                </a:solidFill>
                <a:latin typeface="Arial"/>
                <a:ea typeface="Arial"/>
                <a:cs typeface="Arial"/>
              </a:defRPr>
            </a:defPPr>
            <a:lvl1pPr>
              <a:defRPr sz="1200" b="0">
                <a:solidFill>
                  <a:srgbClr val="50616A"/>
                </a:solidFill>
                <a:latin typeface="Arial"/>
                <a:ea typeface="Arial"/>
                <a:cs typeface="Arial"/>
              </a:defRPr>
            </a:lvl1pPr>
            <a:lvl2pPr>
              <a:defRPr sz="1200" b="0">
                <a:solidFill>
                  <a:srgbClr val="50616A"/>
                </a:solidFill>
                <a:latin typeface="Arial"/>
                <a:ea typeface="Arial"/>
                <a:cs typeface="Arial"/>
              </a:defRPr>
            </a:lvl2pPr>
            <a:lvl3pPr>
              <a:defRPr sz="1200" b="0">
                <a:solidFill>
                  <a:srgbClr val="50616A"/>
                </a:solidFill>
                <a:latin typeface="Arial"/>
                <a:ea typeface="Arial"/>
                <a:cs typeface="Arial"/>
              </a:defRPr>
            </a:lvl3pPr>
            <a:lvl4pPr>
              <a:defRPr sz="1200" b="0">
                <a:solidFill>
                  <a:srgbClr val="50616A"/>
                </a:solidFill>
                <a:latin typeface="Arial"/>
                <a:ea typeface="Arial"/>
                <a:cs typeface="Arial"/>
              </a:defRPr>
            </a:lvl4pPr>
            <a:lvl5pPr>
              <a:defRPr sz="1200" b="0">
                <a:solidFill>
                  <a:srgbClr val="50616A"/>
                </a:solidFill>
                <a:latin typeface="Arial"/>
                <a:ea typeface="Arial"/>
                <a:cs typeface="Arial"/>
              </a:defRPr>
            </a:lvl5pPr>
            <a:lvl6pPr>
              <a:defRPr sz="1200" b="0">
                <a:solidFill>
                  <a:srgbClr val="50616A"/>
                </a:solidFill>
                <a:latin typeface="Arial"/>
                <a:ea typeface="Arial"/>
                <a:cs typeface="Arial"/>
              </a:defRPr>
            </a:lvl6pPr>
            <a:lvl7pPr>
              <a:defRPr sz="1200" b="0">
                <a:solidFill>
                  <a:srgbClr val="50616A"/>
                </a:solidFill>
                <a:latin typeface="Arial"/>
                <a:ea typeface="Arial"/>
                <a:cs typeface="Arial"/>
              </a:defRPr>
            </a:lvl7pPr>
            <a:lvl8pPr>
              <a:defRPr sz="1200" b="0">
                <a:solidFill>
                  <a:srgbClr val="50616A"/>
                </a:solidFill>
                <a:latin typeface="Arial"/>
                <a:ea typeface="Arial"/>
                <a:cs typeface="Arial"/>
              </a:defRPr>
            </a:lvl8pPr>
            <a:lvl9pPr>
              <a:defRPr sz="1200" b="0">
                <a:solidFill>
                  <a:srgbClr val="50616A"/>
                </a:solidFill>
                <a:latin typeface="Arial"/>
                <a:ea typeface="Arial"/>
                <a:cs typeface="Arial"/>
              </a:defRPr>
            </a:lvl9pPr>
          </a:lstStyle>
          <a:p xmlns:a="http://schemas.openxmlformats.org/drawingml/2006/main">
            <a:pPr>
              <a:defRPr sz="1200" b="0">
                <a:solidFill>
                  <a:srgbClr val="50616A"/>
                </a:solidFill>
                <a:latin typeface="Arial"/>
                <a:ea typeface="Arial"/>
                <a:cs typeface="Arial"/>
              </a:defRPr>
            </a:pPr>
            <a:r>
              <a:rPr sz="1200" b="0">
                <a:solidFill>
                  <a:srgbClr val="50616A"/>
                </a:solidFill>
                <a:latin typeface="Arial"/>
                <a:ea typeface="Arial"/>
                <a:cs typeface="Arial"/>
              </a:rPr>
              <a:t>12 / 26</a:t>
            </a:r>
          </a:p>
        </p:txBody>
      </p:sp>
      <p:sp>
        <p:nvSpPr>
          <p:cNvPr id="12" name="">
            <a:extLst xmlns:a="http://schemas.openxmlformats.org/drawingml/2006/main">
              <a:ext uri="{FF2B5EF4-FFF2-40B4-BE49-F238E27FC236}">
                <a16:creationId xmlns:a16="http://schemas.microsoft.com/office/drawing/2014/main" id="{BD2E18B4-68C1-46DE-BF90-FE8AE3BCEE1E}"/>
              </a:ext>
            </a:extLst>
          </p:cNvPr>
          <p:cNvSpPr>
            <a:spLocks xmlns:a="http://schemas.openxmlformats.org/drawingml/2006/main" noGrp="1"/>
          </p:cNvSpPr>
          <p:nvPr/>
        </p:nvSpPr>
        <p:spPr>
          <a:xfrm xmlns:a="http://schemas.openxmlformats.org/drawingml/2006/main">
            <a:off x="647700" y="6438900"/>
            <a:ext cx="98583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0616A"/>
                </a:solidFill>
                <a:latin typeface="Arial"/>
                <a:ea typeface="Arial"/>
                <a:cs typeface="Arial"/>
              </a:defRPr>
            </a:defPPr>
            <a:lvl1pPr>
              <a:defRPr sz="1050" b="0">
                <a:solidFill>
                  <a:srgbClr val="50616A"/>
                </a:solidFill>
                <a:latin typeface="Arial"/>
                <a:ea typeface="Arial"/>
                <a:cs typeface="Arial"/>
              </a:defRPr>
            </a:lvl1pPr>
            <a:lvl2pPr>
              <a:defRPr sz="1050" b="0">
                <a:solidFill>
                  <a:srgbClr val="50616A"/>
                </a:solidFill>
                <a:latin typeface="Arial"/>
                <a:ea typeface="Arial"/>
                <a:cs typeface="Arial"/>
              </a:defRPr>
            </a:lvl2pPr>
            <a:lvl3pPr>
              <a:defRPr sz="1050" b="0">
                <a:solidFill>
                  <a:srgbClr val="50616A"/>
                </a:solidFill>
                <a:latin typeface="Arial"/>
                <a:ea typeface="Arial"/>
                <a:cs typeface="Arial"/>
              </a:defRPr>
            </a:lvl3pPr>
            <a:lvl4pPr>
              <a:defRPr sz="1050" b="0">
                <a:solidFill>
                  <a:srgbClr val="50616A"/>
                </a:solidFill>
                <a:latin typeface="Arial"/>
                <a:ea typeface="Arial"/>
                <a:cs typeface="Arial"/>
              </a:defRPr>
            </a:lvl4pPr>
            <a:lvl5pPr>
              <a:defRPr sz="1050" b="0">
                <a:solidFill>
                  <a:srgbClr val="50616A"/>
                </a:solidFill>
                <a:latin typeface="Arial"/>
                <a:ea typeface="Arial"/>
                <a:cs typeface="Arial"/>
              </a:defRPr>
            </a:lvl5pPr>
            <a:lvl6pPr>
              <a:defRPr sz="1050" b="0">
                <a:solidFill>
                  <a:srgbClr val="50616A"/>
                </a:solidFill>
                <a:latin typeface="Arial"/>
                <a:ea typeface="Arial"/>
                <a:cs typeface="Arial"/>
              </a:defRPr>
            </a:lvl6pPr>
            <a:lvl7pPr>
              <a:defRPr sz="1050" b="0">
                <a:solidFill>
                  <a:srgbClr val="50616A"/>
                </a:solidFill>
                <a:latin typeface="Arial"/>
                <a:ea typeface="Arial"/>
                <a:cs typeface="Arial"/>
              </a:defRPr>
            </a:lvl7pPr>
            <a:lvl8pPr>
              <a:defRPr sz="1050" b="0">
                <a:solidFill>
                  <a:srgbClr val="50616A"/>
                </a:solidFill>
                <a:latin typeface="Arial"/>
                <a:ea typeface="Arial"/>
                <a:cs typeface="Arial"/>
              </a:defRPr>
            </a:lvl8pPr>
            <a:lvl9pPr>
              <a:defRPr sz="1050" b="0">
                <a:solidFill>
                  <a:srgbClr val="50616A"/>
                </a:solidFill>
                <a:latin typeface="Arial"/>
                <a:ea typeface="Arial"/>
                <a:cs typeface="Arial"/>
              </a:defRPr>
            </a:lvl9pPr>
          </a:lstStyle>
          <a:p xmlns:a="http://schemas.openxmlformats.org/drawingml/2006/main">
            <a:pPr>
              <a:defRPr sz="1050" b="0">
                <a:solidFill>
                  <a:srgbClr val="50616A"/>
                </a:solidFill>
                <a:latin typeface="Arial"/>
                <a:ea typeface="Arial"/>
                <a:cs typeface="Arial"/>
              </a:defRPr>
            </a:pPr>
            <a:r>
              <a:rPr sz="1050">
                <a:solidFill>
                  <a:srgbClr val="50616A"/>
                </a:solidFill>
                <a:latin typeface="Arial"/>
                <a:ea typeface="Arial"/>
                <a:cs typeface="Arial"/>
              </a:rPr>
              <a:t>Kaynaklar: </a:t>
            </a:r>
            <a:r>
              <a:rPr sz="1050">
                <a:solidFill>
                  <a:srgbClr val="50616A"/>
                </a:solidFill>
                <a:latin typeface="Arial"/>
                <a:ea typeface="Arial"/>
                <a:cs typeface="Arial"/>
                <a:hlinkClick xmlns:r="http://schemas.openxmlformats.org/officeDocument/2006/relationships" r:id="Rb4025ac97cd14603"/>
              </a:rPr>
              <a:t>S08  </a:t>
            </a:r>
            <a:r>
              <a:rPr sz="1050">
                <a:solidFill>
                  <a:srgbClr val="50616A"/>
                </a:solidFill>
                <a:latin typeface="Arial"/>
                <a:ea typeface="Arial"/>
                <a:cs typeface="Arial"/>
                <a:hlinkClick xmlns:r="http://schemas.openxmlformats.org/officeDocument/2006/relationships" r:id="R976df45286e64f2b"/>
              </a:rPr>
              <a:t>S16  </a:t>
            </a:r>
            <a:r>
              <a:rPr sz="1050">
                <a:solidFill>
                  <a:srgbClr val="50616A"/>
                </a:solidFill>
                <a:latin typeface="Arial"/>
                <a:ea typeface="Arial"/>
                <a:cs typeface="Arial"/>
                <a:hlinkClick xmlns:r="http://schemas.openxmlformats.org/officeDocument/2006/relationships" r:id="R451e072de9634616"/>
              </a:rPr>
              <a:t>S18  </a:t>
            </a:r>
            <a:r>
              <a:rPr sz="1050">
                <a:solidFill>
                  <a:srgbClr val="50616A"/>
                </a:solidFill>
                <a:latin typeface="Arial"/>
                <a:ea typeface="Arial"/>
                <a:cs typeface="Arial"/>
                <a:hlinkClick xmlns:r="http://schemas.openxmlformats.org/officeDocument/2006/relationships" r:id="Rc2b908c8621f47a1"/>
              </a:rPr>
              <a:t>S22  </a:t>
            </a:r>
          </a:p>
        </p:txBody>
      </p:sp>
    </p:spTree>
    <p:extLst>
      <p:ext uri="{BB962C8B-B14F-4D97-AF65-F5344CB8AC3E}">
        <p14:creationId xmlns:p14="http://schemas.microsoft.com/office/powerpoint/2010/main" val="1117450142"/>
      </p:ext>
    </p:extLst>
  </p:cSld>
</p:sld>
</file>

<file path=ppt/slides/slide13.xml><?xml version="1.0" encoding="utf-8"?>
<p:sld xmlns:p="http://schemas.openxmlformats.org/presentationml/2006/main">
  <p:cSld>
    <p:bg>
      <p:bgPr>
        <a:solidFill xmlns:a="http://schemas.openxmlformats.org/drawingml/2006/main">
          <a:srgbClr val="F5F4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19E78CA-AF5F-4C49-8571-5D43833B8ECE}"/>
              </a:ext>
            </a:extLst>
          </p:cNvPr>
          <p:cNvSpPr>
            <a:spLocks xmlns:a="http://schemas.openxmlformats.org/drawingml/2006/main" noGrp="1"/>
          </p:cNvSpPr>
          <p:nvPr/>
        </p:nvSpPr>
        <p:spPr>
          <a:xfrm xmlns:a="http://schemas.openxmlformats.org/drawingml/2006/main">
            <a:off x="647700" y="49530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52E3D"/>
                </a:solidFill>
                <a:latin typeface="Arial"/>
                <a:ea typeface="Arial"/>
                <a:cs typeface="Arial"/>
              </a:defRPr>
            </a:defPPr>
            <a:lvl1pPr>
              <a:defRPr sz="3300" b="1">
                <a:solidFill>
                  <a:srgbClr val="152E3D"/>
                </a:solidFill>
                <a:latin typeface="Arial"/>
                <a:ea typeface="Arial"/>
                <a:cs typeface="Arial"/>
              </a:defRPr>
            </a:lvl1pPr>
            <a:lvl2pPr>
              <a:defRPr sz="3300" b="1">
                <a:solidFill>
                  <a:srgbClr val="152E3D"/>
                </a:solidFill>
                <a:latin typeface="Arial"/>
                <a:ea typeface="Arial"/>
                <a:cs typeface="Arial"/>
              </a:defRPr>
            </a:lvl2pPr>
            <a:lvl3pPr>
              <a:defRPr sz="3300" b="1">
                <a:solidFill>
                  <a:srgbClr val="152E3D"/>
                </a:solidFill>
                <a:latin typeface="Arial"/>
                <a:ea typeface="Arial"/>
                <a:cs typeface="Arial"/>
              </a:defRPr>
            </a:lvl3pPr>
            <a:lvl4pPr>
              <a:defRPr sz="3300" b="1">
                <a:solidFill>
                  <a:srgbClr val="152E3D"/>
                </a:solidFill>
                <a:latin typeface="Arial"/>
                <a:ea typeface="Arial"/>
                <a:cs typeface="Arial"/>
              </a:defRPr>
            </a:lvl4pPr>
            <a:lvl5pPr>
              <a:defRPr sz="3300" b="1">
                <a:solidFill>
                  <a:srgbClr val="152E3D"/>
                </a:solidFill>
                <a:latin typeface="Arial"/>
                <a:ea typeface="Arial"/>
                <a:cs typeface="Arial"/>
              </a:defRPr>
            </a:lvl5pPr>
            <a:lvl6pPr>
              <a:defRPr sz="3300" b="1">
                <a:solidFill>
                  <a:srgbClr val="152E3D"/>
                </a:solidFill>
                <a:latin typeface="Arial"/>
                <a:ea typeface="Arial"/>
                <a:cs typeface="Arial"/>
              </a:defRPr>
            </a:lvl6pPr>
            <a:lvl7pPr>
              <a:defRPr sz="3300" b="1">
                <a:solidFill>
                  <a:srgbClr val="152E3D"/>
                </a:solidFill>
                <a:latin typeface="Arial"/>
                <a:ea typeface="Arial"/>
                <a:cs typeface="Arial"/>
              </a:defRPr>
            </a:lvl7pPr>
            <a:lvl8pPr>
              <a:defRPr sz="3300" b="1">
                <a:solidFill>
                  <a:srgbClr val="152E3D"/>
                </a:solidFill>
                <a:latin typeface="Arial"/>
                <a:ea typeface="Arial"/>
                <a:cs typeface="Arial"/>
              </a:defRPr>
            </a:lvl8pPr>
            <a:lvl9pPr>
              <a:defRPr sz="3300" b="1">
                <a:solidFill>
                  <a:srgbClr val="152E3D"/>
                </a:solidFill>
                <a:latin typeface="Arial"/>
                <a:ea typeface="Arial"/>
                <a:cs typeface="Arial"/>
              </a:defRPr>
            </a:lvl9pPr>
          </a:lstStyle>
          <a:p xmlns:a="http://schemas.openxmlformats.org/drawingml/2006/main">
            <a:pPr>
              <a:defRPr sz="3300" b="1">
                <a:solidFill>
                  <a:srgbClr val="152E3D"/>
                </a:solidFill>
                <a:latin typeface="Arial"/>
                <a:ea typeface="Arial"/>
                <a:cs typeface="Arial"/>
              </a:defRPr>
            </a:pPr>
            <a:r>
              <a:rPr sz="3300" b="1">
                <a:solidFill>
                  <a:srgbClr val="152E3D"/>
                </a:solidFill>
                <a:latin typeface="Arial"/>
                <a:ea typeface="Arial"/>
                <a:cs typeface="Arial"/>
              </a:rPr>
              <a:t>LLM ile API üzerinden log incelemesi</a:t>
            </a:r>
          </a:p>
        </p:txBody>
      </p:sp>
      <p:graphicFrame>
        <p:nvGraphicFramePr>
          <p:cNvPr id="2" name="">
            <a:extLst xmlns:a="http://schemas.openxmlformats.org/drawingml/2006/main">
              <a:ext uri="{FF2B5EF4-FFF2-40B4-BE49-F238E27FC236}">
                <a16:creationId xmlns:a16="http://schemas.microsoft.com/office/drawing/2014/main" id="{2EF48191-BD09-420C-9167-9A6E81D4E830}"/>
              </a:ext>
            </a:extLst>
          </p:cNvPr>
          <p:cNvGraphicFramePr/>
          <p:nvPr/>
        </p:nvGraphicFramePr>
        <p:xfrm>
          <a:off xmlns:a="http://schemas.openxmlformats.org/drawingml/2006/main" x="647700" y="1676400"/>
          <a:ext xmlns:a="http://schemas.openxmlformats.org/drawingml/2006/main" cx="10896600" cy="3476625"/>
        </p:xfrm>
        <a:graphic xmlns:a="http://schemas.openxmlformats.org/drawingml/2006/main">
          <a:graphicData uri="http://schemas.openxmlformats.org/drawingml/2006/table">
            <a:tbl>
              <a:tblPr firstRow="0" bandRow="0"/>
              <a:tblGrid>
                <a:gridCol w="2857500"/>
                <a:gridCol w="4762500"/>
                <a:gridCol w="3276600"/>
              </a:tblGrid>
              <a:tr h="869156">
                <a:tc>
                  <a:txBody>
                    <a:bodyPr lIns="152400" tIns="95250" rIns="133350" bIns="95250">
                      <a:noAutofit/>
                    </a:bodyPr>
                    <a:lstStyle/>
                    <a:p>
                      <a:r>
                        <a:rPr sz="1800" b="1">
                          <a:solidFill>
                            <a:srgbClr val="F5F4F0"/>
                          </a:solidFill>
                          <a:latin typeface="Arial"/>
                          <a:ea typeface="Arial"/>
                          <a:cs typeface="Arial"/>
                        </a:rPr>
                        <a:t>Yol</a:t>
                      </a:r>
                    </a:p>
                  </a:txBody>
                  <a:tcPr marL="91440" marR="91440" marT="45720" marB="45720" anchor="ctr">
                    <a:lnL w="4763">
                      <a:solidFill>
                        <a:srgbClr val="D1D9D9"/>
                      </a:solidFill>
                      <a:prstDash val="solid"/>
                    </a:lnL>
                    <a:lnR w="4763">
                      <a:solidFill>
                        <a:srgbClr val="D1D9D9"/>
                      </a:solidFill>
                      <a:prstDash val="solid"/>
                    </a:lnR>
                    <a:lnT w="4763">
                      <a:solidFill>
                        <a:srgbClr val="D1D9D9"/>
                      </a:solidFill>
                      <a:prstDash val="solid"/>
                    </a:lnT>
                    <a:lnB w="4763">
                      <a:solidFill>
                        <a:srgbClr val="D1D9D9"/>
                      </a:solidFill>
                      <a:prstDash val="solid"/>
                    </a:lnB>
                    <a:solidFill>
                      <a:srgbClr val="152E3D"/>
                    </a:solidFill>
                  </a:tcPr>
                </a:tc>
                <a:tc>
                  <a:txBody>
                    <a:bodyPr lIns="152400" tIns="95250" rIns="133350" bIns="95250">
                      <a:noAutofit/>
                    </a:bodyPr>
                    <a:lstStyle/>
                    <a:p>
                      <a:r>
                        <a:rPr sz="1800" b="1">
                          <a:solidFill>
                            <a:srgbClr val="F5F4F0"/>
                          </a:solidFill>
                          <a:latin typeface="Arial"/>
                          <a:ea typeface="Arial"/>
                          <a:cs typeface="Arial"/>
                        </a:rPr>
                        <a:t>Ne sağlar</a:t>
                      </a:r>
                    </a:p>
                  </a:txBody>
                  <a:tcPr marL="91440" marR="91440" marT="45720" marB="45720" anchor="ctr">
                    <a:lnR w="4763">
                      <a:solidFill>
                        <a:srgbClr val="D1D9D9"/>
                      </a:solidFill>
                      <a:prstDash val="solid"/>
                    </a:lnR>
                    <a:lnT w="4763">
                      <a:solidFill>
                        <a:srgbClr val="D1D9D9"/>
                      </a:solidFill>
                      <a:prstDash val="solid"/>
                    </a:lnT>
                    <a:lnB w="4763">
                      <a:solidFill>
                        <a:srgbClr val="D1D9D9"/>
                      </a:solidFill>
                      <a:prstDash val="solid"/>
                    </a:lnB>
                    <a:solidFill>
                      <a:srgbClr val="152E3D"/>
                    </a:solidFill>
                  </a:tcPr>
                </a:tc>
                <a:tc>
                  <a:txBody>
                    <a:bodyPr lIns="152400" tIns="95250" rIns="133350" bIns="95250">
                      <a:noAutofit/>
                    </a:bodyPr>
                    <a:lstStyle/>
                    <a:p>
                      <a:r>
                        <a:rPr sz="1800" b="1">
                          <a:solidFill>
                            <a:srgbClr val="F5F4F0"/>
                          </a:solidFill>
                          <a:latin typeface="Arial"/>
                          <a:ea typeface="Arial"/>
                          <a:cs typeface="Arial"/>
                        </a:rPr>
                        <a:t>Kontrol noktası</a:t>
                      </a:r>
                    </a:p>
                  </a:txBody>
                  <a:tcPr marL="91440" marR="91440" marT="45720" marB="45720" anchor="ctr">
                    <a:lnR w="4763">
                      <a:solidFill>
                        <a:srgbClr val="D1D9D9"/>
                      </a:solidFill>
                      <a:prstDash val="solid"/>
                    </a:lnR>
                    <a:lnT w="4763">
                      <a:solidFill>
                        <a:srgbClr val="D1D9D9"/>
                      </a:solidFill>
                      <a:prstDash val="solid"/>
                    </a:lnT>
                    <a:lnB w="4763">
                      <a:solidFill>
                        <a:srgbClr val="D1D9D9"/>
                      </a:solidFill>
                      <a:prstDash val="solid"/>
                    </a:lnB>
                    <a:solidFill>
                      <a:srgbClr val="152E3D"/>
                    </a:solidFill>
                  </a:tcPr>
                </a:tc>
              </a:tr>
              <a:tr h="869156">
                <a:tc>
                  <a:txBody>
                    <a:bodyPr lIns="152400" tIns="95250" rIns="133350" bIns="95250">
                      <a:noAutofit/>
                    </a:bodyPr>
                    <a:lstStyle/>
                    <a:p>
                      <a:r>
                        <a:rPr sz="1875" b="0">
                          <a:solidFill>
                            <a:srgbClr val="152E3D"/>
                          </a:solidFill>
                          <a:latin typeface="Arial"/>
                          <a:ea typeface="Arial"/>
                          <a:cs typeface="Arial"/>
                        </a:rPr>
                        <a:t>Uygulama agentı</a:t>
                      </a:r>
                    </a:p>
                  </a:txBody>
                  <a:tcPr marL="91440" marR="91440" marT="45720" marB="45720" anchor="ctr">
                    <a:lnL w="4763">
                      <a:solidFill>
                        <a:srgbClr val="D1D9D9"/>
                      </a:solidFill>
                      <a:prstDash val="solid"/>
                    </a:lnL>
                    <a:lnR w="4763">
                      <a:solidFill>
                        <a:srgbClr val="D1D9D9"/>
                      </a:solidFill>
                      <a:prstDash val="solid"/>
                    </a:lnR>
                    <a:lnB w="4763">
                      <a:solidFill>
                        <a:srgbClr val="D1D9D9"/>
                      </a:solidFill>
                      <a:prstDash val="solid"/>
                    </a:lnB>
                    <a:solidFill>
                      <a:srgbClr val="F5F4F0"/>
                    </a:solidFill>
                  </a:tcPr>
                </a:tc>
                <a:tc>
                  <a:txBody>
                    <a:bodyPr lIns="152400" tIns="95250" rIns="133350" bIns="95250">
                      <a:noAutofit/>
                    </a:bodyPr>
                    <a:lstStyle/>
                    <a:p>
                      <a:r>
                        <a:rPr sz="1875" b="0">
                          <a:solidFill>
                            <a:srgbClr val="152E3D"/>
                          </a:solidFill>
                          <a:latin typeface="Arial"/>
                          <a:ea typeface="Arial"/>
                          <a:cs typeface="Arial"/>
                        </a:rPr>
                        <a:t>DSL/PPL seçer, sonuçla yeni sorgu kurar</a:t>
                      </a:r>
                    </a:p>
                  </a:txBody>
                  <a:tcPr marL="91440" marR="91440" marT="45720" marB="45720" anchor="ctr">
                    <a:lnR w="4763">
                      <a:solidFill>
                        <a:srgbClr val="D1D9D9"/>
                      </a:solidFill>
                      <a:prstDash val="solid"/>
                    </a:lnR>
                    <a:lnB w="4763">
                      <a:solidFill>
                        <a:srgbClr val="D1D9D9"/>
                      </a:solidFill>
                      <a:prstDash val="solid"/>
                    </a:lnB>
                    <a:solidFill>
                      <a:srgbClr val="F5F4F0"/>
                    </a:solidFill>
                  </a:tcPr>
                </a:tc>
                <a:tc>
                  <a:txBody>
                    <a:bodyPr lIns="152400" tIns="95250" rIns="133350" bIns="95250">
                      <a:noAutofit/>
                    </a:bodyPr>
                    <a:lstStyle/>
                    <a:p>
                      <a:r>
                        <a:rPr sz="1875" b="0">
                          <a:solidFill>
                            <a:srgbClr val="152E3D"/>
                          </a:solidFill>
                          <a:latin typeface="Arial"/>
                          <a:ea typeface="Arial"/>
                          <a:cs typeface="Arial"/>
                        </a:rPr>
                        <a:t>API öncesi doğrulama</a:t>
                      </a:r>
                    </a:p>
                  </a:txBody>
                  <a:tcPr marL="91440" marR="91440" marT="45720" marB="45720" anchor="ctr">
                    <a:lnR w="4763">
                      <a:solidFill>
                        <a:srgbClr val="D1D9D9"/>
                      </a:solidFill>
                      <a:prstDash val="solid"/>
                    </a:lnR>
                    <a:lnB w="4763">
                      <a:solidFill>
                        <a:srgbClr val="D1D9D9"/>
                      </a:solidFill>
                      <a:prstDash val="solid"/>
                    </a:lnB>
                    <a:solidFill>
                      <a:srgbClr val="F5F4F0"/>
                    </a:solidFill>
                  </a:tcPr>
                </a:tc>
              </a:tr>
              <a:tr h="869156">
                <a:tc>
                  <a:txBody>
                    <a:bodyPr lIns="152400" tIns="95250" rIns="133350" bIns="95250">
                      <a:noAutofit/>
                    </a:bodyPr>
                    <a:lstStyle/>
                    <a:p>
                      <a:r>
                        <a:rPr sz="1875" b="0">
                          <a:solidFill>
                            <a:srgbClr val="152E3D"/>
                          </a:solidFill>
                          <a:latin typeface="Arial"/>
                          <a:ea typeface="Arial"/>
                          <a:cs typeface="Arial"/>
                        </a:rPr>
                        <a:t>Yerleşik agentic search</a:t>
                      </a:r>
                    </a:p>
                  </a:txBody>
                  <a:tcPr marL="91440" marR="91440" marT="45720" marB="45720" anchor="ctr">
                    <a:lnL w="4763">
                      <a:solidFill>
                        <a:srgbClr val="D1D9D9"/>
                      </a:solidFill>
                      <a:prstDash val="solid"/>
                    </a:lnL>
                    <a:lnR w="4763">
                      <a:solidFill>
                        <a:srgbClr val="D1D9D9"/>
                      </a:solidFill>
                      <a:prstDash val="solid"/>
                    </a:lnR>
                    <a:lnB w="4763">
                      <a:solidFill>
                        <a:srgbClr val="D1D9D9"/>
                      </a:solidFill>
                      <a:prstDash val="solid"/>
                    </a:lnB>
                    <a:solidFill>
                      <a:srgbClr val="F5F4F0"/>
                    </a:solidFill>
                  </a:tcPr>
                </a:tc>
                <a:tc>
                  <a:txBody>
                    <a:bodyPr lIns="152400" tIns="95250" rIns="133350" bIns="95250">
                      <a:noAutofit/>
                    </a:bodyPr>
                    <a:lstStyle/>
                    <a:p>
                      <a:r>
                        <a:rPr sz="1875" b="0">
                          <a:solidFill>
                            <a:srgbClr val="152E3D"/>
                          </a:solidFill>
                          <a:latin typeface="Arial"/>
                          <a:ea typeface="Arial"/>
                          <a:cs typeface="Arial"/>
                        </a:rPr>
                        <a:t>Doğal dilden DSL üretir ve çalıştırır</a:t>
                      </a:r>
                    </a:p>
                  </a:txBody>
                  <a:tcPr marL="91440" marR="91440" marT="45720" marB="45720" anchor="ctr">
                    <a:lnR w="4763">
                      <a:solidFill>
                        <a:srgbClr val="D1D9D9"/>
                      </a:solidFill>
                      <a:prstDash val="solid"/>
                    </a:lnR>
                    <a:lnB w="4763">
                      <a:solidFill>
                        <a:srgbClr val="D1D9D9"/>
                      </a:solidFill>
                      <a:prstDash val="solid"/>
                    </a:lnB>
                    <a:solidFill>
                      <a:srgbClr val="F5F4F0"/>
                    </a:solidFill>
                  </a:tcPr>
                </a:tc>
                <a:tc>
                  <a:txBody>
                    <a:bodyPr lIns="152400" tIns="95250" rIns="133350" bIns="95250">
                      <a:noAutofit/>
                    </a:bodyPr>
                    <a:lstStyle/>
                    <a:p>
                      <a:r>
                        <a:rPr sz="1875" b="0">
                          <a:solidFill>
                            <a:srgbClr val="152E3D"/>
                          </a:solidFill>
                          <a:latin typeface="Arial"/>
                          <a:ea typeface="Arial"/>
                          <a:cs typeface="Arial"/>
                        </a:rPr>
                        <a:t>Agent + search pipeline</a:t>
                      </a:r>
                    </a:p>
                  </a:txBody>
                  <a:tcPr marL="91440" marR="91440" marT="45720" marB="45720" anchor="ctr">
                    <a:lnR w="4763">
                      <a:solidFill>
                        <a:srgbClr val="D1D9D9"/>
                      </a:solidFill>
                      <a:prstDash val="solid"/>
                    </a:lnR>
                    <a:lnB w="4763">
                      <a:solidFill>
                        <a:srgbClr val="D1D9D9"/>
                      </a:solidFill>
                      <a:prstDash val="solid"/>
                    </a:lnB>
                    <a:solidFill>
                      <a:srgbClr val="F5F4F0"/>
                    </a:solidFill>
                  </a:tcPr>
                </a:tc>
              </a:tr>
              <a:tr h="869156">
                <a:tc>
                  <a:txBody>
                    <a:bodyPr lIns="152400" tIns="95250" rIns="133350" bIns="95250">
                      <a:noAutofit/>
                    </a:bodyPr>
                    <a:lstStyle/>
                    <a:p>
                      <a:r>
                        <a:rPr sz="1875" b="0">
                          <a:solidFill>
                            <a:srgbClr val="152E3D"/>
                          </a:solidFill>
                          <a:latin typeface="Arial"/>
                          <a:ea typeface="Arial"/>
                          <a:cs typeface="Arial"/>
                        </a:rPr>
                        <a:t>PPLTool</a:t>
                      </a:r>
                    </a:p>
                  </a:txBody>
                  <a:tcPr marL="91440" marR="91440" marT="45720" marB="45720" anchor="ctr">
                    <a:lnL w="4763">
                      <a:solidFill>
                        <a:srgbClr val="D1D9D9"/>
                      </a:solidFill>
                      <a:prstDash val="solid"/>
                    </a:lnL>
                    <a:lnR w="4763">
                      <a:solidFill>
                        <a:srgbClr val="D1D9D9"/>
                      </a:solidFill>
                      <a:prstDash val="solid"/>
                    </a:lnR>
                    <a:lnB w="4763">
                      <a:solidFill>
                        <a:srgbClr val="D1D9D9"/>
                      </a:solidFill>
                      <a:prstDash val="solid"/>
                    </a:lnB>
                    <a:solidFill>
                      <a:srgbClr val="F5F4F0"/>
                    </a:solidFill>
                  </a:tcPr>
                </a:tc>
                <a:tc>
                  <a:txBody>
                    <a:bodyPr lIns="152400" tIns="95250" rIns="133350" bIns="95250">
                      <a:noAutofit/>
                    </a:bodyPr>
                    <a:lstStyle/>
                    <a:p>
                      <a:r>
                        <a:rPr sz="1875" b="0">
                          <a:solidFill>
                            <a:srgbClr val="152E3D"/>
                          </a:solidFill>
                          <a:latin typeface="Arial"/>
                          <a:ea typeface="Arial"/>
                          <a:cs typeface="Arial"/>
                        </a:rPr>
                        <a:t>Doğal dilden PPL üretir</a:t>
                      </a:r>
                    </a:p>
                  </a:txBody>
                  <a:tcPr marL="91440" marR="91440" marT="45720" marB="45720" anchor="ctr">
                    <a:lnR w="4763">
                      <a:solidFill>
                        <a:srgbClr val="D1D9D9"/>
                      </a:solidFill>
                      <a:prstDash val="solid"/>
                    </a:lnR>
                    <a:lnB w="4763">
                      <a:solidFill>
                        <a:srgbClr val="D1D9D9"/>
                      </a:solidFill>
                      <a:prstDash val="solid"/>
                    </a:lnB>
                    <a:solidFill>
                      <a:srgbClr val="F5F4F0"/>
                    </a:solidFill>
                  </a:tcPr>
                </a:tc>
                <a:tc>
                  <a:txBody>
                    <a:bodyPr lIns="152400" tIns="95250" rIns="133350" bIns="95250">
                      <a:noAutofit/>
                    </a:bodyPr>
                    <a:lstStyle/>
                    <a:p>
                      <a:r>
                        <a:rPr sz="1875" b="0">
                          <a:solidFill>
                            <a:srgbClr val="152E3D"/>
                          </a:solidFill>
                          <a:latin typeface="Arial"/>
                          <a:ea typeface="Arial"/>
                          <a:cs typeface="Arial"/>
                        </a:rPr>
                        <a:t>execute: false ile yalnız sorgu</a:t>
                      </a:r>
                    </a:p>
                  </a:txBody>
                  <a:tcPr marL="91440" marR="91440" marT="45720" marB="45720" anchor="ctr">
                    <a:lnR w="4763">
                      <a:solidFill>
                        <a:srgbClr val="D1D9D9"/>
                      </a:solidFill>
                      <a:prstDash val="solid"/>
                    </a:lnR>
                    <a:lnB w="4763">
                      <a:solidFill>
                        <a:srgbClr val="D1D9D9"/>
                      </a:solidFill>
                      <a:prstDash val="solid"/>
                    </a:lnB>
                    <a:solidFill>
                      <a:srgbClr val="F5F4F0"/>
                    </a:solidFill>
                  </a:tcPr>
                </a:tc>
              </a:tr>
            </a:tbl>
          </a:graphicData>
        </a:graphic>
      </p:graphicFrame>
      <p:sp>
        <p:nvSpPr>
          <p:cNvPr id="3" name="">
            <a:extLst xmlns:a="http://schemas.openxmlformats.org/drawingml/2006/main">
              <a:ext uri="{FF2B5EF4-FFF2-40B4-BE49-F238E27FC236}">
                <a16:creationId xmlns:a16="http://schemas.microsoft.com/office/drawing/2014/main" id="{22CD3804-52FC-41CF-902C-52458D3E5680}"/>
              </a:ext>
            </a:extLst>
          </p:cNvPr>
          <p:cNvSpPr>
            <a:spLocks xmlns:a="http://schemas.openxmlformats.org/drawingml/2006/main" noGrp="1"/>
          </p:cNvSpPr>
          <p:nvPr/>
        </p:nvSpPr>
        <p:spPr>
          <a:xfrm xmlns:a="http://schemas.openxmlformats.org/drawingml/2006/main">
            <a:off x="647700" y="5505450"/>
            <a:ext cx="10896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1">
                <a:solidFill>
                  <a:srgbClr val="007F83"/>
                </a:solidFill>
                <a:latin typeface="Arial"/>
                <a:ea typeface="Arial"/>
                <a:cs typeface="Arial"/>
              </a:defRPr>
            </a:defPPr>
            <a:lvl1pPr>
              <a:defRPr sz="1875" b="1">
                <a:solidFill>
                  <a:srgbClr val="007F83"/>
                </a:solidFill>
                <a:latin typeface="Arial"/>
                <a:ea typeface="Arial"/>
                <a:cs typeface="Arial"/>
              </a:defRPr>
            </a:lvl1pPr>
            <a:lvl2pPr>
              <a:defRPr sz="1875" b="1">
                <a:solidFill>
                  <a:srgbClr val="007F83"/>
                </a:solidFill>
                <a:latin typeface="Arial"/>
                <a:ea typeface="Arial"/>
                <a:cs typeface="Arial"/>
              </a:defRPr>
            </a:lvl2pPr>
            <a:lvl3pPr>
              <a:defRPr sz="1875" b="1">
                <a:solidFill>
                  <a:srgbClr val="007F83"/>
                </a:solidFill>
                <a:latin typeface="Arial"/>
                <a:ea typeface="Arial"/>
                <a:cs typeface="Arial"/>
              </a:defRPr>
            </a:lvl3pPr>
            <a:lvl4pPr>
              <a:defRPr sz="1875" b="1">
                <a:solidFill>
                  <a:srgbClr val="007F83"/>
                </a:solidFill>
                <a:latin typeface="Arial"/>
                <a:ea typeface="Arial"/>
                <a:cs typeface="Arial"/>
              </a:defRPr>
            </a:lvl4pPr>
            <a:lvl5pPr>
              <a:defRPr sz="1875" b="1">
                <a:solidFill>
                  <a:srgbClr val="007F83"/>
                </a:solidFill>
                <a:latin typeface="Arial"/>
                <a:ea typeface="Arial"/>
                <a:cs typeface="Arial"/>
              </a:defRPr>
            </a:lvl5pPr>
            <a:lvl6pPr>
              <a:defRPr sz="1875" b="1">
                <a:solidFill>
                  <a:srgbClr val="007F83"/>
                </a:solidFill>
                <a:latin typeface="Arial"/>
                <a:ea typeface="Arial"/>
                <a:cs typeface="Arial"/>
              </a:defRPr>
            </a:lvl6pPr>
            <a:lvl7pPr>
              <a:defRPr sz="1875" b="1">
                <a:solidFill>
                  <a:srgbClr val="007F83"/>
                </a:solidFill>
                <a:latin typeface="Arial"/>
                <a:ea typeface="Arial"/>
                <a:cs typeface="Arial"/>
              </a:defRPr>
            </a:lvl7pPr>
            <a:lvl8pPr>
              <a:defRPr sz="1875" b="1">
                <a:solidFill>
                  <a:srgbClr val="007F83"/>
                </a:solidFill>
                <a:latin typeface="Arial"/>
                <a:ea typeface="Arial"/>
                <a:cs typeface="Arial"/>
              </a:defRPr>
            </a:lvl8pPr>
            <a:lvl9pPr>
              <a:defRPr sz="1875" b="1">
                <a:solidFill>
                  <a:srgbClr val="007F83"/>
                </a:solidFill>
                <a:latin typeface="Arial"/>
                <a:ea typeface="Arial"/>
                <a:cs typeface="Arial"/>
              </a:defRPr>
            </a:lvl9pPr>
          </a:lstStyle>
          <a:p xmlns:a="http://schemas.openxmlformats.org/drawingml/2006/main">
            <a:pPr>
              <a:defRPr sz="1875" b="1">
                <a:solidFill>
                  <a:srgbClr val="007F83"/>
                </a:solidFill>
                <a:latin typeface="Arial"/>
                <a:ea typeface="Arial"/>
                <a:cs typeface="Arial"/>
              </a:defRPr>
            </a:pPr>
            <a:r>
              <a:rPr sz="1875" b="1">
                <a:solidFill>
                  <a:srgbClr val="007F83"/>
                </a:solidFill>
                <a:latin typeface="Arial"/>
                <a:ea typeface="Arial"/>
                <a:cs typeface="Arial"/>
              </a:rPr>
              <a:t>İlk sürüm önerisi: şablon seçen LLM + kontrollü API yürütücüsü.</a:t>
            </a:r>
          </a:p>
          <a:p xmlns:a="http://schemas.openxmlformats.org/drawingml/2006/main">
            <a:pPr>
              <a:defRPr sz="1875" b="1">
                <a:solidFill>
                  <a:srgbClr val="007F83"/>
                </a:solidFill>
                <a:latin typeface="Arial"/>
                <a:ea typeface="Arial"/>
                <a:cs typeface="Arial"/>
              </a:defRPr>
            </a:pPr>
            <a:r>
              <a:rPr sz="1875" b="1">
                <a:solidFill>
                  <a:srgbClr val="007F83"/>
                </a:solidFill>
                <a:latin typeface="Arial"/>
                <a:ea typeface="Arial"/>
                <a:cs typeface="Arial"/>
              </a:rPr>
              <a:t>Yürütme öncesi kontrol için sorgu üretimini aramadan ayır.</a:t>
            </a:r>
          </a:p>
        </p:txBody>
      </p:sp>
      <p:sp>
        <p:nvSpPr>
          <p:cNvPr id="4" name="">
            <a:extLst xmlns:a="http://schemas.openxmlformats.org/drawingml/2006/main">
              <a:ext uri="{FF2B5EF4-FFF2-40B4-BE49-F238E27FC236}">
                <a16:creationId xmlns:a16="http://schemas.microsoft.com/office/drawing/2014/main" id="{EDC627E7-7985-458B-8390-2F3C5A2C67CE}"/>
              </a:ext>
            </a:extLst>
          </p:cNvPr>
          <p:cNvSpPr>
            <a:spLocks xmlns:a="http://schemas.openxmlformats.org/drawingml/2006/main" noGrp="1"/>
          </p:cNvSpPr>
          <p:nvPr/>
        </p:nvSpPr>
        <p:spPr>
          <a:xfrm xmlns:a="http://schemas.openxmlformats.org/drawingml/2006/main">
            <a:off x="10858500" y="6429375"/>
            <a:ext cx="714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0616A"/>
                </a:solidFill>
                <a:latin typeface="Arial"/>
                <a:ea typeface="Arial"/>
                <a:cs typeface="Arial"/>
              </a:defRPr>
            </a:defPPr>
            <a:lvl1pPr>
              <a:defRPr sz="1200" b="0">
                <a:solidFill>
                  <a:srgbClr val="50616A"/>
                </a:solidFill>
                <a:latin typeface="Arial"/>
                <a:ea typeface="Arial"/>
                <a:cs typeface="Arial"/>
              </a:defRPr>
            </a:lvl1pPr>
            <a:lvl2pPr>
              <a:defRPr sz="1200" b="0">
                <a:solidFill>
                  <a:srgbClr val="50616A"/>
                </a:solidFill>
                <a:latin typeface="Arial"/>
                <a:ea typeface="Arial"/>
                <a:cs typeface="Arial"/>
              </a:defRPr>
            </a:lvl2pPr>
            <a:lvl3pPr>
              <a:defRPr sz="1200" b="0">
                <a:solidFill>
                  <a:srgbClr val="50616A"/>
                </a:solidFill>
                <a:latin typeface="Arial"/>
                <a:ea typeface="Arial"/>
                <a:cs typeface="Arial"/>
              </a:defRPr>
            </a:lvl3pPr>
            <a:lvl4pPr>
              <a:defRPr sz="1200" b="0">
                <a:solidFill>
                  <a:srgbClr val="50616A"/>
                </a:solidFill>
                <a:latin typeface="Arial"/>
                <a:ea typeface="Arial"/>
                <a:cs typeface="Arial"/>
              </a:defRPr>
            </a:lvl4pPr>
            <a:lvl5pPr>
              <a:defRPr sz="1200" b="0">
                <a:solidFill>
                  <a:srgbClr val="50616A"/>
                </a:solidFill>
                <a:latin typeface="Arial"/>
                <a:ea typeface="Arial"/>
                <a:cs typeface="Arial"/>
              </a:defRPr>
            </a:lvl5pPr>
            <a:lvl6pPr>
              <a:defRPr sz="1200" b="0">
                <a:solidFill>
                  <a:srgbClr val="50616A"/>
                </a:solidFill>
                <a:latin typeface="Arial"/>
                <a:ea typeface="Arial"/>
                <a:cs typeface="Arial"/>
              </a:defRPr>
            </a:lvl6pPr>
            <a:lvl7pPr>
              <a:defRPr sz="1200" b="0">
                <a:solidFill>
                  <a:srgbClr val="50616A"/>
                </a:solidFill>
                <a:latin typeface="Arial"/>
                <a:ea typeface="Arial"/>
                <a:cs typeface="Arial"/>
              </a:defRPr>
            </a:lvl7pPr>
            <a:lvl8pPr>
              <a:defRPr sz="1200" b="0">
                <a:solidFill>
                  <a:srgbClr val="50616A"/>
                </a:solidFill>
                <a:latin typeface="Arial"/>
                <a:ea typeface="Arial"/>
                <a:cs typeface="Arial"/>
              </a:defRPr>
            </a:lvl8pPr>
            <a:lvl9pPr>
              <a:defRPr sz="1200" b="0">
                <a:solidFill>
                  <a:srgbClr val="50616A"/>
                </a:solidFill>
                <a:latin typeface="Arial"/>
                <a:ea typeface="Arial"/>
                <a:cs typeface="Arial"/>
              </a:defRPr>
            </a:lvl9pPr>
          </a:lstStyle>
          <a:p xmlns:a="http://schemas.openxmlformats.org/drawingml/2006/main">
            <a:pPr>
              <a:defRPr sz="1200" b="0">
                <a:solidFill>
                  <a:srgbClr val="50616A"/>
                </a:solidFill>
                <a:latin typeface="Arial"/>
                <a:ea typeface="Arial"/>
                <a:cs typeface="Arial"/>
              </a:defRPr>
            </a:pPr>
            <a:r>
              <a:rPr sz="1200" b="0">
                <a:solidFill>
                  <a:srgbClr val="50616A"/>
                </a:solidFill>
                <a:latin typeface="Arial"/>
                <a:ea typeface="Arial"/>
                <a:cs typeface="Arial"/>
              </a:rPr>
              <a:t>13 / 26</a:t>
            </a:r>
          </a:p>
        </p:txBody>
      </p:sp>
      <p:sp>
        <p:nvSpPr>
          <p:cNvPr id="5" name="">
            <a:extLst xmlns:a="http://schemas.openxmlformats.org/drawingml/2006/main">
              <a:ext uri="{FF2B5EF4-FFF2-40B4-BE49-F238E27FC236}">
                <a16:creationId xmlns:a16="http://schemas.microsoft.com/office/drawing/2014/main" id="{BCADCB1C-9626-4E47-BD9F-7D2F6C31CE7C}"/>
              </a:ext>
            </a:extLst>
          </p:cNvPr>
          <p:cNvSpPr>
            <a:spLocks xmlns:a="http://schemas.openxmlformats.org/drawingml/2006/main" noGrp="1"/>
          </p:cNvSpPr>
          <p:nvPr/>
        </p:nvSpPr>
        <p:spPr>
          <a:xfrm xmlns:a="http://schemas.openxmlformats.org/drawingml/2006/main">
            <a:off x="647700" y="6438900"/>
            <a:ext cx="98583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0616A"/>
                </a:solidFill>
                <a:latin typeface="Arial"/>
                <a:ea typeface="Arial"/>
                <a:cs typeface="Arial"/>
              </a:defRPr>
            </a:defPPr>
            <a:lvl1pPr>
              <a:defRPr sz="1050" b="0">
                <a:solidFill>
                  <a:srgbClr val="50616A"/>
                </a:solidFill>
                <a:latin typeface="Arial"/>
                <a:ea typeface="Arial"/>
                <a:cs typeface="Arial"/>
              </a:defRPr>
            </a:lvl1pPr>
            <a:lvl2pPr>
              <a:defRPr sz="1050" b="0">
                <a:solidFill>
                  <a:srgbClr val="50616A"/>
                </a:solidFill>
                <a:latin typeface="Arial"/>
                <a:ea typeface="Arial"/>
                <a:cs typeface="Arial"/>
              </a:defRPr>
            </a:lvl2pPr>
            <a:lvl3pPr>
              <a:defRPr sz="1050" b="0">
                <a:solidFill>
                  <a:srgbClr val="50616A"/>
                </a:solidFill>
                <a:latin typeface="Arial"/>
                <a:ea typeface="Arial"/>
                <a:cs typeface="Arial"/>
              </a:defRPr>
            </a:lvl3pPr>
            <a:lvl4pPr>
              <a:defRPr sz="1050" b="0">
                <a:solidFill>
                  <a:srgbClr val="50616A"/>
                </a:solidFill>
                <a:latin typeface="Arial"/>
                <a:ea typeface="Arial"/>
                <a:cs typeface="Arial"/>
              </a:defRPr>
            </a:lvl4pPr>
            <a:lvl5pPr>
              <a:defRPr sz="1050" b="0">
                <a:solidFill>
                  <a:srgbClr val="50616A"/>
                </a:solidFill>
                <a:latin typeface="Arial"/>
                <a:ea typeface="Arial"/>
                <a:cs typeface="Arial"/>
              </a:defRPr>
            </a:lvl5pPr>
            <a:lvl6pPr>
              <a:defRPr sz="1050" b="0">
                <a:solidFill>
                  <a:srgbClr val="50616A"/>
                </a:solidFill>
                <a:latin typeface="Arial"/>
                <a:ea typeface="Arial"/>
                <a:cs typeface="Arial"/>
              </a:defRPr>
            </a:lvl6pPr>
            <a:lvl7pPr>
              <a:defRPr sz="1050" b="0">
                <a:solidFill>
                  <a:srgbClr val="50616A"/>
                </a:solidFill>
                <a:latin typeface="Arial"/>
                <a:ea typeface="Arial"/>
                <a:cs typeface="Arial"/>
              </a:defRPr>
            </a:lvl7pPr>
            <a:lvl8pPr>
              <a:defRPr sz="1050" b="0">
                <a:solidFill>
                  <a:srgbClr val="50616A"/>
                </a:solidFill>
                <a:latin typeface="Arial"/>
                <a:ea typeface="Arial"/>
                <a:cs typeface="Arial"/>
              </a:defRPr>
            </a:lvl8pPr>
            <a:lvl9pPr>
              <a:defRPr sz="1050" b="0">
                <a:solidFill>
                  <a:srgbClr val="50616A"/>
                </a:solidFill>
                <a:latin typeface="Arial"/>
                <a:ea typeface="Arial"/>
                <a:cs typeface="Arial"/>
              </a:defRPr>
            </a:lvl9pPr>
          </a:lstStyle>
          <a:p xmlns:a="http://schemas.openxmlformats.org/drawingml/2006/main">
            <a:pPr>
              <a:defRPr sz="1050" b="0">
                <a:solidFill>
                  <a:srgbClr val="50616A"/>
                </a:solidFill>
                <a:latin typeface="Arial"/>
                <a:ea typeface="Arial"/>
                <a:cs typeface="Arial"/>
              </a:defRPr>
            </a:pPr>
            <a:r>
              <a:rPr sz="1050">
                <a:solidFill>
                  <a:srgbClr val="50616A"/>
                </a:solidFill>
                <a:latin typeface="Arial"/>
                <a:ea typeface="Arial"/>
                <a:cs typeface="Arial"/>
              </a:rPr>
              <a:t>Kaynaklar: </a:t>
            </a:r>
            <a:r>
              <a:rPr sz="1050">
                <a:solidFill>
                  <a:srgbClr val="50616A"/>
                </a:solidFill>
                <a:latin typeface="Arial"/>
                <a:ea typeface="Arial"/>
                <a:cs typeface="Arial"/>
                <a:hlinkClick xmlns:r="http://schemas.openxmlformats.org/officeDocument/2006/relationships" r:id="Rf2864d86f2c547a4"/>
              </a:rPr>
              <a:t>S26  </a:t>
            </a:r>
            <a:r>
              <a:rPr sz="1050">
                <a:solidFill>
                  <a:srgbClr val="50616A"/>
                </a:solidFill>
                <a:latin typeface="Arial"/>
                <a:ea typeface="Arial"/>
                <a:cs typeface="Arial"/>
                <a:hlinkClick xmlns:r="http://schemas.openxmlformats.org/officeDocument/2006/relationships" r:id="Rdbc3520d7a6c40ce"/>
              </a:rPr>
              <a:t>S27  </a:t>
            </a:r>
            <a:r>
              <a:rPr sz="1050">
                <a:solidFill>
                  <a:srgbClr val="50616A"/>
                </a:solidFill>
                <a:latin typeface="Arial"/>
                <a:ea typeface="Arial"/>
                <a:cs typeface="Arial"/>
                <a:hlinkClick xmlns:r="http://schemas.openxmlformats.org/officeDocument/2006/relationships" r:id="R636a1eea869f42c0"/>
              </a:rPr>
              <a:t>S28  </a:t>
            </a:r>
            <a:r>
              <a:rPr sz="1050">
                <a:solidFill>
                  <a:srgbClr val="50616A"/>
                </a:solidFill>
                <a:latin typeface="Arial"/>
                <a:ea typeface="Arial"/>
                <a:cs typeface="Arial"/>
                <a:hlinkClick xmlns:r="http://schemas.openxmlformats.org/officeDocument/2006/relationships" r:id="Re2abdc4502f4477b"/>
              </a:rPr>
              <a:t>S29  </a:t>
            </a:r>
          </a:p>
        </p:txBody>
      </p:sp>
    </p:spTree>
    <p:extLst>
      <p:ext uri="{BB962C8B-B14F-4D97-AF65-F5344CB8AC3E}">
        <p14:creationId xmlns:p14="http://schemas.microsoft.com/office/powerpoint/2010/main" val="2014154460"/>
      </p:ext>
    </p:extLst>
  </p:cSld>
</p:sld>
</file>

<file path=ppt/slides/slide14.xml><?xml version="1.0" encoding="utf-8"?>
<p:sld xmlns:p="http://schemas.openxmlformats.org/presentationml/2006/main">
  <p:cSld>
    <p:bg>
      <p:bgPr>
        <a:solidFill xmlns:a="http://schemas.openxmlformats.org/drawingml/2006/main">
          <a:srgbClr val="F5F4F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60C3419-A74F-4008-8B3B-4DAD8DC49268}"/>
              </a:ext>
            </a:extLst>
          </p:cNvPr>
          <p:cNvSpPr>
            <a:spLocks xmlns:a="http://schemas.openxmlformats.org/drawingml/2006/main" noGrp="1"/>
          </p:cNvSpPr>
          <p:nvPr/>
        </p:nvSpPr>
        <p:spPr>
          <a:xfrm xmlns:a="http://schemas.openxmlformats.org/drawingml/2006/main">
            <a:off x="647700" y="49530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52E3D"/>
                </a:solidFill>
                <a:latin typeface="Arial"/>
                <a:ea typeface="Arial"/>
                <a:cs typeface="Arial"/>
              </a:defRPr>
            </a:defPPr>
            <a:lvl1pPr>
              <a:defRPr sz="3300" b="1">
                <a:solidFill>
                  <a:srgbClr val="152E3D"/>
                </a:solidFill>
                <a:latin typeface="Arial"/>
                <a:ea typeface="Arial"/>
                <a:cs typeface="Arial"/>
              </a:defRPr>
            </a:lvl1pPr>
            <a:lvl2pPr>
              <a:defRPr sz="3300" b="1">
                <a:solidFill>
                  <a:srgbClr val="152E3D"/>
                </a:solidFill>
                <a:latin typeface="Arial"/>
                <a:ea typeface="Arial"/>
                <a:cs typeface="Arial"/>
              </a:defRPr>
            </a:lvl2pPr>
            <a:lvl3pPr>
              <a:defRPr sz="3300" b="1">
                <a:solidFill>
                  <a:srgbClr val="152E3D"/>
                </a:solidFill>
                <a:latin typeface="Arial"/>
                <a:ea typeface="Arial"/>
                <a:cs typeface="Arial"/>
              </a:defRPr>
            </a:lvl3pPr>
            <a:lvl4pPr>
              <a:defRPr sz="3300" b="1">
                <a:solidFill>
                  <a:srgbClr val="152E3D"/>
                </a:solidFill>
                <a:latin typeface="Arial"/>
                <a:ea typeface="Arial"/>
                <a:cs typeface="Arial"/>
              </a:defRPr>
            </a:lvl4pPr>
            <a:lvl5pPr>
              <a:defRPr sz="3300" b="1">
                <a:solidFill>
                  <a:srgbClr val="152E3D"/>
                </a:solidFill>
                <a:latin typeface="Arial"/>
                <a:ea typeface="Arial"/>
                <a:cs typeface="Arial"/>
              </a:defRPr>
            </a:lvl5pPr>
            <a:lvl6pPr>
              <a:defRPr sz="3300" b="1">
                <a:solidFill>
                  <a:srgbClr val="152E3D"/>
                </a:solidFill>
                <a:latin typeface="Arial"/>
                <a:ea typeface="Arial"/>
                <a:cs typeface="Arial"/>
              </a:defRPr>
            </a:lvl6pPr>
            <a:lvl7pPr>
              <a:defRPr sz="3300" b="1">
                <a:solidFill>
                  <a:srgbClr val="152E3D"/>
                </a:solidFill>
                <a:latin typeface="Arial"/>
                <a:ea typeface="Arial"/>
                <a:cs typeface="Arial"/>
              </a:defRPr>
            </a:lvl7pPr>
            <a:lvl8pPr>
              <a:defRPr sz="3300" b="1">
                <a:solidFill>
                  <a:srgbClr val="152E3D"/>
                </a:solidFill>
                <a:latin typeface="Arial"/>
                <a:ea typeface="Arial"/>
                <a:cs typeface="Arial"/>
              </a:defRPr>
            </a:lvl8pPr>
            <a:lvl9pPr>
              <a:defRPr sz="3300" b="1">
                <a:solidFill>
                  <a:srgbClr val="152E3D"/>
                </a:solidFill>
                <a:latin typeface="Arial"/>
                <a:ea typeface="Arial"/>
                <a:cs typeface="Arial"/>
              </a:defRPr>
            </a:lvl9pPr>
          </a:lstStyle>
          <a:p xmlns:a="http://schemas.openxmlformats.org/drawingml/2006/main">
            <a:pPr>
              <a:defRPr sz="3300" b="1">
                <a:solidFill>
                  <a:srgbClr val="152E3D"/>
                </a:solidFill>
                <a:latin typeface="Arial"/>
                <a:ea typeface="Arial"/>
                <a:cs typeface="Arial"/>
              </a:defRPr>
            </a:pPr>
            <a:r>
              <a:rPr sz="3300" b="1">
                <a:solidFill>
                  <a:srgbClr val="152E3D"/>
                </a:solidFill>
                <a:latin typeface="Arial"/>
                <a:ea typeface="Arial"/>
                <a:cs typeface="Arial"/>
              </a:rPr>
              <a:t>Yerleşik agentic search: API örneği</a:t>
            </a:r>
          </a:p>
        </p:txBody>
      </p:sp>
      <p:sp>
        <p:nvSpPr>
          <p:cNvPr id="2" name="">
            <a:extLst xmlns:a="http://schemas.openxmlformats.org/drawingml/2006/main">
              <a:ext uri="{FF2B5EF4-FFF2-40B4-BE49-F238E27FC236}">
                <a16:creationId xmlns:a16="http://schemas.microsoft.com/office/drawing/2014/main" id="{F81D3C34-177C-4EB6-94DC-949F7C765E23}"/>
              </a:ext>
            </a:extLst>
          </p:cNvPr>
          <p:cNvSpPr>
            <a:spLocks xmlns:a="http://schemas.openxmlformats.org/drawingml/2006/main" noGrp="1"/>
          </p:cNvSpPr>
          <p:nvPr/>
        </p:nvSpPr>
        <p:spPr>
          <a:xfrm xmlns:a="http://schemas.openxmlformats.org/drawingml/2006/main">
            <a:off x="647700" y="1362075"/>
            <a:ext cx="10896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50616A"/>
                </a:solidFill>
                <a:latin typeface="Arial"/>
                <a:ea typeface="Arial"/>
                <a:cs typeface="Arial"/>
              </a:defRPr>
            </a:defPPr>
            <a:lvl1pPr>
              <a:defRPr sz="1875" b="0">
                <a:solidFill>
                  <a:srgbClr val="50616A"/>
                </a:solidFill>
                <a:latin typeface="Arial"/>
                <a:ea typeface="Arial"/>
                <a:cs typeface="Arial"/>
              </a:defRPr>
            </a:lvl1pPr>
            <a:lvl2pPr>
              <a:defRPr sz="1875" b="0">
                <a:solidFill>
                  <a:srgbClr val="50616A"/>
                </a:solidFill>
                <a:latin typeface="Arial"/>
                <a:ea typeface="Arial"/>
                <a:cs typeface="Arial"/>
              </a:defRPr>
            </a:lvl2pPr>
            <a:lvl3pPr>
              <a:defRPr sz="1875" b="0">
                <a:solidFill>
                  <a:srgbClr val="50616A"/>
                </a:solidFill>
                <a:latin typeface="Arial"/>
                <a:ea typeface="Arial"/>
                <a:cs typeface="Arial"/>
              </a:defRPr>
            </a:lvl3pPr>
            <a:lvl4pPr>
              <a:defRPr sz="1875" b="0">
                <a:solidFill>
                  <a:srgbClr val="50616A"/>
                </a:solidFill>
                <a:latin typeface="Arial"/>
                <a:ea typeface="Arial"/>
                <a:cs typeface="Arial"/>
              </a:defRPr>
            </a:lvl4pPr>
            <a:lvl5pPr>
              <a:defRPr sz="1875" b="0">
                <a:solidFill>
                  <a:srgbClr val="50616A"/>
                </a:solidFill>
                <a:latin typeface="Arial"/>
                <a:ea typeface="Arial"/>
                <a:cs typeface="Arial"/>
              </a:defRPr>
            </a:lvl5pPr>
            <a:lvl6pPr>
              <a:defRPr sz="1875" b="0">
                <a:solidFill>
                  <a:srgbClr val="50616A"/>
                </a:solidFill>
                <a:latin typeface="Arial"/>
                <a:ea typeface="Arial"/>
                <a:cs typeface="Arial"/>
              </a:defRPr>
            </a:lvl6pPr>
            <a:lvl7pPr>
              <a:defRPr sz="1875" b="0">
                <a:solidFill>
                  <a:srgbClr val="50616A"/>
                </a:solidFill>
                <a:latin typeface="Arial"/>
                <a:ea typeface="Arial"/>
                <a:cs typeface="Arial"/>
              </a:defRPr>
            </a:lvl7pPr>
            <a:lvl8pPr>
              <a:defRPr sz="1875" b="0">
                <a:solidFill>
                  <a:srgbClr val="50616A"/>
                </a:solidFill>
                <a:latin typeface="Arial"/>
                <a:ea typeface="Arial"/>
                <a:cs typeface="Arial"/>
              </a:defRPr>
            </a:lvl8pPr>
            <a:lvl9pPr>
              <a:defRPr sz="1875" b="0">
                <a:solidFill>
                  <a:srgbClr val="50616A"/>
                </a:solidFill>
                <a:latin typeface="Arial"/>
                <a:ea typeface="Arial"/>
                <a:cs typeface="Arial"/>
              </a:defRPr>
            </a:lvl9pPr>
          </a:lstStyle>
          <a:p xmlns:a="http://schemas.openxmlformats.org/drawingml/2006/main">
            <a:pPr>
              <a:defRPr sz="1875" b="0">
                <a:solidFill>
                  <a:srgbClr val="50616A"/>
                </a:solidFill>
                <a:latin typeface="Arial"/>
                <a:ea typeface="Arial"/>
                <a:cs typeface="Arial"/>
              </a:defRPr>
            </a:pPr>
            <a:r>
              <a:rPr sz="1875" b="0">
                <a:solidFill>
                  <a:srgbClr val="50616A"/>
                </a:solidFill>
                <a:latin typeface="Arial"/>
                <a:ea typeface="Arial"/>
                <a:cs typeface="Arial"/>
              </a:rPr>
              <a:t>OpenSearch 3.2+. QueryPlanningTool + agentic_query_translator gerekir.</a:t>
            </a:r>
          </a:p>
        </p:txBody>
      </p:sp>
      <p:sp>
        <p:nvSpPr>
          <p:cNvPr id="3" name="">
            <a:extLst xmlns:a="http://schemas.openxmlformats.org/drawingml/2006/main">
              <a:ext uri="{FF2B5EF4-FFF2-40B4-BE49-F238E27FC236}">
                <a16:creationId xmlns:a16="http://schemas.microsoft.com/office/drawing/2014/main" id="{E64ADEB8-BFA6-4A15-81CF-4B35ADE3D60C}"/>
              </a:ext>
            </a:extLst>
          </p:cNvPr>
          <p:cNvSpPr>
            <a:spLocks xmlns:a="http://schemas.openxmlformats.org/drawingml/2006/main" noGrp="1"/>
          </p:cNvSpPr>
          <p:nvPr/>
        </p:nvSpPr>
        <p:spPr>
          <a:xfrm xmlns:a="http://schemas.openxmlformats.org/drawingml/2006/main">
            <a:off x="647700" y="2305050"/>
            <a:ext cx="108966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800" b="1">
                <a:solidFill>
                  <a:srgbClr val="007F83"/>
                </a:solidFill>
                <a:latin typeface="Courier New"/>
                <a:ea typeface="Courier New"/>
                <a:cs typeface="Courier New"/>
              </a:defRPr>
            </a:defPPr>
            <a:lvl1pPr>
              <a:defRPr sz="1800" b="1">
                <a:solidFill>
                  <a:srgbClr val="007F83"/>
                </a:solidFill>
                <a:latin typeface="Courier New"/>
                <a:ea typeface="Courier New"/>
                <a:cs typeface="Courier New"/>
              </a:defRPr>
            </a:lvl1pPr>
            <a:lvl2pPr>
              <a:defRPr sz="1800" b="1">
                <a:solidFill>
                  <a:srgbClr val="007F83"/>
                </a:solidFill>
                <a:latin typeface="Courier New"/>
                <a:ea typeface="Courier New"/>
                <a:cs typeface="Courier New"/>
              </a:defRPr>
            </a:lvl2pPr>
            <a:lvl3pPr>
              <a:defRPr sz="1800" b="1">
                <a:solidFill>
                  <a:srgbClr val="007F83"/>
                </a:solidFill>
                <a:latin typeface="Courier New"/>
                <a:ea typeface="Courier New"/>
                <a:cs typeface="Courier New"/>
              </a:defRPr>
            </a:lvl3pPr>
            <a:lvl4pPr>
              <a:defRPr sz="1800" b="1">
                <a:solidFill>
                  <a:srgbClr val="007F83"/>
                </a:solidFill>
                <a:latin typeface="Courier New"/>
                <a:ea typeface="Courier New"/>
                <a:cs typeface="Courier New"/>
              </a:defRPr>
            </a:lvl4pPr>
            <a:lvl5pPr>
              <a:defRPr sz="1800" b="1">
                <a:solidFill>
                  <a:srgbClr val="007F83"/>
                </a:solidFill>
                <a:latin typeface="Courier New"/>
                <a:ea typeface="Courier New"/>
                <a:cs typeface="Courier New"/>
              </a:defRPr>
            </a:lvl5pPr>
            <a:lvl6pPr>
              <a:defRPr sz="1800" b="1">
                <a:solidFill>
                  <a:srgbClr val="007F83"/>
                </a:solidFill>
                <a:latin typeface="Courier New"/>
                <a:ea typeface="Courier New"/>
                <a:cs typeface="Courier New"/>
              </a:defRPr>
            </a:lvl6pPr>
            <a:lvl7pPr>
              <a:defRPr sz="1800" b="1">
                <a:solidFill>
                  <a:srgbClr val="007F83"/>
                </a:solidFill>
                <a:latin typeface="Courier New"/>
                <a:ea typeface="Courier New"/>
                <a:cs typeface="Courier New"/>
              </a:defRPr>
            </a:lvl7pPr>
            <a:lvl8pPr>
              <a:defRPr sz="1800" b="1">
                <a:solidFill>
                  <a:srgbClr val="007F83"/>
                </a:solidFill>
                <a:latin typeface="Courier New"/>
                <a:ea typeface="Courier New"/>
                <a:cs typeface="Courier New"/>
              </a:defRPr>
            </a:lvl8pPr>
            <a:lvl9pPr>
              <a:defRPr sz="1800" b="1">
                <a:solidFill>
                  <a:srgbClr val="007F83"/>
                </a:solidFill>
                <a:latin typeface="Courier New"/>
                <a:ea typeface="Courier New"/>
                <a:cs typeface="Courier New"/>
              </a:defRPr>
            </a:lvl9pPr>
          </a:lstStyle>
          <a:p xmlns:a="http://schemas.openxmlformats.org/drawingml/2006/main">
            <a:pPr>
              <a:defRPr sz="1800" b="1">
                <a:solidFill>
                  <a:srgbClr val="007F83"/>
                </a:solidFill>
                <a:latin typeface="Courier New"/>
                <a:ea typeface="Courier New"/>
                <a:cs typeface="Courier New"/>
              </a:defRPr>
            </a:pPr>
            <a:r>
              <a:rPr sz="1800" b="1">
                <a:solidFill>
                  <a:srgbClr val="007F83"/>
                </a:solidFill>
                <a:latin typeface="Courier New"/>
                <a:ea typeface="Courier New"/>
                <a:cs typeface="Courier New"/>
              </a:rPr>
              <a:t>POST /logs_demo/_search?search_pipeline=logs-agentic</a:t>
            </a:r>
          </a:p>
          <a:p xmlns:a="http://schemas.openxmlformats.org/drawingml/2006/main">
            <a:pPr>
              <a:defRPr sz="1800" b="1">
                <a:solidFill>
                  <a:srgbClr val="007F83"/>
                </a:solidFill>
                <a:latin typeface="Courier New"/>
                <a:ea typeface="Courier New"/>
                <a:cs typeface="Courier New"/>
              </a:defRPr>
            </a:pPr>
            <a:r>
              <a:rPr sz="1800" b="1">
                <a:solidFill>
                  <a:srgbClr val="007F83"/>
                </a:solidFill>
                <a:latin typeface="Courier New"/>
                <a:ea typeface="Courier New"/>
                <a:cs typeface="Courier New"/>
              </a:rPr>
              <a:t>{</a:t>
            </a:r>
          </a:p>
          <a:p xmlns:a="http://schemas.openxmlformats.org/drawingml/2006/main">
            <a:pPr>
              <a:defRPr sz="1800" b="1">
                <a:solidFill>
                  <a:srgbClr val="007F83"/>
                </a:solidFill>
                <a:latin typeface="Courier New"/>
                <a:ea typeface="Courier New"/>
                <a:cs typeface="Courier New"/>
              </a:defRPr>
            </a:pPr>
            <a:r>
              <a:rPr sz="1800" b="1">
                <a:solidFill>
                  <a:srgbClr val="007F83"/>
                </a:solidFill>
                <a:latin typeface="Courier New"/>
                <a:ea typeface="Courier New"/>
                <a:cs typeface="Courier New"/>
              </a:rPr>
              <a:t>  "query": {"agentic": {</a:t>
            </a:r>
          </a:p>
          <a:p xmlns:a="http://schemas.openxmlformats.org/drawingml/2006/main">
            <a:pPr>
              <a:defRPr sz="1800" b="1">
                <a:solidFill>
                  <a:srgbClr val="007F83"/>
                </a:solidFill>
                <a:latin typeface="Courier New"/>
                <a:ea typeface="Courier New"/>
                <a:cs typeface="Courier New"/>
              </a:defRPr>
            </a:pPr>
            <a:r>
              <a:rPr sz="1800" b="1">
                <a:solidFill>
                  <a:srgbClr val="007F83"/>
                </a:solidFill>
                <a:latin typeface="Courier New"/>
                <a:ea typeface="Courier New"/>
                <a:cs typeface="Courier New"/>
              </a:rPr>
              <a:t>    "query_text": "checkout prod, 29 Oct 2026 10:00-10:15 UTC: 5xx",</a:t>
            </a:r>
          </a:p>
          <a:p xmlns:a="http://schemas.openxmlformats.org/drawingml/2006/main">
            <a:pPr>
              <a:defRPr sz="1800" b="1">
                <a:solidFill>
                  <a:srgbClr val="007F83"/>
                </a:solidFill>
                <a:latin typeface="Courier New"/>
                <a:ea typeface="Courier New"/>
                <a:cs typeface="Courier New"/>
              </a:defRPr>
            </a:pPr>
            <a:r>
              <a:rPr sz="1800" b="1">
                <a:solidFill>
                  <a:srgbClr val="007F83"/>
                </a:solidFill>
                <a:latin typeface="Courier New"/>
                <a:ea typeface="Courier New"/>
                <a:cs typeface="Courier New"/>
              </a:rPr>
              <a:t>    "query_fields": ["@timestamp", "service_name",</a:t>
            </a:r>
          </a:p>
          <a:p xmlns:a="http://schemas.openxmlformats.org/drawingml/2006/main">
            <a:pPr>
              <a:defRPr sz="1800" b="1">
                <a:solidFill>
                  <a:srgbClr val="007F83"/>
                </a:solidFill>
                <a:latin typeface="Courier New"/>
                <a:ea typeface="Courier New"/>
                <a:cs typeface="Courier New"/>
              </a:defRPr>
            </a:pPr>
            <a:r>
              <a:rPr sz="1800" b="1">
                <a:solidFill>
                  <a:srgbClr val="007F83"/>
                </a:solidFill>
                <a:latin typeface="Courier New"/>
                <a:ea typeface="Courier New"/>
                <a:cs typeface="Courier New"/>
              </a:rPr>
              <a:t>                     "environment", "status_code"]</a:t>
            </a:r>
          </a:p>
          <a:p xmlns:a="http://schemas.openxmlformats.org/drawingml/2006/main">
            <a:pPr>
              <a:defRPr sz="1800" b="1">
                <a:solidFill>
                  <a:srgbClr val="007F83"/>
                </a:solidFill>
                <a:latin typeface="Courier New"/>
                <a:ea typeface="Courier New"/>
                <a:cs typeface="Courier New"/>
              </a:defRPr>
            </a:pPr>
            <a:r>
              <a:rPr sz="1800" b="1">
                <a:solidFill>
                  <a:srgbClr val="007F83"/>
                </a:solidFill>
                <a:latin typeface="Courier New"/>
                <a:ea typeface="Courier New"/>
                <a:cs typeface="Courier New"/>
              </a:rPr>
              <a:t>  }}</a:t>
            </a:r>
          </a:p>
          <a:p xmlns:a="http://schemas.openxmlformats.org/drawingml/2006/main">
            <a:pPr>
              <a:defRPr sz="1800" b="1">
                <a:solidFill>
                  <a:srgbClr val="007F83"/>
                </a:solidFill>
                <a:latin typeface="Courier New"/>
                <a:ea typeface="Courier New"/>
                <a:cs typeface="Courier New"/>
              </a:defRPr>
            </a:pPr>
            <a:r>
              <a:rPr sz="1800" b="1">
                <a:solidFill>
                  <a:srgbClr val="007F83"/>
                </a:solidFill>
                <a:latin typeface="Courier New"/>
                <a:ea typeface="Courier New"/>
                <a:cs typeface="Courier New"/>
              </a:rPr>
              <a:t>}</a:t>
            </a:r>
          </a:p>
        </p:txBody>
      </p:sp>
      <p:sp>
        <p:nvSpPr>
          <p:cNvPr id="4" name="">
            <a:extLst xmlns:a="http://schemas.openxmlformats.org/drawingml/2006/main">
              <a:ext uri="{FF2B5EF4-FFF2-40B4-BE49-F238E27FC236}">
                <a16:creationId xmlns:a16="http://schemas.microsoft.com/office/drawing/2014/main" id="{4E0713B4-C089-4D9F-99BE-FE33D93E7D58}"/>
              </a:ext>
            </a:extLst>
          </p:cNvPr>
          <p:cNvSpPr>
            <a:spLocks xmlns:a="http://schemas.openxmlformats.org/drawingml/2006/main" noGrp="1"/>
          </p:cNvSpPr>
          <p:nvPr/>
        </p:nvSpPr>
        <p:spPr>
          <a:xfrm xmlns:a="http://schemas.openxmlformats.org/drawingml/2006/main">
            <a:off x="647700" y="5600700"/>
            <a:ext cx="10896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007F83"/>
                </a:solidFill>
                <a:latin typeface="Arial"/>
                <a:ea typeface="Arial"/>
                <a:cs typeface="Arial"/>
              </a:defRPr>
            </a:defPPr>
            <a:lvl1pPr>
              <a:defRPr sz="1950" b="1">
                <a:solidFill>
                  <a:srgbClr val="007F83"/>
                </a:solidFill>
                <a:latin typeface="Arial"/>
                <a:ea typeface="Arial"/>
                <a:cs typeface="Arial"/>
              </a:defRPr>
            </a:lvl1pPr>
            <a:lvl2pPr>
              <a:defRPr sz="1950" b="1">
                <a:solidFill>
                  <a:srgbClr val="007F83"/>
                </a:solidFill>
                <a:latin typeface="Arial"/>
                <a:ea typeface="Arial"/>
                <a:cs typeface="Arial"/>
              </a:defRPr>
            </a:lvl2pPr>
            <a:lvl3pPr>
              <a:defRPr sz="1950" b="1">
                <a:solidFill>
                  <a:srgbClr val="007F83"/>
                </a:solidFill>
                <a:latin typeface="Arial"/>
                <a:ea typeface="Arial"/>
                <a:cs typeface="Arial"/>
              </a:defRPr>
            </a:lvl3pPr>
            <a:lvl4pPr>
              <a:defRPr sz="1950" b="1">
                <a:solidFill>
                  <a:srgbClr val="007F83"/>
                </a:solidFill>
                <a:latin typeface="Arial"/>
                <a:ea typeface="Arial"/>
                <a:cs typeface="Arial"/>
              </a:defRPr>
            </a:lvl4pPr>
            <a:lvl5pPr>
              <a:defRPr sz="1950" b="1">
                <a:solidFill>
                  <a:srgbClr val="007F83"/>
                </a:solidFill>
                <a:latin typeface="Arial"/>
                <a:ea typeface="Arial"/>
                <a:cs typeface="Arial"/>
              </a:defRPr>
            </a:lvl5pPr>
            <a:lvl6pPr>
              <a:defRPr sz="1950" b="1">
                <a:solidFill>
                  <a:srgbClr val="007F83"/>
                </a:solidFill>
                <a:latin typeface="Arial"/>
                <a:ea typeface="Arial"/>
                <a:cs typeface="Arial"/>
              </a:defRPr>
            </a:lvl6pPr>
            <a:lvl7pPr>
              <a:defRPr sz="1950" b="1">
                <a:solidFill>
                  <a:srgbClr val="007F83"/>
                </a:solidFill>
                <a:latin typeface="Arial"/>
                <a:ea typeface="Arial"/>
                <a:cs typeface="Arial"/>
              </a:defRPr>
            </a:lvl7pPr>
            <a:lvl8pPr>
              <a:defRPr sz="1950" b="1">
                <a:solidFill>
                  <a:srgbClr val="007F83"/>
                </a:solidFill>
                <a:latin typeface="Arial"/>
                <a:ea typeface="Arial"/>
                <a:cs typeface="Arial"/>
              </a:defRPr>
            </a:lvl8pPr>
            <a:lvl9pPr>
              <a:defRPr sz="1950" b="1">
                <a:solidFill>
                  <a:srgbClr val="007F83"/>
                </a:solidFill>
                <a:latin typeface="Arial"/>
                <a:ea typeface="Arial"/>
                <a:cs typeface="Arial"/>
              </a:defRPr>
            </a:lvl9pPr>
          </a:lstStyle>
          <a:p xmlns:a="http://schemas.openxmlformats.org/drawingml/2006/main">
            <a:pPr>
              <a:defRPr sz="1950" b="1">
                <a:solidFill>
                  <a:srgbClr val="007F83"/>
                </a:solidFill>
                <a:latin typeface="Arial"/>
                <a:ea typeface="Arial"/>
                <a:cs typeface="Arial"/>
              </a:defRPr>
            </a:pPr>
            <a:r>
              <a:rPr sz="1950" b="1">
                <a:solidFill>
                  <a:srgbClr val="007F83"/>
                </a:solidFill>
                <a:latin typeface="Arial"/>
                <a:ea typeface="Arial"/>
                <a:cs typeface="Arial"/>
              </a:rPr>
              <a:t>query_fields modele ipucudur. Erişim yetkisi veya zorunlu filtre değildir.</a:t>
            </a:r>
          </a:p>
        </p:txBody>
      </p:sp>
      <p:sp>
        <p:nvSpPr>
          <p:cNvPr id="5" name="">
            <a:extLst xmlns:a="http://schemas.openxmlformats.org/drawingml/2006/main">
              <a:ext uri="{FF2B5EF4-FFF2-40B4-BE49-F238E27FC236}">
                <a16:creationId xmlns:a16="http://schemas.microsoft.com/office/drawing/2014/main" id="{7BB2BB18-9155-4CA0-9D73-F067236928D9}"/>
              </a:ext>
            </a:extLst>
          </p:cNvPr>
          <p:cNvSpPr>
            <a:spLocks xmlns:a="http://schemas.openxmlformats.org/drawingml/2006/main" noGrp="1"/>
          </p:cNvSpPr>
          <p:nvPr/>
        </p:nvSpPr>
        <p:spPr>
          <a:xfrm xmlns:a="http://schemas.openxmlformats.org/drawingml/2006/main">
            <a:off x="10858500" y="6429375"/>
            <a:ext cx="714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0616A"/>
                </a:solidFill>
                <a:latin typeface="Arial"/>
                <a:ea typeface="Arial"/>
                <a:cs typeface="Arial"/>
              </a:defRPr>
            </a:defPPr>
            <a:lvl1pPr>
              <a:defRPr sz="1200" b="0">
                <a:solidFill>
                  <a:srgbClr val="50616A"/>
                </a:solidFill>
                <a:latin typeface="Arial"/>
                <a:ea typeface="Arial"/>
                <a:cs typeface="Arial"/>
              </a:defRPr>
            </a:lvl1pPr>
            <a:lvl2pPr>
              <a:defRPr sz="1200" b="0">
                <a:solidFill>
                  <a:srgbClr val="50616A"/>
                </a:solidFill>
                <a:latin typeface="Arial"/>
                <a:ea typeface="Arial"/>
                <a:cs typeface="Arial"/>
              </a:defRPr>
            </a:lvl2pPr>
            <a:lvl3pPr>
              <a:defRPr sz="1200" b="0">
                <a:solidFill>
                  <a:srgbClr val="50616A"/>
                </a:solidFill>
                <a:latin typeface="Arial"/>
                <a:ea typeface="Arial"/>
                <a:cs typeface="Arial"/>
              </a:defRPr>
            </a:lvl3pPr>
            <a:lvl4pPr>
              <a:defRPr sz="1200" b="0">
                <a:solidFill>
                  <a:srgbClr val="50616A"/>
                </a:solidFill>
                <a:latin typeface="Arial"/>
                <a:ea typeface="Arial"/>
                <a:cs typeface="Arial"/>
              </a:defRPr>
            </a:lvl4pPr>
            <a:lvl5pPr>
              <a:defRPr sz="1200" b="0">
                <a:solidFill>
                  <a:srgbClr val="50616A"/>
                </a:solidFill>
                <a:latin typeface="Arial"/>
                <a:ea typeface="Arial"/>
                <a:cs typeface="Arial"/>
              </a:defRPr>
            </a:lvl5pPr>
            <a:lvl6pPr>
              <a:defRPr sz="1200" b="0">
                <a:solidFill>
                  <a:srgbClr val="50616A"/>
                </a:solidFill>
                <a:latin typeface="Arial"/>
                <a:ea typeface="Arial"/>
                <a:cs typeface="Arial"/>
              </a:defRPr>
            </a:lvl6pPr>
            <a:lvl7pPr>
              <a:defRPr sz="1200" b="0">
                <a:solidFill>
                  <a:srgbClr val="50616A"/>
                </a:solidFill>
                <a:latin typeface="Arial"/>
                <a:ea typeface="Arial"/>
                <a:cs typeface="Arial"/>
              </a:defRPr>
            </a:lvl7pPr>
            <a:lvl8pPr>
              <a:defRPr sz="1200" b="0">
                <a:solidFill>
                  <a:srgbClr val="50616A"/>
                </a:solidFill>
                <a:latin typeface="Arial"/>
                <a:ea typeface="Arial"/>
                <a:cs typeface="Arial"/>
              </a:defRPr>
            </a:lvl8pPr>
            <a:lvl9pPr>
              <a:defRPr sz="1200" b="0">
                <a:solidFill>
                  <a:srgbClr val="50616A"/>
                </a:solidFill>
                <a:latin typeface="Arial"/>
                <a:ea typeface="Arial"/>
                <a:cs typeface="Arial"/>
              </a:defRPr>
            </a:lvl9pPr>
          </a:lstStyle>
          <a:p xmlns:a="http://schemas.openxmlformats.org/drawingml/2006/main">
            <a:pPr>
              <a:defRPr sz="1200" b="0">
                <a:solidFill>
                  <a:srgbClr val="50616A"/>
                </a:solidFill>
                <a:latin typeface="Arial"/>
                <a:ea typeface="Arial"/>
                <a:cs typeface="Arial"/>
              </a:defRPr>
            </a:pPr>
            <a:r>
              <a:rPr sz="1200" b="0">
                <a:solidFill>
                  <a:srgbClr val="50616A"/>
                </a:solidFill>
                <a:latin typeface="Arial"/>
                <a:ea typeface="Arial"/>
                <a:cs typeface="Arial"/>
              </a:rPr>
              <a:t>14 / 26</a:t>
            </a:r>
          </a:p>
        </p:txBody>
      </p:sp>
      <p:sp>
        <p:nvSpPr>
          <p:cNvPr id="6" name="">
            <a:extLst xmlns:a="http://schemas.openxmlformats.org/drawingml/2006/main">
              <a:ext uri="{FF2B5EF4-FFF2-40B4-BE49-F238E27FC236}">
                <a16:creationId xmlns:a16="http://schemas.microsoft.com/office/drawing/2014/main" id="{B714099A-55A9-45E7-A27C-EFCE303B5E74}"/>
              </a:ext>
            </a:extLst>
          </p:cNvPr>
          <p:cNvSpPr>
            <a:spLocks xmlns:a="http://schemas.openxmlformats.org/drawingml/2006/main" noGrp="1"/>
          </p:cNvSpPr>
          <p:nvPr/>
        </p:nvSpPr>
        <p:spPr>
          <a:xfrm xmlns:a="http://schemas.openxmlformats.org/drawingml/2006/main">
            <a:off x="647700" y="6438900"/>
            <a:ext cx="98583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0616A"/>
                </a:solidFill>
                <a:latin typeface="Arial"/>
                <a:ea typeface="Arial"/>
                <a:cs typeface="Arial"/>
              </a:defRPr>
            </a:defPPr>
            <a:lvl1pPr>
              <a:defRPr sz="1050" b="0">
                <a:solidFill>
                  <a:srgbClr val="50616A"/>
                </a:solidFill>
                <a:latin typeface="Arial"/>
                <a:ea typeface="Arial"/>
                <a:cs typeface="Arial"/>
              </a:defRPr>
            </a:lvl1pPr>
            <a:lvl2pPr>
              <a:defRPr sz="1050" b="0">
                <a:solidFill>
                  <a:srgbClr val="50616A"/>
                </a:solidFill>
                <a:latin typeface="Arial"/>
                <a:ea typeface="Arial"/>
                <a:cs typeface="Arial"/>
              </a:defRPr>
            </a:lvl2pPr>
            <a:lvl3pPr>
              <a:defRPr sz="1050" b="0">
                <a:solidFill>
                  <a:srgbClr val="50616A"/>
                </a:solidFill>
                <a:latin typeface="Arial"/>
                <a:ea typeface="Arial"/>
                <a:cs typeface="Arial"/>
              </a:defRPr>
            </a:lvl3pPr>
            <a:lvl4pPr>
              <a:defRPr sz="1050" b="0">
                <a:solidFill>
                  <a:srgbClr val="50616A"/>
                </a:solidFill>
                <a:latin typeface="Arial"/>
                <a:ea typeface="Arial"/>
                <a:cs typeface="Arial"/>
              </a:defRPr>
            </a:lvl4pPr>
            <a:lvl5pPr>
              <a:defRPr sz="1050" b="0">
                <a:solidFill>
                  <a:srgbClr val="50616A"/>
                </a:solidFill>
                <a:latin typeface="Arial"/>
                <a:ea typeface="Arial"/>
                <a:cs typeface="Arial"/>
              </a:defRPr>
            </a:lvl5pPr>
            <a:lvl6pPr>
              <a:defRPr sz="1050" b="0">
                <a:solidFill>
                  <a:srgbClr val="50616A"/>
                </a:solidFill>
                <a:latin typeface="Arial"/>
                <a:ea typeface="Arial"/>
                <a:cs typeface="Arial"/>
              </a:defRPr>
            </a:lvl6pPr>
            <a:lvl7pPr>
              <a:defRPr sz="1050" b="0">
                <a:solidFill>
                  <a:srgbClr val="50616A"/>
                </a:solidFill>
                <a:latin typeface="Arial"/>
                <a:ea typeface="Arial"/>
                <a:cs typeface="Arial"/>
              </a:defRPr>
            </a:lvl7pPr>
            <a:lvl8pPr>
              <a:defRPr sz="1050" b="0">
                <a:solidFill>
                  <a:srgbClr val="50616A"/>
                </a:solidFill>
                <a:latin typeface="Arial"/>
                <a:ea typeface="Arial"/>
                <a:cs typeface="Arial"/>
              </a:defRPr>
            </a:lvl8pPr>
            <a:lvl9pPr>
              <a:defRPr sz="1050" b="0">
                <a:solidFill>
                  <a:srgbClr val="50616A"/>
                </a:solidFill>
                <a:latin typeface="Arial"/>
                <a:ea typeface="Arial"/>
                <a:cs typeface="Arial"/>
              </a:defRPr>
            </a:lvl9pPr>
          </a:lstStyle>
          <a:p xmlns:a="http://schemas.openxmlformats.org/drawingml/2006/main">
            <a:pPr>
              <a:defRPr sz="1050" b="0">
                <a:solidFill>
                  <a:srgbClr val="50616A"/>
                </a:solidFill>
                <a:latin typeface="Arial"/>
                <a:ea typeface="Arial"/>
                <a:cs typeface="Arial"/>
              </a:defRPr>
            </a:pPr>
            <a:r>
              <a:rPr sz="1050">
                <a:solidFill>
                  <a:srgbClr val="50616A"/>
                </a:solidFill>
                <a:latin typeface="Arial"/>
                <a:ea typeface="Arial"/>
                <a:cs typeface="Arial"/>
              </a:rPr>
              <a:t>Kaynaklar: </a:t>
            </a:r>
            <a:r>
              <a:rPr sz="1050">
                <a:solidFill>
                  <a:srgbClr val="50616A"/>
                </a:solidFill>
                <a:latin typeface="Arial"/>
                <a:ea typeface="Arial"/>
                <a:cs typeface="Arial"/>
                <a:hlinkClick xmlns:r="http://schemas.openxmlformats.org/officeDocument/2006/relationships" r:id="R6cb54d7bac064c9b"/>
              </a:rPr>
              <a:t>S26  </a:t>
            </a:r>
            <a:r>
              <a:rPr sz="1050">
                <a:solidFill>
                  <a:srgbClr val="50616A"/>
                </a:solidFill>
                <a:latin typeface="Arial"/>
                <a:ea typeface="Arial"/>
                <a:cs typeface="Arial"/>
                <a:hlinkClick xmlns:r="http://schemas.openxmlformats.org/officeDocument/2006/relationships" r:id="R82e442cdca2e442e"/>
              </a:rPr>
              <a:t>S27  </a:t>
            </a:r>
            <a:r>
              <a:rPr sz="1050">
                <a:solidFill>
                  <a:srgbClr val="50616A"/>
                </a:solidFill>
                <a:latin typeface="Arial"/>
                <a:ea typeface="Arial"/>
                <a:cs typeface="Arial"/>
                <a:hlinkClick xmlns:r="http://schemas.openxmlformats.org/officeDocument/2006/relationships" r:id="R60911dd038ac4e07"/>
              </a:rPr>
              <a:t>S28  </a:t>
            </a:r>
          </a:p>
        </p:txBody>
      </p:sp>
    </p:spTree>
    <p:extLst>
      <p:ext uri="{BB962C8B-B14F-4D97-AF65-F5344CB8AC3E}">
        <p14:creationId xmlns:p14="http://schemas.microsoft.com/office/powerpoint/2010/main" val="34153329"/>
      </p:ext>
    </p:extLst>
  </p:cSld>
</p:sld>
</file>

<file path=ppt/slides/slide15.xml><?xml version="1.0" encoding="utf-8"?>
<p:sld xmlns:p="http://schemas.openxmlformats.org/presentationml/2006/main">
  <p:cSld>
    <p:bg>
      <p:bgPr>
        <a:solidFill xmlns:a="http://schemas.openxmlformats.org/drawingml/2006/main">
          <a:srgbClr val="F5F4F0"/>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AE1C70A-3380-4C8D-809C-C53BEE5A5586}"/>
              </a:ext>
            </a:extLst>
          </p:cNvPr>
          <p:cNvSpPr>
            <a:spLocks xmlns:a="http://schemas.openxmlformats.org/drawingml/2006/main" noGrp="1"/>
          </p:cNvSpPr>
          <p:nvPr/>
        </p:nvSpPr>
        <p:spPr>
          <a:xfrm xmlns:a="http://schemas.openxmlformats.org/drawingml/2006/main">
            <a:off x="647700" y="49530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52E3D"/>
                </a:solidFill>
                <a:latin typeface="Arial"/>
                <a:ea typeface="Arial"/>
                <a:cs typeface="Arial"/>
              </a:defRPr>
            </a:defPPr>
            <a:lvl1pPr>
              <a:defRPr sz="3300" b="1">
                <a:solidFill>
                  <a:srgbClr val="152E3D"/>
                </a:solidFill>
                <a:latin typeface="Arial"/>
                <a:ea typeface="Arial"/>
                <a:cs typeface="Arial"/>
              </a:defRPr>
            </a:lvl1pPr>
            <a:lvl2pPr>
              <a:defRPr sz="3300" b="1">
                <a:solidFill>
                  <a:srgbClr val="152E3D"/>
                </a:solidFill>
                <a:latin typeface="Arial"/>
                <a:ea typeface="Arial"/>
                <a:cs typeface="Arial"/>
              </a:defRPr>
            </a:lvl2pPr>
            <a:lvl3pPr>
              <a:defRPr sz="3300" b="1">
                <a:solidFill>
                  <a:srgbClr val="152E3D"/>
                </a:solidFill>
                <a:latin typeface="Arial"/>
                <a:ea typeface="Arial"/>
                <a:cs typeface="Arial"/>
              </a:defRPr>
            </a:lvl3pPr>
            <a:lvl4pPr>
              <a:defRPr sz="3300" b="1">
                <a:solidFill>
                  <a:srgbClr val="152E3D"/>
                </a:solidFill>
                <a:latin typeface="Arial"/>
                <a:ea typeface="Arial"/>
                <a:cs typeface="Arial"/>
              </a:defRPr>
            </a:lvl4pPr>
            <a:lvl5pPr>
              <a:defRPr sz="3300" b="1">
                <a:solidFill>
                  <a:srgbClr val="152E3D"/>
                </a:solidFill>
                <a:latin typeface="Arial"/>
                <a:ea typeface="Arial"/>
                <a:cs typeface="Arial"/>
              </a:defRPr>
            </a:lvl5pPr>
            <a:lvl6pPr>
              <a:defRPr sz="3300" b="1">
                <a:solidFill>
                  <a:srgbClr val="152E3D"/>
                </a:solidFill>
                <a:latin typeface="Arial"/>
                <a:ea typeface="Arial"/>
                <a:cs typeface="Arial"/>
              </a:defRPr>
            </a:lvl6pPr>
            <a:lvl7pPr>
              <a:defRPr sz="3300" b="1">
                <a:solidFill>
                  <a:srgbClr val="152E3D"/>
                </a:solidFill>
                <a:latin typeface="Arial"/>
                <a:ea typeface="Arial"/>
                <a:cs typeface="Arial"/>
              </a:defRPr>
            </a:lvl7pPr>
            <a:lvl8pPr>
              <a:defRPr sz="3300" b="1">
                <a:solidFill>
                  <a:srgbClr val="152E3D"/>
                </a:solidFill>
                <a:latin typeface="Arial"/>
                <a:ea typeface="Arial"/>
                <a:cs typeface="Arial"/>
              </a:defRPr>
            </a:lvl8pPr>
            <a:lvl9pPr>
              <a:defRPr sz="3300" b="1">
                <a:solidFill>
                  <a:srgbClr val="152E3D"/>
                </a:solidFill>
                <a:latin typeface="Arial"/>
                <a:ea typeface="Arial"/>
                <a:cs typeface="Arial"/>
              </a:defRPr>
            </a:lvl9pPr>
          </a:lstStyle>
          <a:p xmlns:a="http://schemas.openxmlformats.org/drawingml/2006/main">
            <a:pPr>
              <a:defRPr sz="3300" b="1">
                <a:solidFill>
                  <a:srgbClr val="152E3D"/>
                </a:solidFill>
                <a:latin typeface="Arial"/>
                <a:ea typeface="Arial"/>
                <a:cs typeface="Arial"/>
              </a:defRPr>
            </a:pPr>
            <a:r>
              <a:rPr sz="3300" b="1">
                <a:solidFill>
                  <a:srgbClr val="152E3D"/>
                </a:solidFill>
                <a:latin typeface="Arial"/>
                <a:ea typeface="Arial"/>
                <a:cs typeface="Arial"/>
              </a:rPr>
              <a:t>Agentın cevabını denetlenebilir kılan sınırlar</a:t>
            </a:r>
          </a:p>
        </p:txBody>
      </p:sp>
      <p:sp>
        <p:nvSpPr>
          <p:cNvPr id="2" name="">
            <a:extLst xmlns:a="http://schemas.openxmlformats.org/drawingml/2006/main">
              <a:ext uri="{FF2B5EF4-FFF2-40B4-BE49-F238E27FC236}">
                <a16:creationId xmlns:a16="http://schemas.microsoft.com/office/drawing/2014/main" id="{2F8AC53C-A41B-4825-950D-6FFFA9956FB8}"/>
              </a:ext>
            </a:extLst>
          </p:cNvPr>
          <p:cNvSpPr>
            <a:spLocks xmlns:a="http://schemas.openxmlformats.org/drawingml/2006/main" noGrp="1"/>
          </p:cNvSpPr>
          <p:nvPr/>
        </p:nvSpPr>
        <p:spPr>
          <a:xfrm xmlns:a="http://schemas.openxmlformats.org/drawingml/2006/main">
            <a:off x="647700" y="1685925"/>
            <a:ext cx="1952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007F83"/>
                </a:solidFill>
                <a:latin typeface="Arial"/>
                <a:ea typeface="Arial"/>
                <a:cs typeface="Arial"/>
              </a:defRPr>
            </a:defPPr>
            <a:lvl1pPr>
              <a:defRPr sz="2175" b="1">
                <a:solidFill>
                  <a:srgbClr val="007F83"/>
                </a:solidFill>
                <a:latin typeface="Arial"/>
                <a:ea typeface="Arial"/>
                <a:cs typeface="Arial"/>
              </a:defRPr>
            </a:lvl1pPr>
            <a:lvl2pPr>
              <a:defRPr sz="2175" b="1">
                <a:solidFill>
                  <a:srgbClr val="007F83"/>
                </a:solidFill>
                <a:latin typeface="Arial"/>
                <a:ea typeface="Arial"/>
                <a:cs typeface="Arial"/>
              </a:defRPr>
            </a:lvl2pPr>
            <a:lvl3pPr>
              <a:defRPr sz="2175" b="1">
                <a:solidFill>
                  <a:srgbClr val="007F83"/>
                </a:solidFill>
                <a:latin typeface="Arial"/>
                <a:ea typeface="Arial"/>
                <a:cs typeface="Arial"/>
              </a:defRPr>
            </a:lvl3pPr>
            <a:lvl4pPr>
              <a:defRPr sz="2175" b="1">
                <a:solidFill>
                  <a:srgbClr val="007F83"/>
                </a:solidFill>
                <a:latin typeface="Arial"/>
                <a:ea typeface="Arial"/>
                <a:cs typeface="Arial"/>
              </a:defRPr>
            </a:lvl4pPr>
            <a:lvl5pPr>
              <a:defRPr sz="2175" b="1">
                <a:solidFill>
                  <a:srgbClr val="007F83"/>
                </a:solidFill>
                <a:latin typeface="Arial"/>
                <a:ea typeface="Arial"/>
                <a:cs typeface="Arial"/>
              </a:defRPr>
            </a:lvl5pPr>
            <a:lvl6pPr>
              <a:defRPr sz="2175" b="1">
                <a:solidFill>
                  <a:srgbClr val="007F83"/>
                </a:solidFill>
                <a:latin typeface="Arial"/>
                <a:ea typeface="Arial"/>
                <a:cs typeface="Arial"/>
              </a:defRPr>
            </a:lvl6pPr>
            <a:lvl7pPr>
              <a:defRPr sz="2175" b="1">
                <a:solidFill>
                  <a:srgbClr val="007F83"/>
                </a:solidFill>
                <a:latin typeface="Arial"/>
                <a:ea typeface="Arial"/>
                <a:cs typeface="Arial"/>
              </a:defRPr>
            </a:lvl7pPr>
            <a:lvl8pPr>
              <a:defRPr sz="2175" b="1">
                <a:solidFill>
                  <a:srgbClr val="007F83"/>
                </a:solidFill>
                <a:latin typeface="Arial"/>
                <a:ea typeface="Arial"/>
                <a:cs typeface="Arial"/>
              </a:defRPr>
            </a:lvl8pPr>
            <a:lvl9pPr>
              <a:defRPr sz="2175" b="1">
                <a:solidFill>
                  <a:srgbClr val="007F83"/>
                </a:solidFill>
                <a:latin typeface="Arial"/>
                <a:ea typeface="Arial"/>
                <a:cs typeface="Arial"/>
              </a:defRPr>
            </a:lvl9pPr>
          </a:lstStyle>
          <a:p xmlns:a="http://schemas.openxmlformats.org/drawingml/2006/main">
            <a:pPr>
              <a:defRPr sz="2175" b="1">
                <a:solidFill>
                  <a:srgbClr val="007F83"/>
                </a:solidFill>
                <a:latin typeface="Arial"/>
                <a:ea typeface="Arial"/>
                <a:cs typeface="Arial"/>
              </a:defRPr>
            </a:pPr>
            <a:r>
              <a:rPr sz="2175" b="1">
                <a:solidFill>
                  <a:srgbClr val="007F83"/>
                </a:solidFill>
                <a:latin typeface="Arial"/>
                <a:ea typeface="Arial"/>
                <a:cs typeface="Arial"/>
              </a:rPr>
              <a:t>Yetki</a:t>
            </a:r>
          </a:p>
        </p:txBody>
      </p:sp>
      <p:sp>
        <p:nvSpPr>
          <p:cNvPr id="3" name="">
            <a:extLst xmlns:a="http://schemas.openxmlformats.org/drawingml/2006/main">
              <a:ext uri="{FF2B5EF4-FFF2-40B4-BE49-F238E27FC236}">
                <a16:creationId xmlns:a16="http://schemas.microsoft.com/office/drawing/2014/main" id="{2BE5BD23-E2F4-4104-81DD-405986662CF9}"/>
              </a:ext>
            </a:extLst>
          </p:cNvPr>
          <p:cNvSpPr>
            <a:spLocks xmlns:a="http://schemas.openxmlformats.org/drawingml/2006/main" noGrp="1"/>
          </p:cNvSpPr>
          <p:nvPr/>
        </p:nvSpPr>
        <p:spPr>
          <a:xfrm xmlns:a="http://schemas.openxmlformats.org/drawingml/2006/main">
            <a:off x="2790825" y="1695450"/>
            <a:ext cx="87534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152E3D"/>
                </a:solidFill>
                <a:latin typeface="Arial"/>
                <a:ea typeface="Arial"/>
                <a:cs typeface="Arial"/>
              </a:defRPr>
            </a:defPPr>
            <a:lvl1pPr>
              <a:defRPr sz="2025" b="0">
                <a:solidFill>
                  <a:srgbClr val="152E3D"/>
                </a:solidFill>
                <a:latin typeface="Arial"/>
                <a:ea typeface="Arial"/>
                <a:cs typeface="Arial"/>
              </a:defRPr>
            </a:lvl1pPr>
            <a:lvl2pPr>
              <a:defRPr sz="2025" b="0">
                <a:solidFill>
                  <a:srgbClr val="152E3D"/>
                </a:solidFill>
                <a:latin typeface="Arial"/>
                <a:ea typeface="Arial"/>
                <a:cs typeface="Arial"/>
              </a:defRPr>
            </a:lvl2pPr>
            <a:lvl3pPr>
              <a:defRPr sz="2025" b="0">
                <a:solidFill>
                  <a:srgbClr val="152E3D"/>
                </a:solidFill>
                <a:latin typeface="Arial"/>
                <a:ea typeface="Arial"/>
                <a:cs typeface="Arial"/>
              </a:defRPr>
            </a:lvl3pPr>
            <a:lvl4pPr>
              <a:defRPr sz="2025" b="0">
                <a:solidFill>
                  <a:srgbClr val="152E3D"/>
                </a:solidFill>
                <a:latin typeface="Arial"/>
                <a:ea typeface="Arial"/>
                <a:cs typeface="Arial"/>
              </a:defRPr>
            </a:lvl4pPr>
            <a:lvl5pPr>
              <a:defRPr sz="2025" b="0">
                <a:solidFill>
                  <a:srgbClr val="152E3D"/>
                </a:solidFill>
                <a:latin typeface="Arial"/>
                <a:ea typeface="Arial"/>
                <a:cs typeface="Arial"/>
              </a:defRPr>
            </a:lvl5pPr>
            <a:lvl6pPr>
              <a:defRPr sz="2025" b="0">
                <a:solidFill>
                  <a:srgbClr val="152E3D"/>
                </a:solidFill>
                <a:latin typeface="Arial"/>
                <a:ea typeface="Arial"/>
                <a:cs typeface="Arial"/>
              </a:defRPr>
            </a:lvl6pPr>
            <a:lvl7pPr>
              <a:defRPr sz="2025" b="0">
                <a:solidFill>
                  <a:srgbClr val="152E3D"/>
                </a:solidFill>
                <a:latin typeface="Arial"/>
                <a:ea typeface="Arial"/>
                <a:cs typeface="Arial"/>
              </a:defRPr>
            </a:lvl7pPr>
            <a:lvl8pPr>
              <a:defRPr sz="2025" b="0">
                <a:solidFill>
                  <a:srgbClr val="152E3D"/>
                </a:solidFill>
                <a:latin typeface="Arial"/>
                <a:ea typeface="Arial"/>
                <a:cs typeface="Arial"/>
              </a:defRPr>
            </a:lvl8pPr>
            <a:lvl9pPr>
              <a:defRPr sz="2025" b="0">
                <a:solidFill>
                  <a:srgbClr val="152E3D"/>
                </a:solidFill>
                <a:latin typeface="Arial"/>
                <a:ea typeface="Arial"/>
                <a:cs typeface="Arial"/>
              </a:defRPr>
            </a:lvl9pPr>
          </a:lstStyle>
          <a:p xmlns:a="http://schemas.openxmlformats.org/drawingml/2006/main">
            <a:pPr>
              <a:defRPr sz="2025" b="0">
                <a:solidFill>
                  <a:srgbClr val="152E3D"/>
                </a:solidFill>
                <a:latin typeface="Arial"/>
                <a:ea typeface="Arial"/>
                <a:cs typeface="Arial"/>
              </a:defRPr>
            </a:pPr>
            <a:r>
              <a:rPr sz="2025" b="0">
                <a:solidFill>
                  <a:srgbClr val="152E3D"/>
                </a:solidFill>
                <a:latin typeface="Arial"/>
                <a:ea typeface="Arial"/>
                <a:cs typeface="Arial"/>
              </a:rPr>
              <a:t>Yalnız okuma. İndeks ve alan izinlerini backend uygular.</a:t>
            </a:r>
          </a:p>
        </p:txBody>
      </p:sp>
      <p:sp>
        <p:nvSpPr>
          <p:cNvPr id="4" name="">
            <a:extLst xmlns:a="http://schemas.openxmlformats.org/drawingml/2006/main">
              <a:ext uri="{FF2B5EF4-FFF2-40B4-BE49-F238E27FC236}">
                <a16:creationId xmlns:a16="http://schemas.microsoft.com/office/drawing/2014/main" id="{E428D979-0326-47AE-8858-ACF354AC7048}"/>
              </a:ext>
            </a:extLst>
          </p:cNvPr>
          <p:cNvSpPr>
            <a:spLocks xmlns:a="http://schemas.openxmlformats.org/drawingml/2006/main" noGrp="1"/>
          </p:cNvSpPr>
          <p:nvPr/>
        </p:nvSpPr>
        <p:spPr>
          <a:xfrm xmlns:a="http://schemas.openxmlformats.org/drawingml/2006/main">
            <a:off x="647700" y="2628900"/>
            <a:ext cx="1952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007F83"/>
                </a:solidFill>
                <a:latin typeface="Arial"/>
                <a:ea typeface="Arial"/>
                <a:cs typeface="Arial"/>
              </a:defRPr>
            </a:defPPr>
            <a:lvl1pPr>
              <a:defRPr sz="2175" b="1">
                <a:solidFill>
                  <a:srgbClr val="007F83"/>
                </a:solidFill>
                <a:latin typeface="Arial"/>
                <a:ea typeface="Arial"/>
                <a:cs typeface="Arial"/>
              </a:defRPr>
            </a:lvl1pPr>
            <a:lvl2pPr>
              <a:defRPr sz="2175" b="1">
                <a:solidFill>
                  <a:srgbClr val="007F83"/>
                </a:solidFill>
                <a:latin typeface="Arial"/>
                <a:ea typeface="Arial"/>
                <a:cs typeface="Arial"/>
              </a:defRPr>
            </a:lvl2pPr>
            <a:lvl3pPr>
              <a:defRPr sz="2175" b="1">
                <a:solidFill>
                  <a:srgbClr val="007F83"/>
                </a:solidFill>
                <a:latin typeface="Arial"/>
                <a:ea typeface="Arial"/>
                <a:cs typeface="Arial"/>
              </a:defRPr>
            </a:lvl3pPr>
            <a:lvl4pPr>
              <a:defRPr sz="2175" b="1">
                <a:solidFill>
                  <a:srgbClr val="007F83"/>
                </a:solidFill>
                <a:latin typeface="Arial"/>
                <a:ea typeface="Arial"/>
                <a:cs typeface="Arial"/>
              </a:defRPr>
            </a:lvl4pPr>
            <a:lvl5pPr>
              <a:defRPr sz="2175" b="1">
                <a:solidFill>
                  <a:srgbClr val="007F83"/>
                </a:solidFill>
                <a:latin typeface="Arial"/>
                <a:ea typeface="Arial"/>
                <a:cs typeface="Arial"/>
              </a:defRPr>
            </a:lvl5pPr>
            <a:lvl6pPr>
              <a:defRPr sz="2175" b="1">
                <a:solidFill>
                  <a:srgbClr val="007F83"/>
                </a:solidFill>
                <a:latin typeface="Arial"/>
                <a:ea typeface="Arial"/>
                <a:cs typeface="Arial"/>
              </a:defRPr>
            </a:lvl6pPr>
            <a:lvl7pPr>
              <a:defRPr sz="2175" b="1">
                <a:solidFill>
                  <a:srgbClr val="007F83"/>
                </a:solidFill>
                <a:latin typeface="Arial"/>
                <a:ea typeface="Arial"/>
                <a:cs typeface="Arial"/>
              </a:defRPr>
            </a:lvl7pPr>
            <a:lvl8pPr>
              <a:defRPr sz="2175" b="1">
                <a:solidFill>
                  <a:srgbClr val="007F83"/>
                </a:solidFill>
                <a:latin typeface="Arial"/>
                <a:ea typeface="Arial"/>
                <a:cs typeface="Arial"/>
              </a:defRPr>
            </a:lvl8pPr>
            <a:lvl9pPr>
              <a:defRPr sz="2175" b="1">
                <a:solidFill>
                  <a:srgbClr val="007F83"/>
                </a:solidFill>
                <a:latin typeface="Arial"/>
                <a:ea typeface="Arial"/>
                <a:cs typeface="Arial"/>
              </a:defRPr>
            </a:lvl9pPr>
          </a:lstStyle>
          <a:p xmlns:a="http://schemas.openxmlformats.org/drawingml/2006/main">
            <a:pPr>
              <a:defRPr sz="2175" b="1">
                <a:solidFill>
                  <a:srgbClr val="007F83"/>
                </a:solidFill>
                <a:latin typeface="Arial"/>
                <a:ea typeface="Arial"/>
                <a:cs typeface="Arial"/>
              </a:defRPr>
            </a:pPr>
            <a:r>
              <a:rPr sz="2175" b="1">
                <a:solidFill>
                  <a:srgbClr val="007F83"/>
                </a:solidFill>
                <a:latin typeface="Arial"/>
                <a:ea typeface="Arial"/>
                <a:cs typeface="Arial"/>
              </a:rPr>
              <a:t>Bütçe</a:t>
            </a:r>
          </a:p>
        </p:txBody>
      </p:sp>
      <p:sp>
        <p:nvSpPr>
          <p:cNvPr id="5" name="">
            <a:extLst xmlns:a="http://schemas.openxmlformats.org/drawingml/2006/main">
              <a:ext uri="{FF2B5EF4-FFF2-40B4-BE49-F238E27FC236}">
                <a16:creationId xmlns:a16="http://schemas.microsoft.com/office/drawing/2014/main" id="{B705831E-4AC2-4F22-A88A-802E868A1DC5}"/>
              </a:ext>
            </a:extLst>
          </p:cNvPr>
          <p:cNvSpPr>
            <a:spLocks xmlns:a="http://schemas.openxmlformats.org/drawingml/2006/main" noGrp="1"/>
          </p:cNvSpPr>
          <p:nvPr/>
        </p:nvSpPr>
        <p:spPr>
          <a:xfrm xmlns:a="http://schemas.openxmlformats.org/drawingml/2006/main">
            <a:off x="2790825" y="2638425"/>
            <a:ext cx="87534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152E3D"/>
                </a:solidFill>
                <a:latin typeface="Arial"/>
                <a:ea typeface="Arial"/>
                <a:cs typeface="Arial"/>
              </a:defRPr>
            </a:defPPr>
            <a:lvl1pPr>
              <a:defRPr sz="2025" b="0">
                <a:solidFill>
                  <a:srgbClr val="152E3D"/>
                </a:solidFill>
                <a:latin typeface="Arial"/>
                <a:ea typeface="Arial"/>
                <a:cs typeface="Arial"/>
              </a:defRPr>
            </a:lvl1pPr>
            <a:lvl2pPr>
              <a:defRPr sz="2025" b="0">
                <a:solidFill>
                  <a:srgbClr val="152E3D"/>
                </a:solidFill>
                <a:latin typeface="Arial"/>
                <a:ea typeface="Arial"/>
                <a:cs typeface="Arial"/>
              </a:defRPr>
            </a:lvl2pPr>
            <a:lvl3pPr>
              <a:defRPr sz="2025" b="0">
                <a:solidFill>
                  <a:srgbClr val="152E3D"/>
                </a:solidFill>
                <a:latin typeface="Arial"/>
                <a:ea typeface="Arial"/>
                <a:cs typeface="Arial"/>
              </a:defRPr>
            </a:lvl3pPr>
            <a:lvl4pPr>
              <a:defRPr sz="2025" b="0">
                <a:solidFill>
                  <a:srgbClr val="152E3D"/>
                </a:solidFill>
                <a:latin typeface="Arial"/>
                <a:ea typeface="Arial"/>
                <a:cs typeface="Arial"/>
              </a:defRPr>
            </a:lvl4pPr>
            <a:lvl5pPr>
              <a:defRPr sz="2025" b="0">
                <a:solidFill>
                  <a:srgbClr val="152E3D"/>
                </a:solidFill>
                <a:latin typeface="Arial"/>
                <a:ea typeface="Arial"/>
                <a:cs typeface="Arial"/>
              </a:defRPr>
            </a:lvl5pPr>
            <a:lvl6pPr>
              <a:defRPr sz="2025" b="0">
                <a:solidFill>
                  <a:srgbClr val="152E3D"/>
                </a:solidFill>
                <a:latin typeface="Arial"/>
                <a:ea typeface="Arial"/>
                <a:cs typeface="Arial"/>
              </a:defRPr>
            </a:lvl6pPr>
            <a:lvl7pPr>
              <a:defRPr sz="2025" b="0">
                <a:solidFill>
                  <a:srgbClr val="152E3D"/>
                </a:solidFill>
                <a:latin typeface="Arial"/>
                <a:ea typeface="Arial"/>
                <a:cs typeface="Arial"/>
              </a:defRPr>
            </a:lvl7pPr>
            <a:lvl8pPr>
              <a:defRPr sz="2025" b="0">
                <a:solidFill>
                  <a:srgbClr val="152E3D"/>
                </a:solidFill>
                <a:latin typeface="Arial"/>
                <a:ea typeface="Arial"/>
                <a:cs typeface="Arial"/>
              </a:defRPr>
            </a:lvl8pPr>
            <a:lvl9pPr>
              <a:defRPr sz="2025" b="0">
                <a:solidFill>
                  <a:srgbClr val="152E3D"/>
                </a:solidFill>
                <a:latin typeface="Arial"/>
                <a:ea typeface="Arial"/>
                <a:cs typeface="Arial"/>
              </a:defRPr>
            </a:lvl9pPr>
          </a:lstStyle>
          <a:p xmlns:a="http://schemas.openxmlformats.org/drawingml/2006/main">
            <a:pPr>
              <a:defRPr sz="2025" b="0">
                <a:solidFill>
                  <a:srgbClr val="152E3D"/>
                </a:solidFill>
                <a:latin typeface="Arial"/>
                <a:ea typeface="Arial"/>
                <a:cs typeface="Arial"/>
              </a:defRPr>
            </a:pPr>
            <a:r>
              <a:rPr sz="2025" b="0">
                <a:solidFill>
                  <a:srgbClr val="152E3D"/>
                </a:solidFill>
                <a:latin typeface="Arial"/>
                <a:ea typeface="Arial"/>
                <a:cs typeface="Arial"/>
              </a:rPr>
              <a:t>Zaman penceresi, sonuç sayısı ve araç çağrısı üst sınırı.</a:t>
            </a:r>
          </a:p>
        </p:txBody>
      </p:sp>
      <p:sp>
        <p:nvSpPr>
          <p:cNvPr id="6" name="">
            <a:extLst xmlns:a="http://schemas.openxmlformats.org/drawingml/2006/main">
              <a:ext uri="{FF2B5EF4-FFF2-40B4-BE49-F238E27FC236}">
                <a16:creationId xmlns:a16="http://schemas.microsoft.com/office/drawing/2014/main" id="{5D87F127-DD7A-4174-939A-0D1C37AF1982}"/>
              </a:ext>
            </a:extLst>
          </p:cNvPr>
          <p:cNvSpPr>
            <a:spLocks xmlns:a="http://schemas.openxmlformats.org/drawingml/2006/main" noGrp="1"/>
          </p:cNvSpPr>
          <p:nvPr/>
        </p:nvSpPr>
        <p:spPr>
          <a:xfrm xmlns:a="http://schemas.openxmlformats.org/drawingml/2006/main">
            <a:off x="647700" y="3571875"/>
            <a:ext cx="1952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007F83"/>
                </a:solidFill>
                <a:latin typeface="Arial"/>
                <a:ea typeface="Arial"/>
                <a:cs typeface="Arial"/>
              </a:defRPr>
            </a:defPPr>
            <a:lvl1pPr>
              <a:defRPr sz="2175" b="1">
                <a:solidFill>
                  <a:srgbClr val="007F83"/>
                </a:solidFill>
                <a:latin typeface="Arial"/>
                <a:ea typeface="Arial"/>
                <a:cs typeface="Arial"/>
              </a:defRPr>
            </a:lvl1pPr>
            <a:lvl2pPr>
              <a:defRPr sz="2175" b="1">
                <a:solidFill>
                  <a:srgbClr val="007F83"/>
                </a:solidFill>
                <a:latin typeface="Arial"/>
                <a:ea typeface="Arial"/>
                <a:cs typeface="Arial"/>
              </a:defRPr>
            </a:lvl2pPr>
            <a:lvl3pPr>
              <a:defRPr sz="2175" b="1">
                <a:solidFill>
                  <a:srgbClr val="007F83"/>
                </a:solidFill>
                <a:latin typeface="Arial"/>
                <a:ea typeface="Arial"/>
                <a:cs typeface="Arial"/>
              </a:defRPr>
            </a:lvl3pPr>
            <a:lvl4pPr>
              <a:defRPr sz="2175" b="1">
                <a:solidFill>
                  <a:srgbClr val="007F83"/>
                </a:solidFill>
                <a:latin typeface="Arial"/>
                <a:ea typeface="Arial"/>
                <a:cs typeface="Arial"/>
              </a:defRPr>
            </a:lvl4pPr>
            <a:lvl5pPr>
              <a:defRPr sz="2175" b="1">
                <a:solidFill>
                  <a:srgbClr val="007F83"/>
                </a:solidFill>
                <a:latin typeface="Arial"/>
                <a:ea typeface="Arial"/>
                <a:cs typeface="Arial"/>
              </a:defRPr>
            </a:lvl5pPr>
            <a:lvl6pPr>
              <a:defRPr sz="2175" b="1">
                <a:solidFill>
                  <a:srgbClr val="007F83"/>
                </a:solidFill>
                <a:latin typeface="Arial"/>
                <a:ea typeface="Arial"/>
                <a:cs typeface="Arial"/>
              </a:defRPr>
            </a:lvl6pPr>
            <a:lvl7pPr>
              <a:defRPr sz="2175" b="1">
                <a:solidFill>
                  <a:srgbClr val="007F83"/>
                </a:solidFill>
                <a:latin typeface="Arial"/>
                <a:ea typeface="Arial"/>
                <a:cs typeface="Arial"/>
              </a:defRPr>
            </a:lvl7pPr>
            <a:lvl8pPr>
              <a:defRPr sz="2175" b="1">
                <a:solidFill>
                  <a:srgbClr val="007F83"/>
                </a:solidFill>
                <a:latin typeface="Arial"/>
                <a:ea typeface="Arial"/>
                <a:cs typeface="Arial"/>
              </a:defRPr>
            </a:lvl8pPr>
            <a:lvl9pPr>
              <a:defRPr sz="2175" b="1">
                <a:solidFill>
                  <a:srgbClr val="007F83"/>
                </a:solidFill>
                <a:latin typeface="Arial"/>
                <a:ea typeface="Arial"/>
                <a:cs typeface="Arial"/>
              </a:defRPr>
            </a:lvl9pPr>
          </a:lstStyle>
          <a:p xmlns:a="http://schemas.openxmlformats.org/drawingml/2006/main">
            <a:pPr>
              <a:defRPr sz="2175" b="1">
                <a:solidFill>
                  <a:srgbClr val="007F83"/>
                </a:solidFill>
                <a:latin typeface="Arial"/>
                <a:ea typeface="Arial"/>
                <a:cs typeface="Arial"/>
              </a:defRPr>
            </a:pPr>
            <a:r>
              <a:rPr sz="2175" b="1">
                <a:solidFill>
                  <a:srgbClr val="007F83"/>
                </a:solidFill>
                <a:latin typeface="Arial"/>
                <a:ea typeface="Arial"/>
                <a:cs typeface="Arial"/>
              </a:rPr>
              <a:t>Kanıt</a:t>
            </a:r>
          </a:p>
        </p:txBody>
      </p:sp>
      <p:sp>
        <p:nvSpPr>
          <p:cNvPr id="7" name="">
            <a:extLst xmlns:a="http://schemas.openxmlformats.org/drawingml/2006/main">
              <a:ext uri="{FF2B5EF4-FFF2-40B4-BE49-F238E27FC236}">
                <a16:creationId xmlns:a16="http://schemas.microsoft.com/office/drawing/2014/main" id="{9603269F-9ADB-4CD7-85AA-06672D7B951E}"/>
              </a:ext>
            </a:extLst>
          </p:cNvPr>
          <p:cNvSpPr>
            <a:spLocks xmlns:a="http://schemas.openxmlformats.org/drawingml/2006/main" noGrp="1"/>
          </p:cNvSpPr>
          <p:nvPr/>
        </p:nvSpPr>
        <p:spPr>
          <a:xfrm xmlns:a="http://schemas.openxmlformats.org/drawingml/2006/main">
            <a:off x="2790825" y="3581400"/>
            <a:ext cx="87534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152E3D"/>
                </a:solidFill>
                <a:latin typeface="Arial"/>
                <a:ea typeface="Arial"/>
                <a:cs typeface="Arial"/>
              </a:defRPr>
            </a:defPPr>
            <a:lvl1pPr>
              <a:defRPr sz="2025" b="0">
                <a:solidFill>
                  <a:srgbClr val="152E3D"/>
                </a:solidFill>
                <a:latin typeface="Arial"/>
                <a:ea typeface="Arial"/>
                <a:cs typeface="Arial"/>
              </a:defRPr>
            </a:lvl1pPr>
            <a:lvl2pPr>
              <a:defRPr sz="2025" b="0">
                <a:solidFill>
                  <a:srgbClr val="152E3D"/>
                </a:solidFill>
                <a:latin typeface="Arial"/>
                <a:ea typeface="Arial"/>
                <a:cs typeface="Arial"/>
              </a:defRPr>
            </a:lvl2pPr>
            <a:lvl3pPr>
              <a:defRPr sz="2025" b="0">
                <a:solidFill>
                  <a:srgbClr val="152E3D"/>
                </a:solidFill>
                <a:latin typeface="Arial"/>
                <a:ea typeface="Arial"/>
                <a:cs typeface="Arial"/>
              </a:defRPr>
            </a:lvl3pPr>
            <a:lvl4pPr>
              <a:defRPr sz="2025" b="0">
                <a:solidFill>
                  <a:srgbClr val="152E3D"/>
                </a:solidFill>
                <a:latin typeface="Arial"/>
                <a:ea typeface="Arial"/>
                <a:cs typeface="Arial"/>
              </a:defRPr>
            </a:lvl4pPr>
            <a:lvl5pPr>
              <a:defRPr sz="2025" b="0">
                <a:solidFill>
                  <a:srgbClr val="152E3D"/>
                </a:solidFill>
                <a:latin typeface="Arial"/>
                <a:ea typeface="Arial"/>
                <a:cs typeface="Arial"/>
              </a:defRPr>
            </a:lvl5pPr>
            <a:lvl6pPr>
              <a:defRPr sz="2025" b="0">
                <a:solidFill>
                  <a:srgbClr val="152E3D"/>
                </a:solidFill>
                <a:latin typeface="Arial"/>
                <a:ea typeface="Arial"/>
                <a:cs typeface="Arial"/>
              </a:defRPr>
            </a:lvl6pPr>
            <a:lvl7pPr>
              <a:defRPr sz="2025" b="0">
                <a:solidFill>
                  <a:srgbClr val="152E3D"/>
                </a:solidFill>
                <a:latin typeface="Arial"/>
                <a:ea typeface="Arial"/>
                <a:cs typeface="Arial"/>
              </a:defRPr>
            </a:lvl7pPr>
            <a:lvl8pPr>
              <a:defRPr sz="2025" b="0">
                <a:solidFill>
                  <a:srgbClr val="152E3D"/>
                </a:solidFill>
                <a:latin typeface="Arial"/>
                <a:ea typeface="Arial"/>
                <a:cs typeface="Arial"/>
              </a:defRPr>
            </a:lvl8pPr>
            <a:lvl9pPr>
              <a:defRPr sz="2025" b="0">
                <a:solidFill>
                  <a:srgbClr val="152E3D"/>
                </a:solidFill>
                <a:latin typeface="Arial"/>
                <a:ea typeface="Arial"/>
                <a:cs typeface="Arial"/>
              </a:defRPr>
            </a:lvl9pPr>
          </a:lstStyle>
          <a:p xmlns:a="http://schemas.openxmlformats.org/drawingml/2006/main">
            <a:pPr>
              <a:defRPr sz="2025" b="0">
                <a:solidFill>
                  <a:srgbClr val="152E3D"/>
                </a:solidFill>
                <a:latin typeface="Arial"/>
                <a:ea typeface="Arial"/>
                <a:cs typeface="Arial"/>
              </a:defRPr>
            </a:pPr>
            <a:r>
              <a:rPr sz="2025" b="0">
                <a:solidFill>
                  <a:srgbClr val="152E3D"/>
                </a:solidFill>
                <a:latin typeface="Arial"/>
                <a:ea typeface="Arial"/>
                <a:cs typeface="Arial"/>
              </a:rPr>
              <a:t>Sorgu + zaman aralığı + olay kimlikleri + kısmi sonuç durumu.</a:t>
            </a:r>
          </a:p>
        </p:txBody>
      </p:sp>
      <p:sp>
        <p:nvSpPr>
          <p:cNvPr id="8" name="">
            <a:extLst xmlns:a="http://schemas.openxmlformats.org/drawingml/2006/main">
              <a:ext uri="{FF2B5EF4-FFF2-40B4-BE49-F238E27FC236}">
                <a16:creationId xmlns:a16="http://schemas.microsoft.com/office/drawing/2014/main" id="{7AE288BB-ECBF-4D59-A431-46E905FAAD6D}"/>
              </a:ext>
            </a:extLst>
          </p:cNvPr>
          <p:cNvSpPr>
            <a:spLocks xmlns:a="http://schemas.openxmlformats.org/drawingml/2006/main" noGrp="1"/>
          </p:cNvSpPr>
          <p:nvPr/>
        </p:nvSpPr>
        <p:spPr>
          <a:xfrm xmlns:a="http://schemas.openxmlformats.org/drawingml/2006/main">
            <a:off x="647700" y="4514850"/>
            <a:ext cx="1952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007F83"/>
                </a:solidFill>
                <a:latin typeface="Arial"/>
                <a:ea typeface="Arial"/>
                <a:cs typeface="Arial"/>
              </a:defRPr>
            </a:defPPr>
            <a:lvl1pPr>
              <a:defRPr sz="2175" b="1">
                <a:solidFill>
                  <a:srgbClr val="007F83"/>
                </a:solidFill>
                <a:latin typeface="Arial"/>
                <a:ea typeface="Arial"/>
                <a:cs typeface="Arial"/>
              </a:defRPr>
            </a:lvl1pPr>
            <a:lvl2pPr>
              <a:defRPr sz="2175" b="1">
                <a:solidFill>
                  <a:srgbClr val="007F83"/>
                </a:solidFill>
                <a:latin typeface="Arial"/>
                <a:ea typeface="Arial"/>
                <a:cs typeface="Arial"/>
              </a:defRPr>
            </a:lvl2pPr>
            <a:lvl3pPr>
              <a:defRPr sz="2175" b="1">
                <a:solidFill>
                  <a:srgbClr val="007F83"/>
                </a:solidFill>
                <a:latin typeface="Arial"/>
                <a:ea typeface="Arial"/>
                <a:cs typeface="Arial"/>
              </a:defRPr>
            </a:lvl3pPr>
            <a:lvl4pPr>
              <a:defRPr sz="2175" b="1">
                <a:solidFill>
                  <a:srgbClr val="007F83"/>
                </a:solidFill>
                <a:latin typeface="Arial"/>
                <a:ea typeface="Arial"/>
                <a:cs typeface="Arial"/>
              </a:defRPr>
            </a:lvl4pPr>
            <a:lvl5pPr>
              <a:defRPr sz="2175" b="1">
                <a:solidFill>
                  <a:srgbClr val="007F83"/>
                </a:solidFill>
                <a:latin typeface="Arial"/>
                <a:ea typeface="Arial"/>
                <a:cs typeface="Arial"/>
              </a:defRPr>
            </a:lvl5pPr>
            <a:lvl6pPr>
              <a:defRPr sz="2175" b="1">
                <a:solidFill>
                  <a:srgbClr val="007F83"/>
                </a:solidFill>
                <a:latin typeface="Arial"/>
                <a:ea typeface="Arial"/>
                <a:cs typeface="Arial"/>
              </a:defRPr>
            </a:lvl6pPr>
            <a:lvl7pPr>
              <a:defRPr sz="2175" b="1">
                <a:solidFill>
                  <a:srgbClr val="007F83"/>
                </a:solidFill>
                <a:latin typeface="Arial"/>
                <a:ea typeface="Arial"/>
                <a:cs typeface="Arial"/>
              </a:defRPr>
            </a:lvl7pPr>
            <a:lvl8pPr>
              <a:defRPr sz="2175" b="1">
                <a:solidFill>
                  <a:srgbClr val="007F83"/>
                </a:solidFill>
                <a:latin typeface="Arial"/>
                <a:ea typeface="Arial"/>
                <a:cs typeface="Arial"/>
              </a:defRPr>
            </a:lvl8pPr>
            <a:lvl9pPr>
              <a:defRPr sz="2175" b="1">
                <a:solidFill>
                  <a:srgbClr val="007F83"/>
                </a:solidFill>
                <a:latin typeface="Arial"/>
                <a:ea typeface="Arial"/>
                <a:cs typeface="Arial"/>
              </a:defRPr>
            </a:lvl9pPr>
          </a:lstStyle>
          <a:p xmlns:a="http://schemas.openxmlformats.org/drawingml/2006/main">
            <a:pPr>
              <a:defRPr sz="2175" b="1">
                <a:solidFill>
                  <a:srgbClr val="007F83"/>
                </a:solidFill>
                <a:latin typeface="Arial"/>
                <a:ea typeface="Arial"/>
                <a:cs typeface="Arial"/>
              </a:defRPr>
            </a:pPr>
            <a:r>
              <a:rPr sz="2175" b="1">
                <a:solidFill>
                  <a:srgbClr val="007F83"/>
                </a:solidFill>
                <a:latin typeface="Arial"/>
                <a:ea typeface="Arial"/>
                <a:cs typeface="Arial"/>
              </a:rPr>
              <a:t>Durdurma</a:t>
            </a:r>
          </a:p>
        </p:txBody>
      </p:sp>
      <p:sp>
        <p:nvSpPr>
          <p:cNvPr id="9" name="">
            <a:extLst xmlns:a="http://schemas.openxmlformats.org/drawingml/2006/main">
              <a:ext uri="{FF2B5EF4-FFF2-40B4-BE49-F238E27FC236}">
                <a16:creationId xmlns:a16="http://schemas.microsoft.com/office/drawing/2014/main" id="{6CC1B752-BE4B-4763-842E-A63BA759C248}"/>
              </a:ext>
            </a:extLst>
          </p:cNvPr>
          <p:cNvSpPr>
            <a:spLocks xmlns:a="http://schemas.openxmlformats.org/drawingml/2006/main" noGrp="1"/>
          </p:cNvSpPr>
          <p:nvPr/>
        </p:nvSpPr>
        <p:spPr>
          <a:xfrm xmlns:a="http://schemas.openxmlformats.org/drawingml/2006/main">
            <a:off x="2790825" y="4524375"/>
            <a:ext cx="87534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152E3D"/>
                </a:solidFill>
                <a:latin typeface="Arial"/>
                <a:ea typeface="Arial"/>
                <a:cs typeface="Arial"/>
              </a:defRPr>
            </a:defPPr>
            <a:lvl1pPr>
              <a:defRPr sz="2025" b="0">
                <a:solidFill>
                  <a:srgbClr val="152E3D"/>
                </a:solidFill>
                <a:latin typeface="Arial"/>
                <a:ea typeface="Arial"/>
                <a:cs typeface="Arial"/>
              </a:defRPr>
            </a:lvl1pPr>
            <a:lvl2pPr>
              <a:defRPr sz="2025" b="0">
                <a:solidFill>
                  <a:srgbClr val="152E3D"/>
                </a:solidFill>
                <a:latin typeface="Arial"/>
                <a:ea typeface="Arial"/>
                <a:cs typeface="Arial"/>
              </a:defRPr>
            </a:lvl2pPr>
            <a:lvl3pPr>
              <a:defRPr sz="2025" b="0">
                <a:solidFill>
                  <a:srgbClr val="152E3D"/>
                </a:solidFill>
                <a:latin typeface="Arial"/>
                <a:ea typeface="Arial"/>
                <a:cs typeface="Arial"/>
              </a:defRPr>
            </a:lvl3pPr>
            <a:lvl4pPr>
              <a:defRPr sz="2025" b="0">
                <a:solidFill>
                  <a:srgbClr val="152E3D"/>
                </a:solidFill>
                <a:latin typeface="Arial"/>
                <a:ea typeface="Arial"/>
                <a:cs typeface="Arial"/>
              </a:defRPr>
            </a:lvl4pPr>
            <a:lvl5pPr>
              <a:defRPr sz="2025" b="0">
                <a:solidFill>
                  <a:srgbClr val="152E3D"/>
                </a:solidFill>
                <a:latin typeface="Arial"/>
                <a:ea typeface="Arial"/>
                <a:cs typeface="Arial"/>
              </a:defRPr>
            </a:lvl5pPr>
            <a:lvl6pPr>
              <a:defRPr sz="2025" b="0">
                <a:solidFill>
                  <a:srgbClr val="152E3D"/>
                </a:solidFill>
                <a:latin typeface="Arial"/>
                <a:ea typeface="Arial"/>
                <a:cs typeface="Arial"/>
              </a:defRPr>
            </a:lvl6pPr>
            <a:lvl7pPr>
              <a:defRPr sz="2025" b="0">
                <a:solidFill>
                  <a:srgbClr val="152E3D"/>
                </a:solidFill>
                <a:latin typeface="Arial"/>
                <a:ea typeface="Arial"/>
                <a:cs typeface="Arial"/>
              </a:defRPr>
            </a:lvl7pPr>
            <a:lvl8pPr>
              <a:defRPr sz="2025" b="0">
                <a:solidFill>
                  <a:srgbClr val="152E3D"/>
                </a:solidFill>
                <a:latin typeface="Arial"/>
                <a:ea typeface="Arial"/>
                <a:cs typeface="Arial"/>
              </a:defRPr>
            </a:lvl8pPr>
            <a:lvl9pPr>
              <a:defRPr sz="2025" b="0">
                <a:solidFill>
                  <a:srgbClr val="152E3D"/>
                </a:solidFill>
                <a:latin typeface="Arial"/>
                <a:ea typeface="Arial"/>
                <a:cs typeface="Arial"/>
              </a:defRPr>
            </a:lvl9pPr>
          </a:lstStyle>
          <a:p xmlns:a="http://schemas.openxmlformats.org/drawingml/2006/main">
            <a:pPr>
              <a:defRPr sz="2025" b="0">
                <a:solidFill>
                  <a:srgbClr val="152E3D"/>
                </a:solidFill>
                <a:latin typeface="Arial"/>
                <a:ea typeface="Arial"/>
                <a:cs typeface="Arial"/>
              </a:defRPr>
            </a:pPr>
            <a:r>
              <a:rPr sz="2025" b="0">
                <a:solidFill>
                  <a:srgbClr val="152E3D"/>
                </a:solidFill>
                <a:latin typeface="Arial"/>
                <a:ea typeface="Arial"/>
                <a:cs typeface="Arial"/>
              </a:rPr>
              <a:t>Belirsiz niyet, izin ihlali veya plan hatasında açık hata.</a:t>
            </a:r>
          </a:p>
        </p:txBody>
      </p:sp>
      <p:sp>
        <p:nvSpPr>
          <p:cNvPr id="10" name="">
            <a:extLst xmlns:a="http://schemas.openxmlformats.org/drawingml/2006/main">
              <a:ext uri="{FF2B5EF4-FFF2-40B4-BE49-F238E27FC236}">
                <a16:creationId xmlns:a16="http://schemas.microsoft.com/office/drawing/2014/main" id="{BAFE562E-9CAC-41C1-BBF3-365588B7E93F}"/>
              </a:ext>
            </a:extLst>
          </p:cNvPr>
          <p:cNvSpPr>
            <a:spLocks xmlns:a="http://schemas.openxmlformats.org/drawingml/2006/main" noGrp="1"/>
          </p:cNvSpPr>
          <p:nvPr/>
        </p:nvSpPr>
        <p:spPr>
          <a:xfrm xmlns:a="http://schemas.openxmlformats.org/drawingml/2006/main">
            <a:off x="647700" y="5762625"/>
            <a:ext cx="10896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007F83"/>
                </a:solidFill>
                <a:latin typeface="Arial"/>
                <a:ea typeface="Arial"/>
                <a:cs typeface="Arial"/>
              </a:defRPr>
            </a:defPPr>
            <a:lvl1pPr>
              <a:defRPr sz="1800" b="1">
                <a:solidFill>
                  <a:srgbClr val="007F83"/>
                </a:solidFill>
                <a:latin typeface="Arial"/>
                <a:ea typeface="Arial"/>
                <a:cs typeface="Arial"/>
              </a:defRPr>
            </a:lvl1pPr>
            <a:lvl2pPr>
              <a:defRPr sz="1800" b="1">
                <a:solidFill>
                  <a:srgbClr val="007F83"/>
                </a:solidFill>
                <a:latin typeface="Arial"/>
                <a:ea typeface="Arial"/>
                <a:cs typeface="Arial"/>
              </a:defRPr>
            </a:lvl2pPr>
            <a:lvl3pPr>
              <a:defRPr sz="1800" b="1">
                <a:solidFill>
                  <a:srgbClr val="007F83"/>
                </a:solidFill>
                <a:latin typeface="Arial"/>
                <a:ea typeface="Arial"/>
                <a:cs typeface="Arial"/>
              </a:defRPr>
            </a:lvl3pPr>
            <a:lvl4pPr>
              <a:defRPr sz="1800" b="1">
                <a:solidFill>
                  <a:srgbClr val="007F83"/>
                </a:solidFill>
                <a:latin typeface="Arial"/>
                <a:ea typeface="Arial"/>
                <a:cs typeface="Arial"/>
              </a:defRPr>
            </a:lvl4pPr>
            <a:lvl5pPr>
              <a:defRPr sz="1800" b="1">
                <a:solidFill>
                  <a:srgbClr val="007F83"/>
                </a:solidFill>
                <a:latin typeface="Arial"/>
                <a:ea typeface="Arial"/>
                <a:cs typeface="Arial"/>
              </a:defRPr>
            </a:lvl5pPr>
            <a:lvl6pPr>
              <a:defRPr sz="1800" b="1">
                <a:solidFill>
                  <a:srgbClr val="007F83"/>
                </a:solidFill>
                <a:latin typeface="Arial"/>
                <a:ea typeface="Arial"/>
                <a:cs typeface="Arial"/>
              </a:defRPr>
            </a:lvl6pPr>
            <a:lvl7pPr>
              <a:defRPr sz="1800" b="1">
                <a:solidFill>
                  <a:srgbClr val="007F83"/>
                </a:solidFill>
                <a:latin typeface="Arial"/>
                <a:ea typeface="Arial"/>
                <a:cs typeface="Arial"/>
              </a:defRPr>
            </a:lvl7pPr>
            <a:lvl8pPr>
              <a:defRPr sz="1800" b="1">
                <a:solidFill>
                  <a:srgbClr val="007F83"/>
                </a:solidFill>
                <a:latin typeface="Arial"/>
                <a:ea typeface="Arial"/>
                <a:cs typeface="Arial"/>
              </a:defRPr>
            </a:lvl8pPr>
            <a:lvl9pPr>
              <a:defRPr sz="1800" b="1">
                <a:solidFill>
                  <a:srgbClr val="007F83"/>
                </a:solidFill>
                <a:latin typeface="Arial"/>
                <a:ea typeface="Arial"/>
                <a:cs typeface="Arial"/>
              </a:defRPr>
            </a:lvl9pPr>
          </a:lstStyle>
          <a:p xmlns:a="http://schemas.openxmlformats.org/drawingml/2006/main">
            <a:pPr>
              <a:defRPr sz="1800" b="1">
                <a:solidFill>
                  <a:srgbClr val="007F83"/>
                </a:solidFill>
                <a:latin typeface="Arial"/>
                <a:ea typeface="Arial"/>
                <a:cs typeface="Arial"/>
              </a:defRPr>
            </a:pPr>
            <a:r>
              <a:rPr sz="1800" b="1">
                <a:solidFill>
                  <a:srgbClr val="007F83"/>
                </a:solidFill>
                <a:latin typeface="Arial"/>
                <a:ea typeface="Arial"/>
                <a:cs typeface="Arial"/>
              </a:rPr>
              <a:t>QueryPlanningTool varsayılan fallback’i match_all. Hata sessizce kaybolabilir.</a:t>
            </a:r>
          </a:p>
        </p:txBody>
      </p:sp>
      <p:sp>
        <p:nvSpPr>
          <p:cNvPr id="11" name="">
            <a:extLst xmlns:a="http://schemas.openxmlformats.org/drawingml/2006/main">
              <a:ext uri="{FF2B5EF4-FFF2-40B4-BE49-F238E27FC236}">
                <a16:creationId xmlns:a16="http://schemas.microsoft.com/office/drawing/2014/main" id="{A4D85F40-6820-4486-8FF9-9B7A28AF40FE}"/>
              </a:ext>
            </a:extLst>
          </p:cNvPr>
          <p:cNvSpPr>
            <a:spLocks xmlns:a="http://schemas.openxmlformats.org/drawingml/2006/main" noGrp="1"/>
          </p:cNvSpPr>
          <p:nvPr/>
        </p:nvSpPr>
        <p:spPr>
          <a:xfrm xmlns:a="http://schemas.openxmlformats.org/drawingml/2006/main">
            <a:off x="10858500" y="6429375"/>
            <a:ext cx="714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0616A"/>
                </a:solidFill>
                <a:latin typeface="Arial"/>
                <a:ea typeface="Arial"/>
                <a:cs typeface="Arial"/>
              </a:defRPr>
            </a:defPPr>
            <a:lvl1pPr>
              <a:defRPr sz="1200" b="0">
                <a:solidFill>
                  <a:srgbClr val="50616A"/>
                </a:solidFill>
                <a:latin typeface="Arial"/>
                <a:ea typeface="Arial"/>
                <a:cs typeface="Arial"/>
              </a:defRPr>
            </a:lvl1pPr>
            <a:lvl2pPr>
              <a:defRPr sz="1200" b="0">
                <a:solidFill>
                  <a:srgbClr val="50616A"/>
                </a:solidFill>
                <a:latin typeface="Arial"/>
                <a:ea typeface="Arial"/>
                <a:cs typeface="Arial"/>
              </a:defRPr>
            </a:lvl2pPr>
            <a:lvl3pPr>
              <a:defRPr sz="1200" b="0">
                <a:solidFill>
                  <a:srgbClr val="50616A"/>
                </a:solidFill>
                <a:latin typeface="Arial"/>
                <a:ea typeface="Arial"/>
                <a:cs typeface="Arial"/>
              </a:defRPr>
            </a:lvl3pPr>
            <a:lvl4pPr>
              <a:defRPr sz="1200" b="0">
                <a:solidFill>
                  <a:srgbClr val="50616A"/>
                </a:solidFill>
                <a:latin typeface="Arial"/>
                <a:ea typeface="Arial"/>
                <a:cs typeface="Arial"/>
              </a:defRPr>
            </a:lvl4pPr>
            <a:lvl5pPr>
              <a:defRPr sz="1200" b="0">
                <a:solidFill>
                  <a:srgbClr val="50616A"/>
                </a:solidFill>
                <a:latin typeface="Arial"/>
                <a:ea typeface="Arial"/>
                <a:cs typeface="Arial"/>
              </a:defRPr>
            </a:lvl5pPr>
            <a:lvl6pPr>
              <a:defRPr sz="1200" b="0">
                <a:solidFill>
                  <a:srgbClr val="50616A"/>
                </a:solidFill>
                <a:latin typeface="Arial"/>
                <a:ea typeface="Arial"/>
                <a:cs typeface="Arial"/>
              </a:defRPr>
            </a:lvl6pPr>
            <a:lvl7pPr>
              <a:defRPr sz="1200" b="0">
                <a:solidFill>
                  <a:srgbClr val="50616A"/>
                </a:solidFill>
                <a:latin typeface="Arial"/>
                <a:ea typeface="Arial"/>
                <a:cs typeface="Arial"/>
              </a:defRPr>
            </a:lvl7pPr>
            <a:lvl8pPr>
              <a:defRPr sz="1200" b="0">
                <a:solidFill>
                  <a:srgbClr val="50616A"/>
                </a:solidFill>
                <a:latin typeface="Arial"/>
                <a:ea typeface="Arial"/>
                <a:cs typeface="Arial"/>
              </a:defRPr>
            </a:lvl8pPr>
            <a:lvl9pPr>
              <a:defRPr sz="1200" b="0">
                <a:solidFill>
                  <a:srgbClr val="50616A"/>
                </a:solidFill>
                <a:latin typeface="Arial"/>
                <a:ea typeface="Arial"/>
                <a:cs typeface="Arial"/>
              </a:defRPr>
            </a:lvl9pPr>
          </a:lstStyle>
          <a:p xmlns:a="http://schemas.openxmlformats.org/drawingml/2006/main">
            <a:pPr>
              <a:defRPr sz="1200" b="0">
                <a:solidFill>
                  <a:srgbClr val="50616A"/>
                </a:solidFill>
                <a:latin typeface="Arial"/>
                <a:ea typeface="Arial"/>
                <a:cs typeface="Arial"/>
              </a:defRPr>
            </a:pPr>
            <a:r>
              <a:rPr sz="1200" b="0">
                <a:solidFill>
                  <a:srgbClr val="50616A"/>
                </a:solidFill>
                <a:latin typeface="Arial"/>
                <a:ea typeface="Arial"/>
                <a:cs typeface="Arial"/>
              </a:rPr>
              <a:t>15 / 26</a:t>
            </a:r>
          </a:p>
        </p:txBody>
      </p:sp>
      <p:sp>
        <p:nvSpPr>
          <p:cNvPr id="12" name="">
            <a:extLst xmlns:a="http://schemas.openxmlformats.org/drawingml/2006/main">
              <a:ext uri="{FF2B5EF4-FFF2-40B4-BE49-F238E27FC236}">
                <a16:creationId xmlns:a16="http://schemas.microsoft.com/office/drawing/2014/main" id="{6EAFE214-EE5D-4888-980F-1BCDD78CC89D}"/>
              </a:ext>
            </a:extLst>
          </p:cNvPr>
          <p:cNvSpPr>
            <a:spLocks xmlns:a="http://schemas.openxmlformats.org/drawingml/2006/main" noGrp="1"/>
          </p:cNvSpPr>
          <p:nvPr/>
        </p:nvSpPr>
        <p:spPr>
          <a:xfrm xmlns:a="http://schemas.openxmlformats.org/drawingml/2006/main">
            <a:off x="647700" y="6438900"/>
            <a:ext cx="98583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0616A"/>
                </a:solidFill>
                <a:latin typeface="Arial"/>
                <a:ea typeface="Arial"/>
                <a:cs typeface="Arial"/>
              </a:defRPr>
            </a:defPPr>
            <a:lvl1pPr>
              <a:defRPr sz="1050" b="0">
                <a:solidFill>
                  <a:srgbClr val="50616A"/>
                </a:solidFill>
                <a:latin typeface="Arial"/>
                <a:ea typeface="Arial"/>
                <a:cs typeface="Arial"/>
              </a:defRPr>
            </a:lvl1pPr>
            <a:lvl2pPr>
              <a:defRPr sz="1050" b="0">
                <a:solidFill>
                  <a:srgbClr val="50616A"/>
                </a:solidFill>
                <a:latin typeface="Arial"/>
                <a:ea typeface="Arial"/>
                <a:cs typeface="Arial"/>
              </a:defRPr>
            </a:lvl2pPr>
            <a:lvl3pPr>
              <a:defRPr sz="1050" b="0">
                <a:solidFill>
                  <a:srgbClr val="50616A"/>
                </a:solidFill>
                <a:latin typeface="Arial"/>
                <a:ea typeface="Arial"/>
                <a:cs typeface="Arial"/>
              </a:defRPr>
            </a:lvl3pPr>
            <a:lvl4pPr>
              <a:defRPr sz="1050" b="0">
                <a:solidFill>
                  <a:srgbClr val="50616A"/>
                </a:solidFill>
                <a:latin typeface="Arial"/>
                <a:ea typeface="Arial"/>
                <a:cs typeface="Arial"/>
              </a:defRPr>
            </a:lvl4pPr>
            <a:lvl5pPr>
              <a:defRPr sz="1050" b="0">
                <a:solidFill>
                  <a:srgbClr val="50616A"/>
                </a:solidFill>
                <a:latin typeface="Arial"/>
                <a:ea typeface="Arial"/>
                <a:cs typeface="Arial"/>
              </a:defRPr>
            </a:lvl5pPr>
            <a:lvl6pPr>
              <a:defRPr sz="1050" b="0">
                <a:solidFill>
                  <a:srgbClr val="50616A"/>
                </a:solidFill>
                <a:latin typeface="Arial"/>
                <a:ea typeface="Arial"/>
                <a:cs typeface="Arial"/>
              </a:defRPr>
            </a:lvl6pPr>
            <a:lvl7pPr>
              <a:defRPr sz="1050" b="0">
                <a:solidFill>
                  <a:srgbClr val="50616A"/>
                </a:solidFill>
                <a:latin typeface="Arial"/>
                <a:ea typeface="Arial"/>
                <a:cs typeface="Arial"/>
              </a:defRPr>
            </a:lvl7pPr>
            <a:lvl8pPr>
              <a:defRPr sz="1050" b="0">
                <a:solidFill>
                  <a:srgbClr val="50616A"/>
                </a:solidFill>
                <a:latin typeface="Arial"/>
                <a:ea typeface="Arial"/>
                <a:cs typeface="Arial"/>
              </a:defRPr>
            </a:lvl8pPr>
            <a:lvl9pPr>
              <a:defRPr sz="1050" b="0">
                <a:solidFill>
                  <a:srgbClr val="50616A"/>
                </a:solidFill>
                <a:latin typeface="Arial"/>
                <a:ea typeface="Arial"/>
                <a:cs typeface="Arial"/>
              </a:defRPr>
            </a:lvl9pPr>
          </a:lstStyle>
          <a:p xmlns:a="http://schemas.openxmlformats.org/drawingml/2006/main">
            <a:pPr>
              <a:defRPr sz="1050" b="0">
                <a:solidFill>
                  <a:srgbClr val="50616A"/>
                </a:solidFill>
                <a:latin typeface="Arial"/>
                <a:ea typeface="Arial"/>
                <a:cs typeface="Arial"/>
              </a:defRPr>
            </a:pPr>
            <a:r>
              <a:rPr sz="1050">
                <a:solidFill>
                  <a:srgbClr val="50616A"/>
                </a:solidFill>
                <a:latin typeface="Arial"/>
                <a:ea typeface="Arial"/>
                <a:cs typeface="Arial"/>
              </a:rPr>
              <a:t>Kaynaklar: </a:t>
            </a:r>
            <a:r>
              <a:rPr sz="1050">
                <a:solidFill>
                  <a:srgbClr val="50616A"/>
                </a:solidFill>
                <a:latin typeface="Arial"/>
                <a:ea typeface="Arial"/>
                <a:cs typeface="Arial"/>
                <a:hlinkClick xmlns:r="http://schemas.openxmlformats.org/officeDocument/2006/relationships" r:id="R92115602dce748c4"/>
              </a:rPr>
              <a:t>S08  </a:t>
            </a:r>
            <a:r>
              <a:rPr sz="1050">
                <a:solidFill>
                  <a:srgbClr val="50616A"/>
                </a:solidFill>
                <a:latin typeface="Arial"/>
                <a:ea typeface="Arial"/>
                <a:cs typeface="Arial"/>
                <a:hlinkClick xmlns:r="http://schemas.openxmlformats.org/officeDocument/2006/relationships" r:id="Rb7ee3ef465b94116"/>
              </a:rPr>
              <a:t>S28  </a:t>
            </a:r>
            <a:r>
              <a:rPr sz="1050">
                <a:solidFill>
                  <a:srgbClr val="50616A"/>
                </a:solidFill>
                <a:latin typeface="Arial"/>
                <a:ea typeface="Arial"/>
                <a:cs typeface="Arial"/>
                <a:hlinkClick xmlns:r="http://schemas.openxmlformats.org/officeDocument/2006/relationships" r:id="Rcf1bdefdcca24577"/>
              </a:rPr>
              <a:t>S31  </a:t>
            </a:r>
          </a:p>
        </p:txBody>
      </p:sp>
    </p:spTree>
    <p:extLst>
      <p:ext uri="{BB962C8B-B14F-4D97-AF65-F5344CB8AC3E}">
        <p14:creationId xmlns:p14="http://schemas.microsoft.com/office/powerpoint/2010/main" val="920783513"/>
      </p:ext>
    </p:extLst>
  </p:cSld>
</p:sld>
</file>

<file path=ppt/slides/slide16.xml><?xml version="1.0" encoding="utf-8"?>
<p:sld xmlns:p="http://schemas.openxmlformats.org/presentationml/2006/main">
  <p:cSld>
    <p:bg>
      <p:bgPr>
        <a:solidFill xmlns:a="http://schemas.openxmlformats.org/drawingml/2006/main">
          <a:srgbClr val="F5F4F0"/>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59DF744-F1E4-4861-9BA6-6F52DA8C5466}"/>
              </a:ext>
            </a:extLst>
          </p:cNvPr>
          <p:cNvSpPr>
            <a:spLocks xmlns:a="http://schemas.openxmlformats.org/drawingml/2006/main" noGrp="1"/>
          </p:cNvSpPr>
          <p:nvPr/>
        </p:nvSpPr>
        <p:spPr>
          <a:xfrm xmlns:a="http://schemas.openxmlformats.org/drawingml/2006/main">
            <a:off x="647700" y="49530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52E3D"/>
                </a:solidFill>
                <a:latin typeface="Arial"/>
                <a:ea typeface="Arial"/>
                <a:cs typeface="Arial"/>
              </a:defRPr>
            </a:defPPr>
            <a:lvl1pPr>
              <a:defRPr sz="3300" b="1">
                <a:solidFill>
                  <a:srgbClr val="152E3D"/>
                </a:solidFill>
                <a:latin typeface="Arial"/>
                <a:ea typeface="Arial"/>
                <a:cs typeface="Arial"/>
              </a:defRPr>
            </a:lvl1pPr>
            <a:lvl2pPr>
              <a:defRPr sz="3300" b="1">
                <a:solidFill>
                  <a:srgbClr val="152E3D"/>
                </a:solidFill>
                <a:latin typeface="Arial"/>
                <a:ea typeface="Arial"/>
                <a:cs typeface="Arial"/>
              </a:defRPr>
            </a:lvl2pPr>
            <a:lvl3pPr>
              <a:defRPr sz="3300" b="1">
                <a:solidFill>
                  <a:srgbClr val="152E3D"/>
                </a:solidFill>
                <a:latin typeface="Arial"/>
                <a:ea typeface="Arial"/>
                <a:cs typeface="Arial"/>
              </a:defRPr>
            </a:lvl3pPr>
            <a:lvl4pPr>
              <a:defRPr sz="3300" b="1">
                <a:solidFill>
                  <a:srgbClr val="152E3D"/>
                </a:solidFill>
                <a:latin typeface="Arial"/>
                <a:ea typeface="Arial"/>
                <a:cs typeface="Arial"/>
              </a:defRPr>
            </a:lvl4pPr>
            <a:lvl5pPr>
              <a:defRPr sz="3300" b="1">
                <a:solidFill>
                  <a:srgbClr val="152E3D"/>
                </a:solidFill>
                <a:latin typeface="Arial"/>
                <a:ea typeface="Arial"/>
                <a:cs typeface="Arial"/>
              </a:defRPr>
            </a:lvl5pPr>
            <a:lvl6pPr>
              <a:defRPr sz="3300" b="1">
                <a:solidFill>
                  <a:srgbClr val="152E3D"/>
                </a:solidFill>
                <a:latin typeface="Arial"/>
                <a:ea typeface="Arial"/>
                <a:cs typeface="Arial"/>
              </a:defRPr>
            </a:lvl6pPr>
            <a:lvl7pPr>
              <a:defRPr sz="3300" b="1">
                <a:solidFill>
                  <a:srgbClr val="152E3D"/>
                </a:solidFill>
                <a:latin typeface="Arial"/>
                <a:ea typeface="Arial"/>
                <a:cs typeface="Arial"/>
              </a:defRPr>
            </a:lvl7pPr>
            <a:lvl8pPr>
              <a:defRPr sz="3300" b="1">
                <a:solidFill>
                  <a:srgbClr val="152E3D"/>
                </a:solidFill>
                <a:latin typeface="Arial"/>
                <a:ea typeface="Arial"/>
                <a:cs typeface="Arial"/>
              </a:defRPr>
            </a:lvl8pPr>
            <a:lvl9pPr>
              <a:defRPr sz="3300" b="1">
                <a:solidFill>
                  <a:srgbClr val="152E3D"/>
                </a:solidFill>
                <a:latin typeface="Arial"/>
                <a:ea typeface="Arial"/>
                <a:cs typeface="Arial"/>
              </a:defRPr>
            </a:lvl9pPr>
          </a:lstStyle>
          <a:p xmlns:a="http://schemas.openxmlformats.org/drawingml/2006/main">
            <a:pPr>
              <a:defRPr sz="3300" b="1">
                <a:solidFill>
                  <a:srgbClr val="152E3D"/>
                </a:solidFill>
                <a:latin typeface="Arial"/>
                <a:ea typeface="Arial"/>
                <a:cs typeface="Arial"/>
              </a:defRPr>
            </a:pPr>
            <a:r>
              <a:rPr sz="3300" b="1">
                <a:solidFill>
                  <a:srgbClr val="152E3D"/>
                </a:solidFill>
                <a:latin typeface="Arial"/>
                <a:ea typeface="Arial"/>
                <a:cs typeface="Arial"/>
              </a:rPr>
              <a:t>Ekibin kullanacağı küçük bir runbook</a:t>
            </a:r>
          </a:p>
        </p:txBody>
      </p:sp>
      <p:sp>
        <p:nvSpPr>
          <p:cNvPr id="2" name="">
            <a:extLst xmlns:a="http://schemas.openxmlformats.org/drawingml/2006/main">
              <a:ext uri="{FF2B5EF4-FFF2-40B4-BE49-F238E27FC236}">
                <a16:creationId xmlns:a16="http://schemas.microsoft.com/office/drawing/2014/main" id="{48422941-18F2-4137-B261-7A10D8E79DF3}"/>
              </a:ext>
            </a:extLst>
          </p:cNvPr>
          <p:cNvSpPr>
            <a:spLocks xmlns:a="http://schemas.openxmlformats.org/drawingml/2006/main" noGrp="1"/>
          </p:cNvSpPr>
          <p:nvPr/>
        </p:nvSpPr>
        <p:spPr>
          <a:xfrm xmlns:a="http://schemas.openxmlformats.org/drawingml/2006/main">
            <a:off x="647700" y="1685925"/>
            <a:ext cx="2524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007F83"/>
                </a:solidFill>
                <a:latin typeface="Arial"/>
                <a:ea typeface="Arial"/>
                <a:cs typeface="Arial"/>
              </a:defRPr>
            </a:defPPr>
            <a:lvl1pPr>
              <a:defRPr sz="2175" b="1">
                <a:solidFill>
                  <a:srgbClr val="007F83"/>
                </a:solidFill>
                <a:latin typeface="Arial"/>
                <a:ea typeface="Arial"/>
                <a:cs typeface="Arial"/>
              </a:defRPr>
            </a:lvl1pPr>
            <a:lvl2pPr>
              <a:defRPr sz="2175" b="1">
                <a:solidFill>
                  <a:srgbClr val="007F83"/>
                </a:solidFill>
                <a:latin typeface="Arial"/>
                <a:ea typeface="Arial"/>
                <a:cs typeface="Arial"/>
              </a:defRPr>
            </a:lvl2pPr>
            <a:lvl3pPr>
              <a:defRPr sz="2175" b="1">
                <a:solidFill>
                  <a:srgbClr val="007F83"/>
                </a:solidFill>
                <a:latin typeface="Arial"/>
                <a:ea typeface="Arial"/>
                <a:cs typeface="Arial"/>
              </a:defRPr>
            </a:lvl3pPr>
            <a:lvl4pPr>
              <a:defRPr sz="2175" b="1">
                <a:solidFill>
                  <a:srgbClr val="007F83"/>
                </a:solidFill>
                <a:latin typeface="Arial"/>
                <a:ea typeface="Arial"/>
                <a:cs typeface="Arial"/>
              </a:defRPr>
            </a:lvl4pPr>
            <a:lvl5pPr>
              <a:defRPr sz="2175" b="1">
                <a:solidFill>
                  <a:srgbClr val="007F83"/>
                </a:solidFill>
                <a:latin typeface="Arial"/>
                <a:ea typeface="Arial"/>
                <a:cs typeface="Arial"/>
              </a:defRPr>
            </a:lvl5pPr>
            <a:lvl6pPr>
              <a:defRPr sz="2175" b="1">
                <a:solidFill>
                  <a:srgbClr val="007F83"/>
                </a:solidFill>
                <a:latin typeface="Arial"/>
                <a:ea typeface="Arial"/>
                <a:cs typeface="Arial"/>
              </a:defRPr>
            </a:lvl6pPr>
            <a:lvl7pPr>
              <a:defRPr sz="2175" b="1">
                <a:solidFill>
                  <a:srgbClr val="007F83"/>
                </a:solidFill>
                <a:latin typeface="Arial"/>
                <a:ea typeface="Arial"/>
                <a:cs typeface="Arial"/>
              </a:defRPr>
            </a:lvl7pPr>
            <a:lvl8pPr>
              <a:defRPr sz="2175" b="1">
                <a:solidFill>
                  <a:srgbClr val="007F83"/>
                </a:solidFill>
                <a:latin typeface="Arial"/>
                <a:ea typeface="Arial"/>
                <a:cs typeface="Arial"/>
              </a:defRPr>
            </a:lvl8pPr>
            <a:lvl9pPr>
              <a:defRPr sz="2175" b="1">
                <a:solidFill>
                  <a:srgbClr val="007F83"/>
                </a:solidFill>
                <a:latin typeface="Arial"/>
                <a:ea typeface="Arial"/>
                <a:cs typeface="Arial"/>
              </a:defRPr>
            </a:lvl9pPr>
          </a:lstStyle>
          <a:p xmlns:a="http://schemas.openxmlformats.org/drawingml/2006/main">
            <a:pPr>
              <a:defRPr sz="2175" b="1">
                <a:solidFill>
                  <a:srgbClr val="007F83"/>
                </a:solidFill>
                <a:latin typeface="Arial"/>
                <a:ea typeface="Arial"/>
                <a:cs typeface="Arial"/>
              </a:defRPr>
            </a:pPr>
            <a:r>
              <a:rPr sz="2175" b="1">
                <a:solidFill>
                  <a:srgbClr val="007F83"/>
                </a:solidFill>
                <a:latin typeface="Arial"/>
                <a:ea typeface="Arial"/>
                <a:cs typeface="Arial"/>
              </a:rPr>
              <a:t>Aramadan önce</a:t>
            </a:r>
          </a:p>
        </p:txBody>
      </p:sp>
      <p:sp>
        <p:nvSpPr>
          <p:cNvPr id="3" name="">
            <a:extLst xmlns:a="http://schemas.openxmlformats.org/drawingml/2006/main">
              <a:ext uri="{FF2B5EF4-FFF2-40B4-BE49-F238E27FC236}">
                <a16:creationId xmlns:a16="http://schemas.microsoft.com/office/drawing/2014/main" id="{F6B44829-B89E-49AF-9539-1163FD32B1AB}"/>
              </a:ext>
            </a:extLst>
          </p:cNvPr>
          <p:cNvSpPr>
            <a:spLocks xmlns:a="http://schemas.openxmlformats.org/drawingml/2006/main" noGrp="1"/>
          </p:cNvSpPr>
          <p:nvPr/>
        </p:nvSpPr>
        <p:spPr>
          <a:xfrm xmlns:a="http://schemas.openxmlformats.org/drawingml/2006/main">
            <a:off x="3362325" y="1695450"/>
            <a:ext cx="81819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152E3D"/>
                </a:solidFill>
                <a:latin typeface="Arial"/>
                <a:ea typeface="Arial"/>
                <a:cs typeface="Arial"/>
              </a:defRPr>
            </a:defPPr>
            <a:lvl1pPr>
              <a:defRPr sz="2025" b="0">
                <a:solidFill>
                  <a:srgbClr val="152E3D"/>
                </a:solidFill>
                <a:latin typeface="Arial"/>
                <a:ea typeface="Arial"/>
                <a:cs typeface="Arial"/>
              </a:defRPr>
            </a:lvl1pPr>
            <a:lvl2pPr>
              <a:defRPr sz="2025" b="0">
                <a:solidFill>
                  <a:srgbClr val="152E3D"/>
                </a:solidFill>
                <a:latin typeface="Arial"/>
                <a:ea typeface="Arial"/>
                <a:cs typeface="Arial"/>
              </a:defRPr>
            </a:lvl2pPr>
            <a:lvl3pPr>
              <a:defRPr sz="2025" b="0">
                <a:solidFill>
                  <a:srgbClr val="152E3D"/>
                </a:solidFill>
                <a:latin typeface="Arial"/>
                <a:ea typeface="Arial"/>
                <a:cs typeface="Arial"/>
              </a:defRPr>
            </a:lvl3pPr>
            <a:lvl4pPr>
              <a:defRPr sz="2025" b="0">
                <a:solidFill>
                  <a:srgbClr val="152E3D"/>
                </a:solidFill>
                <a:latin typeface="Arial"/>
                <a:ea typeface="Arial"/>
                <a:cs typeface="Arial"/>
              </a:defRPr>
            </a:lvl4pPr>
            <a:lvl5pPr>
              <a:defRPr sz="2025" b="0">
                <a:solidFill>
                  <a:srgbClr val="152E3D"/>
                </a:solidFill>
                <a:latin typeface="Arial"/>
                <a:ea typeface="Arial"/>
                <a:cs typeface="Arial"/>
              </a:defRPr>
            </a:lvl5pPr>
            <a:lvl6pPr>
              <a:defRPr sz="2025" b="0">
                <a:solidFill>
                  <a:srgbClr val="152E3D"/>
                </a:solidFill>
                <a:latin typeface="Arial"/>
                <a:ea typeface="Arial"/>
                <a:cs typeface="Arial"/>
              </a:defRPr>
            </a:lvl6pPr>
            <a:lvl7pPr>
              <a:defRPr sz="2025" b="0">
                <a:solidFill>
                  <a:srgbClr val="152E3D"/>
                </a:solidFill>
                <a:latin typeface="Arial"/>
                <a:ea typeface="Arial"/>
                <a:cs typeface="Arial"/>
              </a:defRPr>
            </a:lvl7pPr>
            <a:lvl8pPr>
              <a:defRPr sz="2025" b="0">
                <a:solidFill>
                  <a:srgbClr val="152E3D"/>
                </a:solidFill>
                <a:latin typeface="Arial"/>
                <a:ea typeface="Arial"/>
                <a:cs typeface="Arial"/>
              </a:defRPr>
            </a:lvl8pPr>
            <a:lvl9pPr>
              <a:defRPr sz="2025" b="0">
                <a:solidFill>
                  <a:srgbClr val="152E3D"/>
                </a:solidFill>
                <a:latin typeface="Arial"/>
                <a:ea typeface="Arial"/>
                <a:cs typeface="Arial"/>
              </a:defRPr>
            </a:lvl9pPr>
          </a:lstStyle>
          <a:p xmlns:a="http://schemas.openxmlformats.org/drawingml/2006/main">
            <a:pPr>
              <a:defRPr sz="2025" b="0">
                <a:solidFill>
                  <a:srgbClr val="152E3D"/>
                </a:solidFill>
                <a:latin typeface="Arial"/>
                <a:ea typeface="Arial"/>
                <a:cs typeface="Arial"/>
              </a:defRPr>
            </a:pPr>
            <a:r>
              <a:rPr sz="2025" b="0">
                <a:solidFill>
                  <a:srgbClr val="152E3D"/>
                </a:solidFill>
                <a:latin typeface="Arial"/>
                <a:ea typeface="Arial"/>
                <a:cs typeface="Arial"/>
              </a:rPr>
              <a:t>Mapping, sorgu dili, indeks ve UTC zaman aralığı.</a:t>
            </a:r>
          </a:p>
        </p:txBody>
      </p:sp>
      <p:sp>
        <p:nvSpPr>
          <p:cNvPr id="4" name="">
            <a:extLst xmlns:a="http://schemas.openxmlformats.org/drawingml/2006/main">
              <a:ext uri="{FF2B5EF4-FFF2-40B4-BE49-F238E27FC236}">
                <a16:creationId xmlns:a16="http://schemas.microsoft.com/office/drawing/2014/main" id="{9EAFEE40-CF63-4B07-8A9A-03753449363A}"/>
              </a:ext>
            </a:extLst>
          </p:cNvPr>
          <p:cNvSpPr>
            <a:spLocks xmlns:a="http://schemas.openxmlformats.org/drawingml/2006/main" noGrp="1"/>
          </p:cNvSpPr>
          <p:nvPr/>
        </p:nvSpPr>
        <p:spPr>
          <a:xfrm xmlns:a="http://schemas.openxmlformats.org/drawingml/2006/main">
            <a:off x="647700" y="2628900"/>
            <a:ext cx="2524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007F83"/>
                </a:solidFill>
                <a:latin typeface="Arial"/>
                <a:ea typeface="Arial"/>
                <a:cs typeface="Arial"/>
              </a:defRPr>
            </a:defPPr>
            <a:lvl1pPr>
              <a:defRPr sz="2175" b="1">
                <a:solidFill>
                  <a:srgbClr val="007F83"/>
                </a:solidFill>
                <a:latin typeface="Arial"/>
                <a:ea typeface="Arial"/>
                <a:cs typeface="Arial"/>
              </a:defRPr>
            </a:lvl1pPr>
            <a:lvl2pPr>
              <a:defRPr sz="2175" b="1">
                <a:solidFill>
                  <a:srgbClr val="007F83"/>
                </a:solidFill>
                <a:latin typeface="Arial"/>
                <a:ea typeface="Arial"/>
                <a:cs typeface="Arial"/>
              </a:defRPr>
            </a:lvl2pPr>
            <a:lvl3pPr>
              <a:defRPr sz="2175" b="1">
                <a:solidFill>
                  <a:srgbClr val="007F83"/>
                </a:solidFill>
                <a:latin typeface="Arial"/>
                <a:ea typeface="Arial"/>
                <a:cs typeface="Arial"/>
              </a:defRPr>
            </a:lvl3pPr>
            <a:lvl4pPr>
              <a:defRPr sz="2175" b="1">
                <a:solidFill>
                  <a:srgbClr val="007F83"/>
                </a:solidFill>
                <a:latin typeface="Arial"/>
                <a:ea typeface="Arial"/>
                <a:cs typeface="Arial"/>
              </a:defRPr>
            </a:lvl4pPr>
            <a:lvl5pPr>
              <a:defRPr sz="2175" b="1">
                <a:solidFill>
                  <a:srgbClr val="007F83"/>
                </a:solidFill>
                <a:latin typeface="Arial"/>
                <a:ea typeface="Arial"/>
                <a:cs typeface="Arial"/>
              </a:defRPr>
            </a:lvl5pPr>
            <a:lvl6pPr>
              <a:defRPr sz="2175" b="1">
                <a:solidFill>
                  <a:srgbClr val="007F83"/>
                </a:solidFill>
                <a:latin typeface="Arial"/>
                <a:ea typeface="Arial"/>
                <a:cs typeface="Arial"/>
              </a:defRPr>
            </a:lvl6pPr>
            <a:lvl7pPr>
              <a:defRPr sz="2175" b="1">
                <a:solidFill>
                  <a:srgbClr val="007F83"/>
                </a:solidFill>
                <a:latin typeface="Arial"/>
                <a:ea typeface="Arial"/>
                <a:cs typeface="Arial"/>
              </a:defRPr>
            </a:lvl7pPr>
            <a:lvl8pPr>
              <a:defRPr sz="2175" b="1">
                <a:solidFill>
                  <a:srgbClr val="007F83"/>
                </a:solidFill>
                <a:latin typeface="Arial"/>
                <a:ea typeface="Arial"/>
                <a:cs typeface="Arial"/>
              </a:defRPr>
            </a:lvl8pPr>
            <a:lvl9pPr>
              <a:defRPr sz="2175" b="1">
                <a:solidFill>
                  <a:srgbClr val="007F83"/>
                </a:solidFill>
                <a:latin typeface="Arial"/>
                <a:ea typeface="Arial"/>
                <a:cs typeface="Arial"/>
              </a:defRPr>
            </a:lvl9pPr>
          </a:lstStyle>
          <a:p xmlns:a="http://schemas.openxmlformats.org/drawingml/2006/main">
            <a:pPr>
              <a:defRPr sz="2175" b="1">
                <a:solidFill>
                  <a:srgbClr val="007F83"/>
                </a:solidFill>
                <a:latin typeface="Arial"/>
                <a:ea typeface="Arial"/>
                <a:cs typeface="Arial"/>
              </a:defRPr>
            </a:pPr>
            <a:r>
              <a:rPr sz="2175" b="1">
                <a:solidFill>
                  <a:srgbClr val="007F83"/>
                </a:solidFill>
                <a:latin typeface="Arial"/>
                <a:ea typeface="Arial"/>
                <a:cs typeface="Arial"/>
              </a:rPr>
              <a:t>İncelerken</a:t>
            </a:r>
          </a:p>
        </p:txBody>
      </p:sp>
      <p:sp>
        <p:nvSpPr>
          <p:cNvPr id="5" name="">
            <a:extLst xmlns:a="http://schemas.openxmlformats.org/drawingml/2006/main">
              <a:ext uri="{FF2B5EF4-FFF2-40B4-BE49-F238E27FC236}">
                <a16:creationId xmlns:a16="http://schemas.microsoft.com/office/drawing/2014/main" id="{0CFF78FB-4537-4840-B183-1A3A71CBAD30}"/>
              </a:ext>
            </a:extLst>
          </p:cNvPr>
          <p:cNvSpPr>
            <a:spLocks xmlns:a="http://schemas.openxmlformats.org/drawingml/2006/main" noGrp="1"/>
          </p:cNvSpPr>
          <p:nvPr/>
        </p:nvSpPr>
        <p:spPr>
          <a:xfrm xmlns:a="http://schemas.openxmlformats.org/drawingml/2006/main">
            <a:off x="3362325" y="2638425"/>
            <a:ext cx="81819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152E3D"/>
                </a:solidFill>
                <a:latin typeface="Arial"/>
                <a:ea typeface="Arial"/>
                <a:cs typeface="Arial"/>
              </a:defRPr>
            </a:defPPr>
            <a:lvl1pPr>
              <a:defRPr sz="2025" b="0">
                <a:solidFill>
                  <a:srgbClr val="152E3D"/>
                </a:solidFill>
                <a:latin typeface="Arial"/>
                <a:ea typeface="Arial"/>
                <a:cs typeface="Arial"/>
              </a:defRPr>
            </a:lvl1pPr>
            <a:lvl2pPr>
              <a:defRPr sz="2025" b="0">
                <a:solidFill>
                  <a:srgbClr val="152E3D"/>
                </a:solidFill>
                <a:latin typeface="Arial"/>
                <a:ea typeface="Arial"/>
                <a:cs typeface="Arial"/>
              </a:defRPr>
            </a:lvl2pPr>
            <a:lvl3pPr>
              <a:defRPr sz="2025" b="0">
                <a:solidFill>
                  <a:srgbClr val="152E3D"/>
                </a:solidFill>
                <a:latin typeface="Arial"/>
                <a:ea typeface="Arial"/>
                <a:cs typeface="Arial"/>
              </a:defRPr>
            </a:lvl3pPr>
            <a:lvl4pPr>
              <a:defRPr sz="2025" b="0">
                <a:solidFill>
                  <a:srgbClr val="152E3D"/>
                </a:solidFill>
                <a:latin typeface="Arial"/>
                <a:ea typeface="Arial"/>
                <a:cs typeface="Arial"/>
              </a:defRPr>
            </a:lvl4pPr>
            <a:lvl5pPr>
              <a:defRPr sz="2025" b="0">
                <a:solidFill>
                  <a:srgbClr val="152E3D"/>
                </a:solidFill>
                <a:latin typeface="Arial"/>
                <a:ea typeface="Arial"/>
                <a:cs typeface="Arial"/>
              </a:defRPr>
            </a:lvl5pPr>
            <a:lvl6pPr>
              <a:defRPr sz="2025" b="0">
                <a:solidFill>
                  <a:srgbClr val="152E3D"/>
                </a:solidFill>
                <a:latin typeface="Arial"/>
                <a:ea typeface="Arial"/>
                <a:cs typeface="Arial"/>
              </a:defRPr>
            </a:lvl6pPr>
            <a:lvl7pPr>
              <a:defRPr sz="2025" b="0">
                <a:solidFill>
                  <a:srgbClr val="152E3D"/>
                </a:solidFill>
                <a:latin typeface="Arial"/>
                <a:ea typeface="Arial"/>
                <a:cs typeface="Arial"/>
              </a:defRPr>
            </a:lvl7pPr>
            <a:lvl8pPr>
              <a:defRPr sz="2025" b="0">
                <a:solidFill>
                  <a:srgbClr val="152E3D"/>
                </a:solidFill>
                <a:latin typeface="Arial"/>
                <a:ea typeface="Arial"/>
                <a:cs typeface="Arial"/>
              </a:defRPr>
            </a:lvl8pPr>
            <a:lvl9pPr>
              <a:defRPr sz="2025" b="0">
                <a:solidFill>
                  <a:srgbClr val="152E3D"/>
                </a:solidFill>
                <a:latin typeface="Arial"/>
                <a:ea typeface="Arial"/>
                <a:cs typeface="Arial"/>
              </a:defRPr>
            </a:lvl9pPr>
          </a:lstStyle>
          <a:p xmlns:a="http://schemas.openxmlformats.org/drawingml/2006/main">
            <a:pPr>
              <a:defRPr sz="2025" b="0">
                <a:solidFill>
                  <a:srgbClr val="152E3D"/>
                </a:solidFill>
                <a:latin typeface="Arial"/>
                <a:ea typeface="Arial"/>
                <a:cs typeface="Arial"/>
              </a:defRPr>
            </a:pPr>
            <a:r>
              <a:rPr sz="2025" b="0">
                <a:solidFill>
                  <a:srgbClr val="152E3D"/>
                </a:solidFill>
                <a:latin typeface="Arial"/>
                <a:ea typeface="Arial"/>
                <a:cs typeface="Arial"/>
              </a:rPr>
              <a:t>Bir örnek kayıt, trace bağlamı ve karşılaştırma penceresi.</a:t>
            </a:r>
          </a:p>
        </p:txBody>
      </p:sp>
      <p:sp>
        <p:nvSpPr>
          <p:cNvPr id="6" name="">
            <a:extLst xmlns:a="http://schemas.openxmlformats.org/drawingml/2006/main">
              <a:ext uri="{FF2B5EF4-FFF2-40B4-BE49-F238E27FC236}">
                <a16:creationId xmlns:a16="http://schemas.microsoft.com/office/drawing/2014/main" id="{80BEA509-10B6-4A3A-8BC5-6D02B6DD1F1B}"/>
              </a:ext>
            </a:extLst>
          </p:cNvPr>
          <p:cNvSpPr>
            <a:spLocks xmlns:a="http://schemas.openxmlformats.org/drawingml/2006/main" noGrp="1"/>
          </p:cNvSpPr>
          <p:nvPr/>
        </p:nvSpPr>
        <p:spPr>
          <a:xfrm xmlns:a="http://schemas.openxmlformats.org/drawingml/2006/main">
            <a:off x="647700" y="3571875"/>
            <a:ext cx="2524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007F83"/>
                </a:solidFill>
                <a:latin typeface="Arial"/>
                <a:ea typeface="Arial"/>
                <a:cs typeface="Arial"/>
              </a:defRPr>
            </a:defPPr>
            <a:lvl1pPr>
              <a:defRPr sz="2175" b="1">
                <a:solidFill>
                  <a:srgbClr val="007F83"/>
                </a:solidFill>
                <a:latin typeface="Arial"/>
                <a:ea typeface="Arial"/>
                <a:cs typeface="Arial"/>
              </a:defRPr>
            </a:lvl1pPr>
            <a:lvl2pPr>
              <a:defRPr sz="2175" b="1">
                <a:solidFill>
                  <a:srgbClr val="007F83"/>
                </a:solidFill>
                <a:latin typeface="Arial"/>
                <a:ea typeface="Arial"/>
                <a:cs typeface="Arial"/>
              </a:defRPr>
            </a:lvl2pPr>
            <a:lvl3pPr>
              <a:defRPr sz="2175" b="1">
                <a:solidFill>
                  <a:srgbClr val="007F83"/>
                </a:solidFill>
                <a:latin typeface="Arial"/>
                <a:ea typeface="Arial"/>
                <a:cs typeface="Arial"/>
              </a:defRPr>
            </a:lvl3pPr>
            <a:lvl4pPr>
              <a:defRPr sz="2175" b="1">
                <a:solidFill>
                  <a:srgbClr val="007F83"/>
                </a:solidFill>
                <a:latin typeface="Arial"/>
                <a:ea typeface="Arial"/>
                <a:cs typeface="Arial"/>
              </a:defRPr>
            </a:lvl4pPr>
            <a:lvl5pPr>
              <a:defRPr sz="2175" b="1">
                <a:solidFill>
                  <a:srgbClr val="007F83"/>
                </a:solidFill>
                <a:latin typeface="Arial"/>
                <a:ea typeface="Arial"/>
                <a:cs typeface="Arial"/>
              </a:defRPr>
            </a:lvl5pPr>
            <a:lvl6pPr>
              <a:defRPr sz="2175" b="1">
                <a:solidFill>
                  <a:srgbClr val="007F83"/>
                </a:solidFill>
                <a:latin typeface="Arial"/>
                <a:ea typeface="Arial"/>
                <a:cs typeface="Arial"/>
              </a:defRPr>
            </a:lvl6pPr>
            <a:lvl7pPr>
              <a:defRPr sz="2175" b="1">
                <a:solidFill>
                  <a:srgbClr val="007F83"/>
                </a:solidFill>
                <a:latin typeface="Arial"/>
                <a:ea typeface="Arial"/>
                <a:cs typeface="Arial"/>
              </a:defRPr>
            </a:lvl7pPr>
            <a:lvl8pPr>
              <a:defRPr sz="2175" b="1">
                <a:solidFill>
                  <a:srgbClr val="007F83"/>
                </a:solidFill>
                <a:latin typeface="Arial"/>
                <a:ea typeface="Arial"/>
                <a:cs typeface="Arial"/>
              </a:defRPr>
            </a:lvl8pPr>
            <a:lvl9pPr>
              <a:defRPr sz="2175" b="1">
                <a:solidFill>
                  <a:srgbClr val="007F83"/>
                </a:solidFill>
                <a:latin typeface="Arial"/>
                <a:ea typeface="Arial"/>
                <a:cs typeface="Arial"/>
              </a:defRPr>
            </a:lvl9pPr>
          </a:lstStyle>
          <a:p xmlns:a="http://schemas.openxmlformats.org/drawingml/2006/main">
            <a:pPr>
              <a:defRPr sz="2175" b="1">
                <a:solidFill>
                  <a:srgbClr val="007F83"/>
                </a:solidFill>
                <a:latin typeface="Arial"/>
                <a:ea typeface="Arial"/>
                <a:cs typeface="Arial"/>
              </a:defRPr>
            </a:pPr>
            <a:r>
              <a:rPr sz="2175" b="1">
                <a:solidFill>
                  <a:srgbClr val="007F83"/>
                </a:solidFill>
                <a:latin typeface="Arial"/>
                <a:ea typeface="Arial"/>
                <a:cs typeface="Arial"/>
              </a:rPr>
              <a:t>Sonuç yazarken</a:t>
            </a:r>
          </a:p>
        </p:txBody>
      </p:sp>
      <p:sp>
        <p:nvSpPr>
          <p:cNvPr id="7" name="">
            <a:extLst xmlns:a="http://schemas.openxmlformats.org/drawingml/2006/main">
              <a:ext uri="{FF2B5EF4-FFF2-40B4-BE49-F238E27FC236}">
                <a16:creationId xmlns:a16="http://schemas.microsoft.com/office/drawing/2014/main" id="{AD9DE3A7-3116-4293-A1E2-BB8915E104C5}"/>
              </a:ext>
            </a:extLst>
          </p:cNvPr>
          <p:cNvSpPr>
            <a:spLocks xmlns:a="http://schemas.openxmlformats.org/drawingml/2006/main" noGrp="1"/>
          </p:cNvSpPr>
          <p:nvPr/>
        </p:nvSpPr>
        <p:spPr>
          <a:xfrm xmlns:a="http://schemas.openxmlformats.org/drawingml/2006/main">
            <a:off x="3362325" y="3581400"/>
            <a:ext cx="81819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152E3D"/>
                </a:solidFill>
                <a:latin typeface="Arial"/>
                <a:ea typeface="Arial"/>
                <a:cs typeface="Arial"/>
              </a:defRPr>
            </a:defPPr>
            <a:lvl1pPr>
              <a:defRPr sz="2025" b="0">
                <a:solidFill>
                  <a:srgbClr val="152E3D"/>
                </a:solidFill>
                <a:latin typeface="Arial"/>
                <a:ea typeface="Arial"/>
                <a:cs typeface="Arial"/>
              </a:defRPr>
            </a:lvl1pPr>
            <a:lvl2pPr>
              <a:defRPr sz="2025" b="0">
                <a:solidFill>
                  <a:srgbClr val="152E3D"/>
                </a:solidFill>
                <a:latin typeface="Arial"/>
                <a:ea typeface="Arial"/>
                <a:cs typeface="Arial"/>
              </a:defRPr>
            </a:lvl2pPr>
            <a:lvl3pPr>
              <a:defRPr sz="2025" b="0">
                <a:solidFill>
                  <a:srgbClr val="152E3D"/>
                </a:solidFill>
                <a:latin typeface="Arial"/>
                <a:ea typeface="Arial"/>
                <a:cs typeface="Arial"/>
              </a:defRPr>
            </a:lvl3pPr>
            <a:lvl4pPr>
              <a:defRPr sz="2025" b="0">
                <a:solidFill>
                  <a:srgbClr val="152E3D"/>
                </a:solidFill>
                <a:latin typeface="Arial"/>
                <a:ea typeface="Arial"/>
                <a:cs typeface="Arial"/>
              </a:defRPr>
            </a:lvl4pPr>
            <a:lvl5pPr>
              <a:defRPr sz="2025" b="0">
                <a:solidFill>
                  <a:srgbClr val="152E3D"/>
                </a:solidFill>
                <a:latin typeface="Arial"/>
                <a:ea typeface="Arial"/>
                <a:cs typeface="Arial"/>
              </a:defRPr>
            </a:lvl5pPr>
            <a:lvl6pPr>
              <a:defRPr sz="2025" b="0">
                <a:solidFill>
                  <a:srgbClr val="152E3D"/>
                </a:solidFill>
                <a:latin typeface="Arial"/>
                <a:ea typeface="Arial"/>
                <a:cs typeface="Arial"/>
              </a:defRPr>
            </a:lvl6pPr>
            <a:lvl7pPr>
              <a:defRPr sz="2025" b="0">
                <a:solidFill>
                  <a:srgbClr val="152E3D"/>
                </a:solidFill>
                <a:latin typeface="Arial"/>
                <a:ea typeface="Arial"/>
                <a:cs typeface="Arial"/>
              </a:defRPr>
            </a:lvl7pPr>
            <a:lvl8pPr>
              <a:defRPr sz="2025" b="0">
                <a:solidFill>
                  <a:srgbClr val="152E3D"/>
                </a:solidFill>
                <a:latin typeface="Arial"/>
                <a:ea typeface="Arial"/>
                <a:cs typeface="Arial"/>
              </a:defRPr>
            </a:lvl8pPr>
            <a:lvl9pPr>
              <a:defRPr sz="2025" b="0">
                <a:solidFill>
                  <a:srgbClr val="152E3D"/>
                </a:solidFill>
                <a:latin typeface="Arial"/>
                <a:ea typeface="Arial"/>
                <a:cs typeface="Arial"/>
              </a:defRPr>
            </a:lvl9pPr>
          </a:lstStyle>
          <a:p xmlns:a="http://schemas.openxmlformats.org/drawingml/2006/main">
            <a:pPr>
              <a:defRPr sz="2025" b="0">
                <a:solidFill>
                  <a:srgbClr val="152E3D"/>
                </a:solidFill>
                <a:latin typeface="Arial"/>
                <a:ea typeface="Arial"/>
                <a:cs typeface="Arial"/>
              </a:defRPr>
            </a:pPr>
            <a:r>
              <a:rPr sz="2025" b="0">
                <a:solidFill>
                  <a:srgbClr val="152E3D"/>
                </a:solidFill>
                <a:latin typeface="Arial"/>
                <a:ea typeface="Arial"/>
                <a:cs typeface="Arial"/>
              </a:rPr>
              <a:t>Pay/payda, kısmi sonuç kontrolü ve veri kapsamı.</a:t>
            </a:r>
          </a:p>
        </p:txBody>
      </p:sp>
      <p:sp>
        <p:nvSpPr>
          <p:cNvPr id="8" name="">
            <a:extLst xmlns:a="http://schemas.openxmlformats.org/drawingml/2006/main">
              <a:ext uri="{FF2B5EF4-FFF2-40B4-BE49-F238E27FC236}">
                <a16:creationId xmlns:a16="http://schemas.microsoft.com/office/drawing/2014/main" id="{E1BE4578-CDE5-4D7C-B7F5-59AF694BC32C}"/>
              </a:ext>
            </a:extLst>
          </p:cNvPr>
          <p:cNvSpPr>
            <a:spLocks xmlns:a="http://schemas.openxmlformats.org/drawingml/2006/main" noGrp="1"/>
          </p:cNvSpPr>
          <p:nvPr/>
        </p:nvSpPr>
        <p:spPr>
          <a:xfrm xmlns:a="http://schemas.openxmlformats.org/drawingml/2006/main">
            <a:off x="647700" y="4514850"/>
            <a:ext cx="2524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007F83"/>
                </a:solidFill>
                <a:latin typeface="Arial"/>
                <a:ea typeface="Arial"/>
                <a:cs typeface="Arial"/>
              </a:defRPr>
            </a:defPPr>
            <a:lvl1pPr>
              <a:defRPr sz="2175" b="1">
                <a:solidFill>
                  <a:srgbClr val="007F83"/>
                </a:solidFill>
                <a:latin typeface="Arial"/>
                <a:ea typeface="Arial"/>
                <a:cs typeface="Arial"/>
              </a:defRPr>
            </a:lvl1pPr>
            <a:lvl2pPr>
              <a:defRPr sz="2175" b="1">
                <a:solidFill>
                  <a:srgbClr val="007F83"/>
                </a:solidFill>
                <a:latin typeface="Arial"/>
                <a:ea typeface="Arial"/>
                <a:cs typeface="Arial"/>
              </a:defRPr>
            </a:lvl2pPr>
            <a:lvl3pPr>
              <a:defRPr sz="2175" b="1">
                <a:solidFill>
                  <a:srgbClr val="007F83"/>
                </a:solidFill>
                <a:latin typeface="Arial"/>
                <a:ea typeface="Arial"/>
                <a:cs typeface="Arial"/>
              </a:defRPr>
            </a:lvl3pPr>
            <a:lvl4pPr>
              <a:defRPr sz="2175" b="1">
                <a:solidFill>
                  <a:srgbClr val="007F83"/>
                </a:solidFill>
                <a:latin typeface="Arial"/>
                <a:ea typeface="Arial"/>
                <a:cs typeface="Arial"/>
              </a:defRPr>
            </a:lvl4pPr>
            <a:lvl5pPr>
              <a:defRPr sz="2175" b="1">
                <a:solidFill>
                  <a:srgbClr val="007F83"/>
                </a:solidFill>
                <a:latin typeface="Arial"/>
                <a:ea typeface="Arial"/>
                <a:cs typeface="Arial"/>
              </a:defRPr>
            </a:lvl5pPr>
            <a:lvl6pPr>
              <a:defRPr sz="2175" b="1">
                <a:solidFill>
                  <a:srgbClr val="007F83"/>
                </a:solidFill>
                <a:latin typeface="Arial"/>
                <a:ea typeface="Arial"/>
                <a:cs typeface="Arial"/>
              </a:defRPr>
            </a:lvl6pPr>
            <a:lvl7pPr>
              <a:defRPr sz="2175" b="1">
                <a:solidFill>
                  <a:srgbClr val="007F83"/>
                </a:solidFill>
                <a:latin typeface="Arial"/>
                <a:ea typeface="Arial"/>
                <a:cs typeface="Arial"/>
              </a:defRPr>
            </a:lvl7pPr>
            <a:lvl8pPr>
              <a:defRPr sz="2175" b="1">
                <a:solidFill>
                  <a:srgbClr val="007F83"/>
                </a:solidFill>
                <a:latin typeface="Arial"/>
                <a:ea typeface="Arial"/>
                <a:cs typeface="Arial"/>
              </a:defRPr>
            </a:lvl8pPr>
            <a:lvl9pPr>
              <a:defRPr sz="2175" b="1">
                <a:solidFill>
                  <a:srgbClr val="007F83"/>
                </a:solidFill>
                <a:latin typeface="Arial"/>
                <a:ea typeface="Arial"/>
                <a:cs typeface="Arial"/>
              </a:defRPr>
            </a:lvl9pPr>
          </a:lstStyle>
          <a:p xmlns:a="http://schemas.openxmlformats.org/drawingml/2006/main">
            <a:pPr>
              <a:defRPr sz="2175" b="1">
                <a:solidFill>
                  <a:srgbClr val="007F83"/>
                </a:solidFill>
                <a:latin typeface="Arial"/>
                <a:ea typeface="Arial"/>
                <a:cs typeface="Arial"/>
              </a:defRPr>
            </a:pPr>
            <a:r>
              <a:rPr sz="2175" b="1">
                <a:solidFill>
                  <a:srgbClr val="007F83"/>
                </a:solidFill>
                <a:latin typeface="Arial"/>
                <a:ea typeface="Arial"/>
                <a:cs typeface="Arial"/>
              </a:rPr>
              <a:t>Devrederken</a:t>
            </a:r>
          </a:p>
        </p:txBody>
      </p:sp>
      <p:sp>
        <p:nvSpPr>
          <p:cNvPr id="9" name="">
            <a:extLst xmlns:a="http://schemas.openxmlformats.org/drawingml/2006/main">
              <a:ext uri="{FF2B5EF4-FFF2-40B4-BE49-F238E27FC236}">
                <a16:creationId xmlns:a16="http://schemas.microsoft.com/office/drawing/2014/main" id="{20D891D3-947E-4116-B0EC-08A474DA22D3}"/>
              </a:ext>
            </a:extLst>
          </p:cNvPr>
          <p:cNvSpPr>
            <a:spLocks xmlns:a="http://schemas.openxmlformats.org/drawingml/2006/main" noGrp="1"/>
          </p:cNvSpPr>
          <p:nvPr/>
        </p:nvSpPr>
        <p:spPr>
          <a:xfrm xmlns:a="http://schemas.openxmlformats.org/drawingml/2006/main">
            <a:off x="3362325" y="4524375"/>
            <a:ext cx="81819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152E3D"/>
                </a:solidFill>
                <a:latin typeface="Arial"/>
                <a:ea typeface="Arial"/>
                <a:cs typeface="Arial"/>
              </a:defRPr>
            </a:defPPr>
            <a:lvl1pPr>
              <a:defRPr sz="2025" b="0">
                <a:solidFill>
                  <a:srgbClr val="152E3D"/>
                </a:solidFill>
                <a:latin typeface="Arial"/>
                <a:ea typeface="Arial"/>
                <a:cs typeface="Arial"/>
              </a:defRPr>
            </a:lvl1pPr>
            <a:lvl2pPr>
              <a:defRPr sz="2025" b="0">
                <a:solidFill>
                  <a:srgbClr val="152E3D"/>
                </a:solidFill>
                <a:latin typeface="Arial"/>
                <a:ea typeface="Arial"/>
                <a:cs typeface="Arial"/>
              </a:defRPr>
            </a:lvl2pPr>
            <a:lvl3pPr>
              <a:defRPr sz="2025" b="0">
                <a:solidFill>
                  <a:srgbClr val="152E3D"/>
                </a:solidFill>
                <a:latin typeface="Arial"/>
                <a:ea typeface="Arial"/>
                <a:cs typeface="Arial"/>
              </a:defRPr>
            </a:lvl3pPr>
            <a:lvl4pPr>
              <a:defRPr sz="2025" b="0">
                <a:solidFill>
                  <a:srgbClr val="152E3D"/>
                </a:solidFill>
                <a:latin typeface="Arial"/>
                <a:ea typeface="Arial"/>
                <a:cs typeface="Arial"/>
              </a:defRPr>
            </a:lvl4pPr>
            <a:lvl5pPr>
              <a:defRPr sz="2025" b="0">
                <a:solidFill>
                  <a:srgbClr val="152E3D"/>
                </a:solidFill>
                <a:latin typeface="Arial"/>
                <a:ea typeface="Arial"/>
                <a:cs typeface="Arial"/>
              </a:defRPr>
            </a:lvl5pPr>
            <a:lvl6pPr>
              <a:defRPr sz="2025" b="0">
                <a:solidFill>
                  <a:srgbClr val="152E3D"/>
                </a:solidFill>
                <a:latin typeface="Arial"/>
                <a:ea typeface="Arial"/>
                <a:cs typeface="Arial"/>
              </a:defRPr>
            </a:lvl6pPr>
            <a:lvl7pPr>
              <a:defRPr sz="2025" b="0">
                <a:solidFill>
                  <a:srgbClr val="152E3D"/>
                </a:solidFill>
                <a:latin typeface="Arial"/>
                <a:ea typeface="Arial"/>
                <a:cs typeface="Arial"/>
              </a:defRPr>
            </a:lvl7pPr>
            <a:lvl8pPr>
              <a:defRPr sz="2025" b="0">
                <a:solidFill>
                  <a:srgbClr val="152E3D"/>
                </a:solidFill>
                <a:latin typeface="Arial"/>
                <a:ea typeface="Arial"/>
                <a:cs typeface="Arial"/>
              </a:defRPr>
            </a:lvl8pPr>
            <a:lvl9pPr>
              <a:defRPr sz="2025" b="0">
                <a:solidFill>
                  <a:srgbClr val="152E3D"/>
                </a:solidFill>
                <a:latin typeface="Arial"/>
                <a:ea typeface="Arial"/>
                <a:cs typeface="Arial"/>
              </a:defRPr>
            </a:lvl9pPr>
          </a:lstStyle>
          <a:p xmlns:a="http://schemas.openxmlformats.org/drawingml/2006/main">
            <a:pPr>
              <a:defRPr sz="2025" b="0">
                <a:solidFill>
                  <a:srgbClr val="152E3D"/>
                </a:solidFill>
                <a:latin typeface="Arial"/>
                <a:ea typeface="Arial"/>
                <a:cs typeface="Arial"/>
              </a:defRPr>
            </a:pPr>
            <a:r>
              <a:rPr sz="2025" b="0">
                <a:solidFill>
                  <a:srgbClr val="152E3D"/>
                </a:solidFill>
                <a:latin typeface="Arial"/>
                <a:ea typeface="Arial"/>
                <a:cs typeface="Arial"/>
              </a:rPr>
              <a:t>Kaydedilmiş sorgu, olay kimliği ve yeniden çalıştırma adımı.</a:t>
            </a:r>
          </a:p>
        </p:txBody>
      </p:sp>
      <p:sp>
        <p:nvSpPr>
          <p:cNvPr id="10" name="">
            <a:extLst xmlns:a="http://schemas.openxmlformats.org/drawingml/2006/main">
              <a:ext uri="{FF2B5EF4-FFF2-40B4-BE49-F238E27FC236}">
                <a16:creationId xmlns:a16="http://schemas.microsoft.com/office/drawing/2014/main" id="{99C947CF-2726-42CC-95A2-CA9D5890A1D9}"/>
              </a:ext>
            </a:extLst>
          </p:cNvPr>
          <p:cNvSpPr>
            <a:spLocks xmlns:a="http://schemas.openxmlformats.org/drawingml/2006/main" noGrp="1"/>
          </p:cNvSpPr>
          <p:nvPr/>
        </p:nvSpPr>
        <p:spPr>
          <a:xfrm xmlns:a="http://schemas.openxmlformats.org/drawingml/2006/main">
            <a:off x="647700" y="5762625"/>
            <a:ext cx="10896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007F83"/>
                </a:solidFill>
                <a:latin typeface="Arial"/>
                <a:ea typeface="Arial"/>
                <a:cs typeface="Arial"/>
              </a:defRPr>
            </a:defPPr>
            <a:lvl1pPr>
              <a:defRPr sz="1800" b="1">
                <a:solidFill>
                  <a:srgbClr val="007F83"/>
                </a:solidFill>
                <a:latin typeface="Arial"/>
                <a:ea typeface="Arial"/>
                <a:cs typeface="Arial"/>
              </a:defRPr>
            </a:lvl1pPr>
            <a:lvl2pPr>
              <a:defRPr sz="1800" b="1">
                <a:solidFill>
                  <a:srgbClr val="007F83"/>
                </a:solidFill>
                <a:latin typeface="Arial"/>
                <a:ea typeface="Arial"/>
                <a:cs typeface="Arial"/>
              </a:defRPr>
            </a:lvl2pPr>
            <a:lvl3pPr>
              <a:defRPr sz="1800" b="1">
                <a:solidFill>
                  <a:srgbClr val="007F83"/>
                </a:solidFill>
                <a:latin typeface="Arial"/>
                <a:ea typeface="Arial"/>
                <a:cs typeface="Arial"/>
              </a:defRPr>
            </a:lvl3pPr>
            <a:lvl4pPr>
              <a:defRPr sz="1800" b="1">
                <a:solidFill>
                  <a:srgbClr val="007F83"/>
                </a:solidFill>
                <a:latin typeface="Arial"/>
                <a:ea typeface="Arial"/>
                <a:cs typeface="Arial"/>
              </a:defRPr>
            </a:lvl4pPr>
            <a:lvl5pPr>
              <a:defRPr sz="1800" b="1">
                <a:solidFill>
                  <a:srgbClr val="007F83"/>
                </a:solidFill>
                <a:latin typeface="Arial"/>
                <a:ea typeface="Arial"/>
                <a:cs typeface="Arial"/>
              </a:defRPr>
            </a:lvl5pPr>
            <a:lvl6pPr>
              <a:defRPr sz="1800" b="1">
                <a:solidFill>
                  <a:srgbClr val="007F83"/>
                </a:solidFill>
                <a:latin typeface="Arial"/>
                <a:ea typeface="Arial"/>
                <a:cs typeface="Arial"/>
              </a:defRPr>
            </a:lvl6pPr>
            <a:lvl7pPr>
              <a:defRPr sz="1800" b="1">
                <a:solidFill>
                  <a:srgbClr val="007F83"/>
                </a:solidFill>
                <a:latin typeface="Arial"/>
                <a:ea typeface="Arial"/>
                <a:cs typeface="Arial"/>
              </a:defRPr>
            </a:lvl7pPr>
            <a:lvl8pPr>
              <a:defRPr sz="1800" b="1">
                <a:solidFill>
                  <a:srgbClr val="007F83"/>
                </a:solidFill>
                <a:latin typeface="Arial"/>
                <a:ea typeface="Arial"/>
                <a:cs typeface="Arial"/>
              </a:defRPr>
            </a:lvl8pPr>
            <a:lvl9pPr>
              <a:defRPr sz="1800" b="1">
                <a:solidFill>
                  <a:srgbClr val="007F83"/>
                </a:solidFill>
                <a:latin typeface="Arial"/>
                <a:ea typeface="Arial"/>
                <a:cs typeface="Arial"/>
              </a:defRPr>
            </a:lvl9pPr>
          </a:lstStyle>
          <a:p xmlns:a="http://schemas.openxmlformats.org/drawingml/2006/main">
            <a:pPr>
              <a:defRPr sz="1800" b="1">
                <a:solidFill>
                  <a:srgbClr val="007F83"/>
                </a:solidFill>
                <a:latin typeface="Arial"/>
                <a:ea typeface="Arial"/>
                <a:cs typeface="Arial"/>
              </a:defRPr>
            </a:pPr>
            <a:r>
              <a:rPr sz="1800" b="1">
                <a:solidFill>
                  <a:srgbClr val="007F83"/>
                </a:solidFill>
                <a:latin typeface="Arial"/>
                <a:ea typeface="Arial"/>
                <a:cs typeface="Arial"/>
              </a:rPr>
              <a:t>Ekler: sorgu rehberi, API çağrıları, agent örnekleri ve kaynakça</a:t>
            </a:r>
          </a:p>
        </p:txBody>
      </p:sp>
      <p:sp>
        <p:nvSpPr>
          <p:cNvPr id="11" name="">
            <a:extLst xmlns:a="http://schemas.openxmlformats.org/drawingml/2006/main">
              <a:ext uri="{FF2B5EF4-FFF2-40B4-BE49-F238E27FC236}">
                <a16:creationId xmlns:a16="http://schemas.microsoft.com/office/drawing/2014/main" id="{BD9DC5DD-7EDF-4815-A9B4-64C5F9D37962}"/>
              </a:ext>
            </a:extLst>
          </p:cNvPr>
          <p:cNvSpPr>
            <a:spLocks xmlns:a="http://schemas.openxmlformats.org/drawingml/2006/main" noGrp="1"/>
          </p:cNvSpPr>
          <p:nvPr/>
        </p:nvSpPr>
        <p:spPr>
          <a:xfrm xmlns:a="http://schemas.openxmlformats.org/drawingml/2006/main">
            <a:off x="10858500" y="6429375"/>
            <a:ext cx="714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0616A"/>
                </a:solidFill>
                <a:latin typeface="Arial"/>
                <a:ea typeface="Arial"/>
                <a:cs typeface="Arial"/>
              </a:defRPr>
            </a:defPPr>
            <a:lvl1pPr>
              <a:defRPr sz="1200" b="0">
                <a:solidFill>
                  <a:srgbClr val="50616A"/>
                </a:solidFill>
                <a:latin typeface="Arial"/>
                <a:ea typeface="Arial"/>
                <a:cs typeface="Arial"/>
              </a:defRPr>
            </a:lvl1pPr>
            <a:lvl2pPr>
              <a:defRPr sz="1200" b="0">
                <a:solidFill>
                  <a:srgbClr val="50616A"/>
                </a:solidFill>
                <a:latin typeface="Arial"/>
                <a:ea typeface="Arial"/>
                <a:cs typeface="Arial"/>
              </a:defRPr>
            </a:lvl2pPr>
            <a:lvl3pPr>
              <a:defRPr sz="1200" b="0">
                <a:solidFill>
                  <a:srgbClr val="50616A"/>
                </a:solidFill>
                <a:latin typeface="Arial"/>
                <a:ea typeface="Arial"/>
                <a:cs typeface="Arial"/>
              </a:defRPr>
            </a:lvl3pPr>
            <a:lvl4pPr>
              <a:defRPr sz="1200" b="0">
                <a:solidFill>
                  <a:srgbClr val="50616A"/>
                </a:solidFill>
                <a:latin typeface="Arial"/>
                <a:ea typeface="Arial"/>
                <a:cs typeface="Arial"/>
              </a:defRPr>
            </a:lvl4pPr>
            <a:lvl5pPr>
              <a:defRPr sz="1200" b="0">
                <a:solidFill>
                  <a:srgbClr val="50616A"/>
                </a:solidFill>
                <a:latin typeface="Arial"/>
                <a:ea typeface="Arial"/>
                <a:cs typeface="Arial"/>
              </a:defRPr>
            </a:lvl5pPr>
            <a:lvl6pPr>
              <a:defRPr sz="1200" b="0">
                <a:solidFill>
                  <a:srgbClr val="50616A"/>
                </a:solidFill>
                <a:latin typeface="Arial"/>
                <a:ea typeface="Arial"/>
                <a:cs typeface="Arial"/>
              </a:defRPr>
            </a:lvl6pPr>
            <a:lvl7pPr>
              <a:defRPr sz="1200" b="0">
                <a:solidFill>
                  <a:srgbClr val="50616A"/>
                </a:solidFill>
                <a:latin typeface="Arial"/>
                <a:ea typeface="Arial"/>
                <a:cs typeface="Arial"/>
              </a:defRPr>
            </a:lvl7pPr>
            <a:lvl8pPr>
              <a:defRPr sz="1200" b="0">
                <a:solidFill>
                  <a:srgbClr val="50616A"/>
                </a:solidFill>
                <a:latin typeface="Arial"/>
                <a:ea typeface="Arial"/>
                <a:cs typeface="Arial"/>
              </a:defRPr>
            </a:lvl8pPr>
            <a:lvl9pPr>
              <a:defRPr sz="1200" b="0">
                <a:solidFill>
                  <a:srgbClr val="50616A"/>
                </a:solidFill>
                <a:latin typeface="Arial"/>
                <a:ea typeface="Arial"/>
                <a:cs typeface="Arial"/>
              </a:defRPr>
            </a:lvl9pPr>
          </a:lstStyle>
          <a:p xmlns:a="http://schemas.openxmlformats.org/drawingml/2006/main">
            <a:pPr>
              <a:defRPr sz="1200" b="0">
                <a:solidFill>
                  <a:srgbClr val="50616A"/>
                </a:solidFill>
                <a:latin typeface="Arial"/>
                <a:ea typeface="Arial"/>
                <a:cs typeface="Arial"/>
              </a:defRPr>
            </a:pPr>
            <a:r>
              <a:rPr sz="1200" b="0">
                <a:solidFill>
                  <a:srgbClr val="50616A"/>
                </a:solidFill>
                <a:latin typeface="Arial"/>
                <a:ea typeface="Arial"/>
                <a:cs typeface="Arial"/>
              </a:rPr>
              <a:t>16 / 26</a:t>
            </a:r>
          </a:p>
        </p:txBody>
      </p:sp>
      <p:sp>
        <p:nvSpPr>
          <p:cNvPr id="12" name="">
            <a:extLst xmlns:a="http://schemas.openxmlformats.org/drawingml/2006/main">
              <a:ext uri="{FF2B5EF4-FFF2-40B4-BE49-F238E27FC236}">
                <a16:creationId xmlns:a16="http://schemas.microsoft.com/office/drawing/2014/main" id="{B8852A00-76FD-44C5-8DF7-5B45A941B9F5}"/>
              </a:ext>
            </a:extLst>
          </p:cNvPr>
          <p:cNvSpPr>
            <a:spLocks xmlns:a="http://schemas.openxmlformats.org/drawingml/2006/main" noGrp="1"/>
          </p:cNvSpPr>
          <p:nvPr/>
        </p:nvSpPr>
        <p:spPr>
          <a:xfrm xmlns:a="http://schemas.openxmlformats.org/drawingml/2006/main">
            <a:off x="647700" y="6438900"/>
            <a:ext cx="98583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0616A"/>
                </a:solidFill>
                <a:latin typeface="Arial"/>
                <a:ea typeface="Arial"/>
                <a:cs typeface="Arial"/>
              </a:defRPr>
            </a:defPPr>
            <a:lvl1pPr>
              <a:defRPr sz="1050" b="0">
                <a:solidFill>
                  <a:srgbClr val="50616A"/>
                </a:solidFill>
                <a:latin typeface="Arial"/>
                <a:ea typeface="Arial"/>
                <a:cs typeface="Arial"/>
              </a:defRPr>
            </a:lvl1pPr>
            <a:lvl2pPr>
              <a:defRPr sz="1050" b="0">
                <a:solidFill>
                  <a:srgbClr val="50616A"/>
                </a:solidFill>
                <a:latin typeface="Arial"/>
                <a:ea typeface="Arial"/>
                <a:cs typeface="Arial"/>
              </a:defRPr>
            </a:lvl2pPr>
            <a:lvl3pPr>
              <a:defRPr sz="1050" b="0">
                <a:solidFill>
                  <a:srgbClr val="50616A"/>
                </a:solidFill>
                <a:latin typeface="Arial"/>
                <a:ea typeface="Arial"/>
                <a:cs typeface="Arial"/>
              </a:defRPr>
            </a:lvl3pPr>
            <a:lvl4pPr>
              <a:defRPr sz="1050" b="0">
                <a:solidFill>
                  <a:srgbClr val="50616A"/>
                </a:solidFill>
                <a:latin typeface="Arial"/>
                <a:ea typeface="Arial"/>
                <a:cs typeface="Arial"/>
              </a:defRPr>
            </a:lvl4pPr>
            <a:lvl5pPr>
              <a:defRPr sz="1050" b="0">
                <a:solidFill>
                  <a:srgbClr val="50616A"/>
                </a:solidFill>
                <a:latin typeface="Arial"/>
                <a:ea typeface="Arial"/>
                <a:cs typeface="Arial"/>
              </a:defRPr>
            </a:lvl5pPr>
            <a:lvl6pPr>
              <a:defRPr sz="1050" b="0">
                <a:solidFill>
                  <a:srgbClr val="50616A"/>
                </a:solidFill>
                <a:latin typeface="Arial"/>
                <a:ea typeface="Arial"/>
                <a:cs typeface="Arial"/>
              </a:defRPr>
            </a:lvl6pPr>
            <a:lvl7pPr>
              <a:defRPr sz="1050" b="0">
                <a:solidFill>
                  <a:srgbClr val="50616A"/>
                </a:solidFill>
                <a:latin typeface="Arial"/>
                <a:ea typeface="Arial"/>
                <a:cs typeface="Arial"/>
              </a:defRPr>
            </a:lvl7pPr>
            <a:lvl8pPr>
              <a:defRPr sz="1050" b="0">
                <a:solidFill>
                  <a:srgbClr val="50616A"/>
                </a:solidFill>
                <a:latin typeface="Arial"/>
                <a:ea typeface="Arial"/>
                <a:cs typeface="Arial"/>
              </a:defRPr>
            </a:lvl8pPr>
            <a:lvl9pPr>
              <a:defRPr sz="1050" b="0">
                <a:solidFill>
                  <a:srgbClr val="50616A"/>
                </a:solidFill>
                <a:latin typeface="Arial"/>
                <a:ea typeface="Arial"/>
                <a:cs typeface="Arial"/>
              </a:defRPr>
            </a:lvl9pPr>
          </a:lstStyle>
          <a:p xmlns:a="http://schemas.openxmlformats.org/drawingml/2006/main">
            <a:pPr>
              <a:defRPr sz="1050" b="0">
                <a:solidFill>
                  <a:srgbClr val="50616A"/>
                </a:solidFill>
                <a:latin typeface="Arial"/>
                <a:ea typeface="Arial"/>
                <a:cs typeface="Arial"/>
              </a:defRPr>
            </a:pPr>
            <a:r>
              <a:rPr sz="1050">
                <a:solidFill>
                  <a:srgbClr val="50616A"/>
                </a:solidFill>
                <a:latin typeface="Arial"/>
                <a:ea typeface="Arial"/>
                <a:cs typeface="Arial"/>
              </a:rPr>
              <a:t>Kaynaklar: </a:t>
            </a:r>
            <a:r>
              <a:rPr sz="1050">
                <a:solidFill>
                  <a:srgbClr val="50616A"/>
                </a:solidFill>
                <a:latin typeface="Arial"/>
                <a:ea typeface="Arial"/>
                <a:cs typeface="Arial"/>
                <a:hlinkClick xmlns:r="http://schemas.openxmlformats.org/officeDocument/2006/relationships" r:id="Re4eaf16149c945f5"/>
              </a:rPr>
              <a:t>S01  </a:t>
            </a:r>
            <a:r>
              <a:rPr sz="1050">
                <a:solidFill>
                  <a:srgbClr val="50616A"/>
                </a:solidFill>
                <a:latin typeface="Arial"/>
                <a:ea typeface="Arial"/>
                <a:cs typeface="Arial"/>
                <a:hlinkClick xmlns:r="http://schemas.openxmlformats.org/officeDocument/2006/relationships" r:id="Rd96cdbec1ace4eb0"/>
              </a:rPr>
              <a:t>S08  </a:t>
            </a:r>
            <a:r>
              <a:rPr sz="1050">
                <a:solidFill>
                  <a:srgbClr val="50616A"/>
                </a:solidFill>
                <a:latin typeface="Arial"/>
                <a:ea typeface="Arial"/>
                <a:cs typeface="Arial"/>
                <a:hlinkClick xmlns:r="http://schemas.openxmlformats.org/officeDocument/2006/relationships" r:id="R80ba0f5ea0c240f6"/>
              </a:rPr>
              <a:t>S19  </a:t>
            </a:r>
          </a:p>
        </p:txBody>
      </p:sp>
    </p:spTree>
    <p:extLst>
      <p:ext uri="{BB962C8B-B14F-4D97-AF65-F5344CB8AC3E}">
        <p14:creationId xmlns:p14="http://schemas.microsoft.com/office/powerpoint/2010/main" val="1242754535"/>
      </p:ext>
    </p:extLst>
  </p:cSld>
</p:sld>
</file>

<file path=ppt/slides/slide17.xml><?xml version="1.0" encoding="utf-8"?>
<p:sld xmlns:p="http://schemas.openxmlformats.org/presentationml/2006/main">
  <p:cSld>
    <p:bg>
      <p:bgPr>
        <a:solidFill xmlns:a="http://schemas.openxmlformats.org/drawingml/2006/main">
          <a:srgbClr val="F5F4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6275683-BFD8-475A-9746-BA3F61D9CB91}"/>
              </a:ext>
            </a:extLst>
          </p:cNvPr>
          <p:cNvSpPr>
            <a:spLocks xmlns:a="http://schemas.openxmlformats.org/drawingml/2006/main" noGrp="1"/>
          </p:cNvSpPr>
          <p:nvPr/>
        </p:nvSpPr>
        <p:spPr>
          <a:xfrm xmlns:a="http://schemas.openxmlformats.org/drawingml/2006/main">
            <a:off x="647700" y="49530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52E3D"/>
                </a:solidFill>
                <a:latin typeface="Arial"/>
                <a:ea typeface="Arial"/>
                <a:cs typeface="Arial"/>
              </a:defRPr>
            </a:defPPr>
            <a:lvl1pPr>
              <a:defRPr sz="3300" b="1">
                <a:solidFill>
                  <a:srgbClr val="152E3D"/>
                </a:solidFill>
                <a:latin typeface="Arial"/>
                <a:ea typeface="Arial"/>
                <a:cs typeface="Arial"/>
              </a:defRPr>
            </a:lvl1pPr>
            <a:lvl2pPr>
              <a:defRPr sz="3300" b="1">
                <a:solidFill>
                  <a:srgbClr val="152E3D"/>
                </a:solidFill>
                <a:latin typeface="Arial"/>
                <a:ea typeface="Arial"/>
                <a:cs typeface="Arial"/>
              </a:defRPr>
            </a:lvl2pPr>
            <a:lvl3pPr>
              <a:defRPr sz="3300" b="1">
                <a:solidFill>
                  <a:srgbClr val="152E3D"/>
                </a:solidFill>
                <a:latin typeface="Arial"/>
                <a:ea typeface="Arial"/>
                <a:cs typeface="Arial"/>
              </a:defRPr>
            </a:lvl3pPr>
            <a:lvl4pPr>
              <a:defRPr sz="3300" b="1">
                <a:solidFill>
                  <a:srgbClr val="152E3D"/>
                </a:solidFill>
                <a:latin typeface="Arial"/>
                <a:ea typeface="Arial"/>
                <a:cs typeface="Arial"/>
              </a:defRPr>
            </a:lvl4pPr>
            <a:lvl5pPr>
              <a:defRPr sz="3300" b="1">
                <a:solidFill>
                  <a:srgbClr val="152E3D"/>
                </a:solidFill>
                <a:latin typeface="Arial"/>
                <a:ea typeface="Arial"/>
                <a:cs typeface="Arial"/>
              </a:defRPr>
            </a:lvl5pPr>
            <a:lvl6pPr>
              <a:defRPr sz="3300" b="1">
                <a:solidFill>
                  <a:srgbClr val="152E3D"/>
                </a:solidFill>
                <a:latin typeface="Arial"/>
                <a:ea typeface="Arial"/>
                <a:cs typeface="Arial"/>
              </a:defRPr>
            </a:lvl6pPr>
            <a:lvl7pPr>
              <a:defRPr sz="3300" b="1">
                <a:solidFill>
                  <a:srgbClr val="152E3D"/>
                </a:solidFill>
                <a:latin typeface="Arial"/>
                <a:ea typeface="Arial"/>
                <a:cs typeface="Arial"/>
              </a:defRPr>
            </a:lvl7pPr>
            <a:lvl8pPr>
              <a:defRPr sz="3300" b="1">
                <a:solidFill>
                  <a:srgbClr val="152E3D"/>
                </a:solidFill>
                <a:latin typeface="Arial"/>
                <a:ea typeface="Arial"/>
                <a:cs typeface="Arial"/>
              </a:defRPr>
            </a:lvl8pPr>
            <a:lvl9pPr>
              <a:defRPr sz="3300" b="1">
                <a:solidFill>
                  <a:srgbClr val="152E3D"/>
                </a:solidFill>
                <a:latin typeface="Arial"/>
                <a:ea typeface="Arial"/>
                <a:cs typeface="Arial"/>
              </a:defRPr>
            </a:lvl9pPr>
          </a:lstStyle>
          <a:p xmlns:a="http://schemas.openxmlformats.org/drawingml/2006/main">
            <a:pPr>
              <a:defRPr sz="3300" b="1">
                <a:solidFill>
                  <a:srgbClr val="152E3D"/>
                </a:solidFill>
                <a:latin typeface="Arial"/>
                <a:ea typeface="Arial"/>
                <a:cs typeface="Arial"/>
              </a:defRPr>
            </a:pPr>
            <a:r>
              <a:rPr sz="3300" b="1">
                <a:solidFill>
                  <a:srgbClr val="152E3D"/>
                </a:solidFill>
                <a:latin typeface="Arial"/>
                <a:ea typeface="Arial"/>
                <a:cs typeface="Arial"/>
              </a:rPr>
              <a:t>Ek A · DQL arama rehberi</a:t>
            </a:r>
          </a:p>
        </p:txBody>
      </p:sp>
      <p:graphicFrame>
        <p:nvGraphicFramePr>
          <p:cNvPr id="2" name="">
            <a:extLst xmlns:a="http://schemas.openxmlformats.org/drawingml/2006/main">
              <a:ext uri="{FF2B5EF4-FFF2-40B4-BE49-F238E27FC236}">
                <a16:creationId xmlns:a16="http://schemas.microsoft.com/office/drawing/2014/main" id="{A5B3C983-FE0C-48B6-A28D-1C161C140353}"/>
              </a:ext>
            </a:extLst>
          </p:cNvPr>
          <p:cNvGraphicFramePr/>
          <p:nvPr/>
        </p:nvGraphicFramePr>
        <p:xfrm>
          <a:off xmlns:a="http://schemas.openxmlformats.org/drawingml/2006/main" x="647700" y="1571625"/>
          <a:ext xmlns:a="http://schemas.openxmlformats.org/drawingml/2006/main" cx="10896600" cy="3971925"/>
        </p:xfrm>
        <a:graphic xmlns:a="http://schemas.openxmlformats.org/drawingml/2006/main">
          <a:graphicData uri="http://schemas.openxmlformats.org/drawingml/2006/table">
            <a:tbl>
              <a:tblPr firstRow="0" bandRow="0"/>
              <a:tblGrid>
                <a:gridCol w="3048000"/>
                <a:gridCol w="7848600"/>
              </a:tblGrid>
              <a:tr h="567418">
                <a:tc>
                  <a:txBody>
                    <a:bodyPr lIns="152400" tIns="95250" rIns="133350" bIns="95250">
                      <a:noAutofit/>
                    </a:bodyPr>
                    <a:lstStyle/>
                    <a:p>
                      <a:r>
                        <a:rPr sz="1800" b="1">
                          <a:solidFill>
                            <a:srgbClr val="F5F4F0"/>
                          </a:solidFill>
                          <a:latin typeface="Arial"/>
                          <a:ea typeface="Arial"/>
                          <a:cs typeface="Arial"/>
                        </a:rPr>
                        <a:t>Amaç</a:t>
                      </a:r>
                    </a:p>
                  </a:txBody>
                  <a:tcPr marL="91440" marR="91440" marT="45720" marB="45720" anchor="ctr">
                    <a:lnL w="4763">
                      <a:solidFill>
                        <a:srgbClr val="D1D9D9"/>
                      </a:solidFill>
                      <a:prstDash val="solid"/>
                    </a:lnL>
                    <a:lnR w="4763">
                      <a:solidFill>
                        <a:srgbClr val="D1D9D9"/>
                      </a:solidFill>
                      <a:prstDash val="solid"/>
                    </a:lnR>
                    <a:lnT w="4763">
                      <a:solidFill>
                        <a:srgbClr val="D1D9D9"/>
                      </a:solidFill>
                      <a:prstDash val="solid"/>
                    </a:lnT>
                    <a:lnB w="4763">
                      <a:solidFill>
                        <a:srgbClr val="D1D9D9"/>
                      </a:solidFill>
                      <a:prstDash val="solid"/>
                    </a:lnB>
                    <a:solidFill>
                      <a:srgbClr val="152E3D"/>
                    </a:solidFill>
                  </a:tcPr>
                </a:tc>
                <a:tc>
                  <a:txBody>
                    <a:bodyPr lIns="152400" tIns="95250" rIns="133350" bIns="95250">
                      <a:noAutofit/>
                    </a:bodyPr>
                    <a:lstStyle/>
                    <a:p>
                      <a:r>
                        <a:rPr sz="1800" b="1">
                          <a:solidFill>
                            <a:srgbClr val="F5F4F0"/>
                          </a:solidFill>
                          <a:latin typeface="Arial"/>
                          <a:ea typeface="Arial"/>
                          <a:cs typeface="Arial"/>
                        </a:rPr>
                        <a:t>DQL</a:t>
                      </a:r>
                    </a:p>
                  </a:txBody>
                  <a:tcPr marL="91440" marR="91440" marT="45720" marB="45720" anchor="ctr">
                    <a:lnR w="4763">
                      <a:solidFill>
                        <a:srgbClr val="D1D9D9"/>
                      </a:solidFill>
                      <a:prstDash val="solid"/>
                    </a:lnR>
                    <a:lnT w="4763">
                      <a:solidFill>
                        <a:srgbClr val="D1D9D9"/>
                      </a:solidFill>
                      <a:prstDash val="solid"/>
                    </a:lnT>
                    <a:lnB w="4763">
                      <a:solidFill>
                        <a:srgbClr val="D1D9D9"/>
                      </a:solidFill>
                      <a:prstDash val="solid"/>
                    </a:lnB>
                    <a:solidFill>
                      <a:srgbClr val="152E3D"/>
                    </a:solidFill>
                  </a:tcPr>
                </a:tc>
              </a:tr>
              <a:tr h="567418">
                <a:tc>
                  <a:txBody>
                    <a:bodyPr lIns="152400" tIns="95250" rIns="133350" bIns="95250">
                      <a:noAutofit/>
                    </a:bodyPr>
                    <a:lstStyle/>
                    <a:p>
                      <a:r>
                        <a:rPr sz="1800" b="0">
                          <a:solidFill>
                            <a:srgbClr val="152E3D"/>
                          </a:solidFill>
                          <a:latin typeface="Arial"/>
                          <a:ea typeface="Arial"/>
                          <a:cs typeface="Arial"/>
                        </a:rPr>
                        <a:t>Sıralı ifade</a:t>
                      </a:r>
                    </a:p>
                  </a:txBody>
                  <a:tcPr marL="91440" marR="91440" marT="45720" marB="45720" anchor="ctr">
                    <a:lnL w="4763">
                      <a:solidFill>
                        <a:srgbClr val="D1D9D9"/>
                      </a:solidFill>
                      <a:prstDash val="solid"/>
                    </a:lnL>
                    <a:lnR w="4763">
                      <a:solidFill>
                        <a:srgbClr val="D1D9D9"/>
                      </a:solidFill>
                      <a:prstDash val="solid"/>
                    </a:lnR>
                    <a:lnB w="4763">
                      <a:solidFill>
                        <a:srgbClr val="D1D9D9"/>
                      </a:solidFill>
                      <a:prstDash val="solid"/>
                    </a:lnB>
                    <a:solidFill>
                      <a:srgbClr val="F5F4F0"/>
                    </a:solidFill>
                  </a:tcPr>
                </a:tc>
                <a:tc>
                  <a:txBody>
                    <a:bodyPr lIns="152400" tIns="95250" rIns="133350" bIns="95250">
                      <a:noAutofit/>
                    </a:bodyPr>
                    <a:lstStyle/>
                    <a:p>
                      <a:r>
                        <a:rPr sz="1800" b="0">
                          <a:solidFill>
                            <a:srgbClr val="152E3D"/>
                          </a:solidFill>
                          <a:latin typeface="Arial"/>
                          <a:ea typeface="Arial"/>
                          <a:cs typeface="Arial"/>
                        </a:rPr>
                        <a:t>message: "connection timeout"</a:t>
                      </a:r>
                    </a:p>
                  </a:txBody>
                  <a:tcPr marL="91440" marR="91440" marT="45720" marB="45720" anchor="ctr">
                    <a:lnR w="4763">
                      <a:solidFill>
                        <a:srgbClr val="D1D9D9"/>
                      </a:solidFill>
                      <a:prstDash val="solid"/>
                    </a:lnR>
                    <a:lnB w="4763">
                      <a:solidFill>
                        <a:srgbClr val="D1D9D9"/>
                      </a:solidFill>
                      <a:prstDash val="solid"/>
                    </a:lnB>
                    <a:solidFill>
                      <a:srgbClr val="F5F4F0"/>
                    </a:solidFill>
                  </a:tcPr>
                </a:tc>
              </a:tr>
              <a:tr h="567418">
                <a:tc>
                  <a:txBody>
                    <a:bodyPr lIns="152400" tIns="95250" rIns="133350" bIns="95250">
                      <a:noAutofit/>
                    </a:bodyPr>
                    <a:lstStyle/>
                    <a:p>
                      <a:r>
                        <a:rPr sz="1800" b="0">
                          <a:solidFill>
                            <a:srgbClr val="152E3D"/>
                          </a:solidFill>
                          <a:latin typeface="Arial"/>
                          <a:ea typeface="Arial"/>
                          <a:cs typeface="Arial"/>
                        </a:rPr>
                        <a:t>İki terim de bulunsun</a:t>
                      </a:r>
                    </a:p>
                  </a:txBody>
                  <a:tcPr marL="91440" marR="91440" marT="45720" marB="45720" anchor="ctr">
                    <a:lnL w="4763">
                      <a:solidFill>
                        <a:srgbClr val="D1D9D9"/>
                      </a:solidFill>
                      <a:prstDash val="solid"/>
                    </a:lnL>
                    <a:lnR w="4763">
                      <a:solidFill>
                        <a:srgbClr val="D1D9D9"/>
                      </a:solidFill>
                      <a:prstDash val="solid"/>
                    </a:lnR>
                    <a:lnB w="4763">
                      <a:solidFill>
                        <a:srgbClr val="D1D9D9"/>
                      </a:solidFill>
                      <a:prstDash val="solid"/>
                    </a:lnB>
                    <a:solidFill>
                      <a:srgbClr val="F5F4F0"/>
                    </a:solidFill>
                  </a:tcPr>
                </a:tc>
                <a:tc>
                  <a:txBody>
                    <a:bodyPr lIns="152400" tIns="95250" rIns="133350" bIns="95250">
                      <a:noAutofit/>
                    </a:bodyPr>
                    <a:lstStyle/>
                    <a:p>
                      <a:r>
                        <a:rPr sz="1800" b="0">
                          <a:solidFill>
                            <a:srgbClr val="152E3D"/>
                          </a:solidFill>
                          <a:latin typeface="Arial"/>
                          <a:ea typeface="Arial"/>
                          <a:cs typeface="Arial"/>
                        </a:rPr>
                        <a:t>message: connection and message: timeout</a:t>
                      </a:r>
                    </a:p>
                  </a:txBody>
                  <a:tcPr marL="91440" marR="91440" marT="45720" marB="45720" anchor="ctr">
                    <a:lnR w="4763">
                      <a:solidFill>
                        <a:srgbClr val="D1D9D9"/>
                      </a:solidFill>
                      <a:prstDash val="solid"/>
                    </a:lnR>
                    <a:lnB w="4763">
                      <a:solidFill>
                        <a:srgbClr val="D1D9D9"/>
                      </a:solidFill>
                      <a:prstDash val="solid"/>
                    </a:lnB>
                    <a:solidFill>
                      <a:srgbClr val="F5F4F0"/>
                    </a:solidFill>
                  </a:tcPr>
                </a:tc>
              </a:tr>
              <a:tr h="567418">
                <a:tc>
                  <a:txBody>
                    <a:bodyPr lIns="152400" tIns="95250" rIns="133350" bIns="95250">
                      <a:noAutofit/>
                    </a:bodyPr>
                    <a:lstStyle/>
                    <a:p>
                      <a:r>
                        <a:rPr sz="1800" b="0">
                          <a:solidFill>
                            <a:srgbClr val="152E3D"/>
                          </a:solidFill>
                          <a:latin typeface="Arial"/>
                          <a:ea typeface="Arial"/>
                          <a:cs typeface="Arial"/>
                        </a:rPr>
                        <a:t>Alternatif HTTP kodu</a:t>
                      </a:r>
                    </a:p>
                  </a:txBody>
                  <a:tcPr marL="91440" marR="91440" marT="45720" marB="45720" anchor="ctr">
                    <a:lnL w="4763">
                      <a:solidFill>
                        <a:srgbClr val="D1D9D9"/>
                      </a:solidFill>
                      <a:prstDash val="solid"/>
                    </a:lnL>
                    <a:lnR w="4763">
                      <a:solidFill>
                        <a:srgbClr val="D1D9D9"/>
                      </a:solidFill>
                      <a:prstDash val="solid"/>
                    </a:lnR>
                    <a:lnB w="4763">
                      <a:solidFill>
                        <a:srgbClr val="D1D9D9"/>
                      </a:solidFill>
                      <a:prstDash val="solid"/>
                    </a:lnB>
                    <a:solidFill>
                      <a:srgbClr val="F5F4F0"/>
                    </a:solidFill>
                  </a:tcPr>
                </a:tc>
                <a:tc>
                  <a:txBody>
                    <a:bodyPr lIns="152400" tIns="95250" rIns="133350" bIns="95250">
                      <a:noAutofit/>
                    </a:bodyPr>
                    <a:lstStyle/>
                    <a:p>
                      <a:r>
                        <a:rPr sz="1800" b="0">
                          <a:solidFill>
                            <a:srgbClr val="152E3D"/>
                          </a:solidFill>
                          <a:latin typeface="Arial"/>
                          <a:ea typeface="Arial"/>
                          <a:cs typeface="Arial"/>
                        </a:rPr>
                        <a:t>status_code: (500 or 502 or 503)</a:t>
                      </a:r>
                    </a:p>
                  </a:txBody>
                  <a:tcPr marL="91440" marR="91440" marT="45720" marB="45720" anchor="ctr">
                    <a:lnR w="4763">
                      <a:solidFill>
                        <a:srgbClr val="D1D9D9"/>
                      </a:solidFill>
                      <a:prstDash val="solid"/>
                    </a:lnR>
                    <a:lnB w="4763">
                      <a:solidFill>
                        <a:srgbClr val="D1D9D9"/>
                      </a:solidFill>
                      <a:prstDash val="solid"/>
                    </a:lnB>
                    <a:solidFill>
                      <a:srgbClr val="F5F4F0"/>
                    </a:solidFill>
                  </a:tcPr>
                </a:tc>
              </a:tr>
              <a:tr h="567418">
                <a:tc>
                  <a:txBody>
                    <a:bodyPr lIns="152400" tIns="95250" rIns="133350" bIns="95250">
                      <a:noAutofit/>
                    </a:bodyPr>
                    <a:lstStyle/>
                    <a:p>
                      <a:r>
                        <a:rPr sz="1800" b="0">
                          <a:solidFill>
                            <a:srgbClr val="152E3D"/>
                          </a:solidFill>
                          <a:latin typeface="Arial"/>
                          <a:ea typeface="Arial"/>
                          <a:cs typeface="Arial"/>
                        </a:rPr>
                        <a:t>Tamamlanan istek</a:t>
                      </a:r>
                    </a:p>
                  </a:txBody>
                  <a:tcPr marL="91440" marR="91440" marT="45720" marB="45720" anchor="ctr">
                    <a:lnL w="4763">
                      <a:solidFill>
                        <a:srgbClr val="D1D9D9"/>
                      </a:solidFill>
                      <a:prstDash val="solid"/>
                    </a:lnL>
                    <a:lnR w="4763">
                      <a:solidFill>
                        <a:srgbClr val="D1D9D9"/>
                      </a:solidFill>
                      <a:prstDash val="solid"/>
                    </a:lnR>
                    <a:lnB w="4763">
                      <a:solidFill>
                        <a:srgbClr val="D1D9D9"/>
                      </a:solidFill>
                      <a:prstDash val="solid"/>
                    </a:lnB>
                    <a:solidFill>
                      <a:srgbClr val="F5F4F0"/>
                    </a:solidFill>
                  </a:tcPr>
                </a:tc>
                <a:tc>
                  <a:txBody>
                    <a:bodyPr lIns="152400" tIns="95250" rIns="133350" bIns="95250">
                      <a:noAutofit/>
                    </a:bodyPr>
                    <a:lstStyle/>
                    <a:p>
                      <a:r>
                        <a:rPr sz="1800" b="0">
                          <a:solidFill>
                            <a:srgbClr val="152E3D"/>
                          </a:solidFill>
                          <a:latin typeface="Arial"/>
                          <a:ea typeface="Arial"/>
                          <a:cs typeface="Arial"/>
                        </a:rPr>
                        <a:t>event_kind: request_completed</a:t>
                      </a:r>
                    </a:p>
                  </a:txBody>
                  <a:tcPr marL="91440" marR="91440" marT="45720" marB="45720" anchor="ctr">
                    <a:lnR w="4763">
                      <a:solidFill>
                        <a:srgbClr val="D1D9D9"/>
                      </a:solidFill>
                      <a:prstDash val="solid"/>
                    </a:lnR>
                    <a:lnB w="4763">
                      <a:solidFill>
                        <a:srgbClr val="D1D9D9"/>
                      </a:solidFill>
                      <a:prstDash val="solid"/>
                    </a:lnB>
                    <a:solidFill>
                      <a:srgbClr val="F5F4F0"/>
                    </a:solidFill>
                  </a:tcPr>
                </a:tc>
              </a:tr>
              <a:tr h="567418">
                <a:tc>
                  <a:txBody>
                    <a:bodyPr lIns="152400" tIns="95250" rIns="133350" bIns="95250">
                      <a:noAutofit/>
                    </a:bodyPr>
                    <a:lstStyle/>
                    <a:p>
                      <a:r>
                        <a:rPr sz="1800" b="0">
                          <a:solidFill>
                            <a:srgbClr val="152E3D"/>
                          </a:solidFill>
                          <a:latin typeface="Arial"/>
                          <a:ea typeface="Arial"/>
                          <a:cs typeface="Arial"/>
                        </a:rPr>
                        <a:t>Alan var ve boş değil</a:t>
                      </a:r>
                    </a:p>
                  </a:txBody>
                  <a:tcPr marL="91440" marR="91440" marT="45720" marB="45720" anchor="ctr">
                    <a:lnL w="4763">
                      <a:solidFill>
                        <a:srgbClr val="D1D9D9"/>
                      </a:solidFill>
                      <a:prstDash val="solid"/>
                    </a:lnL>
                    <a:lnR w="4763">
                      <a:solidFill>
                        <a:srgbClr val="D1D9D9"/>
                      </a:solidFill>
                      <a:prstDash val="solid"/>
                    </a:lnR>
                    <a:lnB w="4763">
                      <a:solidFill>
                        <a:srgbClr val="D1D9D9"/>
                      </a:solidFill>
                      <a:prstDash val="solid"/>
                    </a:lnB>
                    <a:solidFill>
                      <a:srgbClr val="F5F4F0"/>
                    </a:solidFill>
                  </a:tcPr>
                </a:tc>
                <a:tc>
                  <a:txBody>
                    <a:bodyPr lIns="152400" tIns="95250" rIns="133350" bIns="95250">
                      <a:noAutofit/>
                    </a:bodyPr>
                    <a:lstStyle/>
                    <a:p>
                      <a:r>
                        <a:rPr sz="1800" b="0">
                          <a:solidFill>
                            <a:srgbClr val="152E3D"/>
                          </a:solidFill>
                          <a:latin typeface="Arial"/>
                          <a:ea typeface="Arial"/>
                          <a:cs typeface="Arial"/>
                        </a:rPr>
                        <a:t>trace_id:* and not trace_id: ""</a:t>
                      </a:r>
                    </a:p>
                  </a:txBody>
                  <a:tcPr marL="91440" marR="91440" marT="45720" marB="45720" anchor="ctr">
                    <a:lnR w="4763">
                      <a:solidFill>
                        <a:srgbClr val="D1D9D9"/>
                      </a:solidFill>
                      <a:prstDash val="solid"/>
                    </a:lnR>
                    <a:lnB w="4763">
                      <a:solidFill>
                        <a:srgbClr val="D1D9D9"/>
                      </a:solidFill>
                      <a:prstDash val="solid"/>
                    </a:lnB>
                    <a:solidFill>
                      <a:srgbClr val="F5F4F0"/>
                    </a:solidFill>
                  </a:tcPr>
                </a:tc>
              </a:tr>
              <a:tr h="567418">
                <a:tc>
                  <a:txBody>
                    <a:bodyPr lIns="152400" tIns="95250" rIns="133350" bIns="95250">
                      <a:noAutofit/>
                    </a:bodyPr>
                    <a:lstStyle/>
                    <a:p>
                      <a:r>
                        <a:rPr sz="1800" b="0">
                          <a:solidFill>
                            <a:srgbClr val="152E3D"/>
                          </a:solidFill>
                          <a:latin typeface="Arial"/>
                          <a:ea typeface="Arial"/>
                          <a:cs typeface="Arial"/>
                        </a:rPr>
                        <a:t>Göreli zaman</a:t>
                      </a:r>
                    </a:p>
                  </a:txBody>
                  <a:tcPr marL="91440" marR="91440" marT="45720" marB="45720" anchor="ctr">
                    <a:lnL w="4763">
                      <a:solidFill>
                        <a:srgbClr val="D1D9D9"/>
                      </a:solidFill>
                      <a:prstDash val="solid"/>
                    </a:lnL>
                    <a:lnR w="4763">
                      <a:solidFill>
                        <a:srgbClr val="D1D9D9"/>
                      </a:solidFill>
                      <a:prstDash val="solid"/>
                    </a:lnR>
                    <a:lnB w="4763">
                      <a:solidFill>
                        <a:srgbClr val="D1D9D9"/>
                      </a:solidFill>
                      <a:prstDash val="solid"/>
                    </a:lnB>
                    <a:solidFill>
                      <a:srgbClr val="F5F4F0"/>
                    </a:solidFill>
                  </a:tcPr>
                </a:tc>
                <a:tc>
                  <a:txBody>
                    <a:bodyPr lIns="152400" tIns="95250" rIns="133350" bIns="95250">
                      <a:noAutofit/>
                    </a:bodyPr>
                    <a:lstStyle/>
                    <a:p>
                      <a:r>
                        <a:rPr sz="1800" b="0">
                          <a:solidFill>
                            <a:srgbClr val="152E3D"/>
                          </a:solidFill>
                          <a:latin typeface="Arial"/>
                          <a:ea typeface="Arial"/>
                          <a:cs typeface="Arial"/>
                        </a:rPr>
                        <a:t>@timestamp &gt;= "now-15m"</a:t>
                      </a:r>
                    </a:p>
                  </a:txBody>
                  <a:tcPr marL="91440" marR="91440" marT="45720" marB="45720" anchor="ctr">
                    <a:lnR w="4763">
                      <a:solidFill>
                        <a:srgbClr val="D1D9D9"/>
                      </a:solidFill>
                      <a:prstDash val="solid"/>
                    </a:lnR>
                    <a:lnB w="4763">
                      <a:solidFill>
                        <a:srgbClr val="D1D9D9"/>
                      </a:solidFill>
                      <a:prstDash val="solid"/>
                    </a:lnB>
                    <a:solidFill>
                      <a:srgbClr val="F5F4F0"/>
                    </a:solidFill>
                  </a:tcPr>
                </a:tc>
              </a:tr>
            </a:tbl>
          </a:graphicData>
        </a:graphic>
      </p:graphicFrame>
      <p:sp>
        <p:nvSpPr>
          <p:cNvPr id="3" name="">
            <a:extLst xmlns:a="http://schemas.openxmlformats.org/drawingml/2006/main">
              <a:ext uri="{FF2B5EF4-FFF2-40B4-BE49-F238E27FC236}">
                <a16:creationId xmlns:a16="http://schemas.microsoft.com/office/drawing/2014/main" id="{133993E7-66CE-4E2D-8E8A-1984B1D5D3B8}"/>
              </a:ext>
            </a:extLst>
          </p:cNvPr>
          <p:cNvSpPr>
            <a:spLocks xmlns:a="http://schemas.openxmlformats.org/drawingml/2006/main" noGrp="1"/>
          </p:cNvSpPr>
          <p:nvPr/>
        </p:nvSpPr>
        <p:spPr>
          <a:xfrm xmlns:a="http://schemas.openxmlformats.org/drawingml/2006/main">
            <a:off x="647700" y="5753100"/>
            <a:ext cx="10896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007F83"/>
                </a:solidFill>
                <a:latin typeface="Arial"/>
                <a:ea typeface="Arial"/>
                <a:cs typeface="Arial"/>
              </a:defRPr>
            </a:defPPr>
            <a:lvl1pPr>
              <a:defRPr sz="1800" b="1">
                <a:solidFill>
                  <a:srgbClr val="007F83"/>
                </a:solidFill>
                <a:latin typeface="Arial"/>
                <a:ea typeface="Arial"/>
                <a:cs typeface="Arial"/>
              </a:defRPr>
            </a:lvl1pPr>
            <a:lvl2pPr>
              <a:defRPr sz="1800" b="1">
                <a:solidFill>
                  <a:srgbClr val="007F83"/>
                </a:solidFill>
                <a:latin typeface="Arial"/>
                <a:ea typeface="Arial"/>
                <a:cs typeface="Arial"/>
              </a:defRPr>
            </a:lvl2pPr>
            <a:lvl3pPr>
              <a:defRPr sz="1800" b="1">
                <a:solidFill>
                  <a:srgbClr val="007F83"/>
                </a:solidFill>
                <a:latin typeface="Arial"/>
                <a:ea typeface="Arial"/>
                <a:cs typeface="Arial"/>
              </a:defRPr>
            </a:lvl3pPr>
            <a:lvl4pPr>
              <a:defRPr sz="1800" b="1">
                <a:solidFill>
                  <a:srgbClr val="007F83"/>
                </a:solidFill>
                <a:latin typeface="Arial"/>
                <a:ea typeface="Arial"/>
                <a:cs typeface="Arial"/>
              </a:defRPr>
            </a:lvl4pPr>
            <a:lvl5pPr>
              <a:defRPr sz="1800" b="1">
                <a:solidFill>
                  <a:srgbClr val="007F83"/>
                </a:solidFill>
                <a:latin typeface="Arial"/>
                <a:ea typeface="Arial"/>
                <a:cs typeface="Arial"/>
              </a:defRPr>
            </a:lvl5pPr>
            <a:lvl6pPr>
              <a:defRPr sz="1800" b="1">
                <a:solidFill>
                  <a:srgbClr val="007F83"/>
                </a:solidFill>
                <a:latin typeface="Arial"/>
                <a:ea typeface="Arial"/>
                <a:cs typeface="Arial"/>
              </a:defRPr>
            </a:lvl6pPr>
            <a:lvl7pPr>
              <a:defRPr sz="1800" b="1">
                <a:solidFill>
                  <a:srgbClr val="007F83"/>
                </a:solidFill>
                <a:latin typeface="Arial"/>
                <a:ea typeface="Arial"/>
                <a:cs typeface="Arial"/>
              </a:defRPr>
            </a:lvl7pPr>
            <a:lvl8pPr>
              <a:defRPr sz="1800" b="1">
                <a:solidFill>
                  <a:srgbClr val="007F83"/>
                </a:solidFill>
                <a:latin typeface="Arial"/>
                <a:ea typeface="Arial"/>
                <a:cs typeface="Arial"/>
              </a:defRPr>
            </a:lvl8pPr>
            <a:lvl9pPr>
              <a:defRPr sz="1800" b="1">
                <a:solidFill>
                  <a:srgbClr val="007F83"/>
                </a:solidFill>
                <a:latin typeface="Arial"/>
                <a:ea typeface="Arial"/>
                <a:cs typeface="Arial"/>
              </a:defRPr>
            </a:lvl9pPr>
          </a:lstStyle>
          <a:p xmlns:a="http://schemas.openxmlformats.org/drawingml/2006/main">
            <a:pPr>
              <a:defRPr sz="1800" b="1">
                <a:solidFill>
                  <a:srgbClr val="007F83"/>
                </a:solidFill>
                <a:latin typeface="Arial"/>
                <a:ea typeface="Arial"/>
                <a:cs typeface="Arial"/>
              </a:defRPr>
            </a:pPr>
            <a:r>
              <a:rPr sz="1800" b="1">
                <a:solidFill>
                  <a:srgbClr val="007F83"/>
                </a:solidFill>
                <a:latin typeface="Arial"/>
                <a:ea typeface="Arial"/>
                <a:cs typeface="Arial"/>
              </a:rPr>
              <a:t>Metni serbest bırakınca DQL terimleri varsayılan olarak OR ile birleştirebilir.</a:t>
            </a:r>
          </a:p>
        </p:txBody>
      </p:sp>
      <p:sp>
        <p:nvSpPr>
          <p:cNvPr id="4" name="">
            <a:extLst xmlns:a="http://schemas.openxmlformats.org/drawingml/2006/main">
              <a:ext uri="{FF2B5EF4-FFF2-40B4-BE49-F238E27FC236}">
                <a16:creationId xmlns:a16="http://schemas.microsoft.com/office/drawing/2014/main" id="{0EBED49B-5EC5-4292-9CF7-191F7F7355D9}"/>
              </a:ext>
            </a:extLst>
          </p:cNvPr>
          <p:cNvSpPr>
            <a:spLocks xmlns:a="http://schemas.openxmlformats.org/drawingml/2006/main" noGrp="1"/>
          </p:cNvSpPr>
          <p:nvPr/>
        </p:nvSpPr>
        <p:spPr>
          <a:xfrm xmlns:a="http://schemas.openxmlformats.org/drawingml/2006/main">
            <a:off x="10858500" y="6429375"/>
            <a:ext cx="714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0616A"/>
                </a:solidFill>
                <a:latin typeface="Arial"/>
                <a:ea typeface="Arial"/>
                <a:cs typeface="Arial"/>
              </a:defRPr>
            </a:defPPr>
            <a:lvl1pPr>
              <a:defRPr sz="1200" b="0">
                <a:solidFill>
                  <a:srgbClr val="50616A"/>
                </a:solidFill>
                <a:latin typeface="Arial"/>
                <a:ea typeface="Arial"/>
                <a:cs typeface="Arial"/>
              </a:defRPr>
            </a:lvl1pPr>
            <a:lvl2pPr>
              <a:defRPr sz="1200" b="0">
                <a:solidFill>
                  <a:srgbClr val="50616A"/>
                </a:solidFill>
                <a:latin typeface="Arial"/>
                <a:ea typeface="Arial"/>
                <a:cs typeface="Arial"/>
              </a:defRPr>
            </a:lvl2pPr>
            <a:lvl3pPr>
              <a:defRPr sz="1200" b="0">
                <a:solidFill>
                  <a:srgbClr val="50616A"/>
                </a:solidFill>
                <a:latin typeface="Arial"/>
                <a:ea typeface="Arial"/>
                <a:cs typeface="Arial"/>
              </a:defRPr>
            </a:lvl3pPr>
            <a:lvl4pPr>
              <a:defRPr sz="1200" b="0">
                <a:solidFill>
                  <a:srgbClr val="50616A"/>
                </a:solidFill>
                <a:latin typeface="Arial"/>
                <a:ea typeface="Arial"/>
                <a:cs typeface="Arial"/>
              </a:defRPr>
            </a:lvl4pPr>
            <a:lvl5pPr>
              <a:defRPr sz="1200" b="0">
                <a:solidFill>
                  <a:srgbClr val="50616A"/>
                </a:solidFill>
                <a:latin typeface="Arial"/>
                <a:ea typeface="Arial"/>
                <a:cs typeface="Arial"/>
              </a:defRPr>
            </a:lvl5pPr>
            <a:lvl6pPr>
              <a:defRPr sz="1200" b="0">
                <a:solidFill>
                  <a:srgbClr val="50616A"/>
                </a:solidFill>
                <a:latin typeface="Arial"/>
                <a:ea typeface="Arial"/>
                <a:cs typeface="Arial"/>
              </a:defRPr>
            </a:lvl6pPr>
            <a:lvl7pPr>
              <a:defRPr sz="1200" b="0">
                <a:solidFill>
                  <a:srgbClr val="50616A"/>
                </a:solidFill>
                <a:latin typeface="Arial"/>
                <a:ea typeface="Arial"/>
                <a:cs typeface="Arial"/>
              </a:defRPr>
            </a:lvl7pPr>
            <a:lvl8pPr>
              <a:defRPr sz="1200" b="0">
                <a:solidFill>
                  <a:srgbClr val="50616A"/>
                </a:solidFill>
                <a:latin typeface="Arial"/>
                <a:ea typeface="Arial"/>
                <a:cs typeface="Arial"/>
              </a:defRPr>
            </a:lvl8pPr>
            <a:lvl9pPr>
              <a:defRPr sz="1200" b="0">
                <a:solidFill>
                  <a:srgbClr val="50616A"/>
                </a:solidFill>
                <a:latin typeface="Arial"/>
                <a:ea typeface="Arial"/>
                <a:cs typeface="Arial"/>
              </a:defRPr>
            </a:lvl9pPr>
          </a:lstStyle>
          <a:p xmlns:a="http://schemas.openxmlformats.org/drawingml/2006/main">
            <a:pPr>
              <a:defRPr sz="1200" b="0">
                <a:solidFill>
                  <a:srgbClr val="50616A"/>
                </a:solidFill>
                <a:latin typeface="Arial"/>
                <a:ea typeface="Arial"/>
                <a:cs typeface="Arial"/>
              </a:defRPr>
            </a:pPr>
            <a:r>
              <a:rPr sz="1200" b="0">
                <a:solidFill>
                  <a:srgbClr val="50616A"/>
                </a:solidFill>
                <a:latin typeface="Arial"/>
                <a:ea typeface="Arial"/>
                <a:cs typeface="Arial"/>
              </a:rPr>
              <a:t>17 / 26</a:t>
            </a:r>
          </a:p>
        </p:txBody>
      </p:sp>
      <p:sp>
        <p:nvSpPr>
          <p:cNvPr id="5" name="">
            <a:extLst xmlns:a="http://schemas.openxmlformats.org/drawingml/2006/main">
              <a:ext uri="{FF2B5EF4-FFF2-40B4-BE49-F238E27FC236}">
                <a16:creationId xmlns:a16="http://schemas.microsoft.com/office/drawing/2014/main" id="{928EA052-39EE-4261-8B06-ECB04CB4B7C7}"/>
              </a:ext>
            </a:extLst>
          </p:cNvPr>
          <p:cNvSpPr>
            <a:spLocks xmlns:a="http://schemas.openxmlformats.org/drawingml/2006/main" noGrp="1"/>
          </p:cNvSpPr>
          <p:nvPr/>
        </p:nvSpPr>
        <p:spPr>
          <a:xfrm xmlns:a="http://schemas.openxmlformats.org/drawingml/2006/main">
            <a:off x="647700" y="6438900"/>
            <a:ext cx="98583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0616A"/>
                </a:solidFill>
                <a:latin typeface="Arial"/>
                <a:ea typeface="Arial"/>
                <a:cs typeface="Arial"/>
              </a:defRPr>
            </a:defPPr>
            <a:lvl1pPr>
              <a:defRPr sz="1050" b="0">
                <a:solidFill>
                  <a:srgbClr val="50616A"/>
                </a:solidFill>
                <a:latin typeface="Arial"/>
                <a:ea typeface="Arial"/>
                <a:cs typeface="Arial"/>
              </a:defRPr>
            </a:lvl1pPr>
            <a:lvl2pPr>
              <a:defRPr sz="1050" b="0">
                <a:solidFill>
                  <a:srgbClr val="50616A"/>
                </a:solidFill>
                <a:latin typeface="Arial"/>
                <a:ea typeface="Arial"/>
                <a:cs typeface="Arial"/>
              </a:defRPr>
            </a:lvl2pPr>
            <a:lvl3pPr>
              <a:defRPr sz="1050" b="0">
                <a:solidFill>
                  <a:srgbClr val="50616A"/>
                </a:solidFill>
                <a:latin typeface="Arial"/>
                <a:ea typeface="Arial"/>
                <a:cs typeface="Arial"/>
              </a:defRPr>
            </a:lvl3pPr>
            <a:lvl4pPr>
              <a:defRPr sz="1050" b="0">
                <a:solidFill>
                  <a:srgbClr val="50616A"/>
                </a:solidFill>
                <a:latin typeface="Arial"/>
                <a:ea typeface="Arial"/>
                <a:cs typeface="Arial"/>
              </a:defRPr>
            </a:lvl4pPr>
            <a:lvl5pPr>
              <a:defRPr sz="1050" b="0">
                <a:solidFill>
                  <a:srgbClr val="50616A"/>
                </a:solidFill>
                <a:latin typeface="Arial"/>
                <a:ea typeface="Arial"/>
                <a:cs typeface="Arial"/>
              </a:defRPr>
            </a:lvl5pPr>
            <a:lvl6pPr>
              <a:defRPr sz="1050" b="0">
                <a:solidFill>
                  <a:srgbClr val="50616A"/>
                </a:solidFill>
                <a:latin typeface="Arial"/>
                <a:ea typeface="Arial"/>
                <a:cs typeface="Arial"/>
              </a:defRPr>
            </a:lvl6pPr>
            <a:lvl7pPr>
              <a:defRPr sz="1050" b="0">
                <a:solidFill>
                  <a:srgbClr val="50616A"/>
                </a:solidFill>
                <a:latin typeface="Arial"/>
                <a:ea typeface="Arial"/>
                <a:cs typeface="Arial"/>
              </a:defRPr>
            </a:lvl7pPr>
            <a:lvl8pPr>
              <a:defRPr sz="1050" b="0">
                <a:solidFill>
                  <a:srgbClr val="50616A"/>
                </a:solidFill>
                <a:latin typeface="Arial"/>
                <a:ea typeface="Arial"/>
                <a:cs typeface="Arial"/>
              </a:defRPr>
            </a:lvl8pPr>
            <a:lvl9pPr>
              <a:defRPr sz="1050" b="0">
                <a:solidFill>
                  <a:srgbClr val="50616A"/>
                </a:solidFill>
                <a:latin typeface="Arial"/>
                <a:ea typeface="Arial"/>
                <a:cs typeface="Arial"/>
              </a:defRPr>
            </a:lvl9pPr>
          </a:lstStyle>
          <a:p xmlns:a="http://schemas.openxmlformats.org/drawingml/2006/main">
            <a:pPr>
              <a:defRPr sz="1050" b="0">
                <a:solidFill>
                  <a:srgbClr val="50616A"/>
                </a:solidFill>
                <a:latin typeface="Arial"/>
                <a:ea typeface="Arial"/>
                <a:cs typeface="Arial"/>
              </a:defRPr>
            </a:pPr>
            <a:r>
              <a:rPr sz="1050">
                <a:solidFill>
                  <a:srgbClr val="50616A"/>
                </a:solidFill>
                <a:latin typeface="Arial"/>
                <a:ea typeface="Arial"/>
                <a:cs typeface="Arial"/>
              </a:rPr>
              <a:t>Kaynaklar: </a:t>
            </a:r>
            <a:r>
              <a:rPr sz="1050">
                <a:solidFill>
                  <a:srgbClr val="50616A"/>
                </a:solidFill>
                <a:latin typeface="Arial"/>
                <a:ea typeface="Arial"/>
                <a:cs typeface="Arial"/>
                <a:hlinkClick xmlns:r="http://schemas.openxmlformats.org/officeDocument/2006/relationships" r:id="R47f3c24beb224c64"/>
              </a:rPr>
              <a:t>S02  </a:t>
            </a:r>
            <a:r>
              <a:rPr sz="1050">
                <a:solidFill>
                  <a:srgbClr val="50616A"/>
                </a:solidFill>
                <a:latin typeface="Arial"/>
                <a:ea typeface="Arial"/>
                <a:cs typeface="Arial"/>
                <a:hlinkClick xmlns:r="http://schemas.openxmlformats.org/officeDocument/2006/relationships" r:id="R300cb9d919424885"/>
              </a:rPr>
              <a:t>S03  </a:t>
            </a:r>
            <a:r>
              <a:rPr sz="1050">
                <a:solidFill>
                  <a:srgbClr val="50616A"/>
                </a:solidFill>
                <a:latin typeface="Arial"/>
                <a:ea typeface="Arial"/>
                <a:cs typeface="Arial"/>
                <a:hlinkClick xmlns:r="http://schemas.openxmlformats.org/officeDocument/2006/relationships" r:id="R86c2961a447a4276"/>
              </a:rPr>
              <a:t>S04  </a:t>
            </a:r>
          </a:p>
        </p:txBody>
      </p:sp>
    </p:spTree>
    <p:extLst>
      <p:ext uri="{BB962C8B-B14F-4D97-AF65-F5344CB8AC3E}">
        <p14:creationId xmlns:p14="http://schemas.microsoft.com/office/powerpoint/2010/main" val="1746765523"/>
      </p:ext>
    </p:extLst>
  </p:cSld>
</p:sld>
</file>

<file path=ppt/slides/slide18.xml><?xml version="1.0" encoding="utf-8"?>
<p:sld xmlns:p="http://schemas.openxmlformats.org/presentationml/2006/main">
  <p:cSld>
    <p:bg>
      <p:bgPr>
        <a:solidFill xmlns:a="http://schemas.openxmlformats.org/drawingml/2006/main">
          <a:srgbClr val="F5F4F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C959456-D9DF-40DD-8BA2-431E553A2A7F}"/>
              </a:ext>
            </a:extLst>
          </p:cNvPr>
          <p:cNvSpPr>
            <a:spLocks xmlns:a="http://schemas.openxmlformats.org/drawingml/2006/main" noGrp="1"/>
          </p:cNvSpPr>
          <p:nvPr/>
        </p:nvSpPr>
        <p:spPr>
          <a:xfrm xmlns:a="http://schemas.openxmlformats.org/drawingml/2006/main">
            <a:off x="647700" y="49530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52E3D"/>
                </a:solidFill>
                <a:latin typeface="Arial"/>
                <a:ea typeface="Arial"/>
                <a:cs typeface="Arial"/>
              </a:defRPr>
            </a:defPPr>
            <a:lvl1pPr>
              <a:defRPr sz="3300" b="1">
                <a:solidFill>
                  <a:srgbClr val="152E3D"/>
                </a:solidFill>
                <a:latin typeface="Arial"/>
                <a:ea typeface="Arial"/>
                <a:cs typeface="Arial"/>
              </a:defRPr>
            </a:lvl1pPr>
            <a:lvl2pPr>
              <a:defRPr sz="3300" b="1">
                <a:solidFill>
                  <a:srgbClr val="152E3D"/>
                </a:solidFill>
                <a:latin typeface="Arial"/>
                <a:ea typeface="Arial"/>
                <a:cs typeface="Arial"/>
              </a:defRPr>
            </a:lvl2pPr>
            <a:lvl3pPr>
              <a:defRPr sz="3300" b="1">
                <a:solidFill>
                  <a:srgbClr val="152E3D"/>
                </a:solidFill>
                <a:latin typeface="Arial"/>
                <a:ea typeface="Arial"/>
                <a:cs typeface="Arial"/>
              </a:defRPr>
            </a:lvl3pPr>
            <a:lvl4pPr>
              <a:defRPr sz="3300" b="1">
                <a:solidFill>
                  <a:srgbClr val="152E3D"/>
                </a:solidFill>
                <a:latin typeface="Arial"/>
                <a:ea typeface="Arial"/>
                <a:cs typeface="Arial"/>
              </a:defRPr>
            </a:lvl4pPr>
            <a:lvl5pPr>
              <a:defRPr sz="3300" b="1">
                <a:solidFill>
                  <a:srgbClr val="152E3D"/>
                </a:solidFill>
                <a:latin typeface="Arial"/>
                <a:ea typeface="Arial"/>
                <a:cs typeface="Arial"/>
              </a:defRPr>
            </a:lvl5pPr>
            <a:lvl6pPr>
              <a:defRPr sz="3300" b="1">
                <a:solidFill>
                  <a:srgbClr val="152E3D"/>
                </a:solidFill>
                <a:latin typeface="Arial"/>
                <a:ea typeface="Arial"/>
                <a:cs typeface="Arial"/>
              </a:defRPr>
            </a:lvl6pPr>
            <a:lvl7pPr>
              <a:defRPr sz="3300" b="1">
                <a:solidFill>
                  <a:srgbClr val="152E3D"/>
                </a:solidFill>
                <a:latin typeface="Arial"/>
                <a:ea typeface="Arial"/>
                <a:cs typeface="Arial"/>
              </a:defRPr>
            </a:lvl7pPr>
            <a:lvl8pPr>
              <a:defRPr sz="3300" b="1">
                <a:solidFill>
                  <a:srgbClr val="152E3D"/>
                </a:solidFill>
                <a:latin typeface="Arial"/>
                <a:ea typeface="Arial"/>
                <a:cs typeface="Arial"/>
              </a:defRPr>
            </a:lvl8pPr>
            <a:lvl9pPr>
              <a:defRPr sz="3300" b="1">
                <a:solidFill>
                  <a:srgbClr val="152E3D"/>
                </a:solidFill>
                <a:latin typeface="Arial"/>
                <a:ea typeface="Arial"/>
                <a:cs typeface="Arial"/>
              </a:defRPr>
            </a:lvl9pPr>
          </a:lstStyle>
          <a:p xmlns:a="http://schemas.openxmlformats.org/drawingml/2006/main">
            <a:pPr>
              <a:defRPr sz="3300" b="1">
                <a:solidFill>
                  <a:srgbClr val="152E3D"/>
                </a:solidFill>
                <a:latin typeface="Arial"/>
                <a:ea typeface="Arial"/>
                <a:cs typeface="Arial"/>
              </a:defRPr>
            </a:pPr>
            <a:r>
              <a:rPr sz="3300" b="1">
                <a:solidFill>
                  <a:srgbClr val="152E3D"/>
                </a:solidFill>
                <a:latin typeface="Arial"/>
                <a:ea typeface="Arial"/>
                <a:cs typeface="Arial"/>
              </a:rPr>
              <a:t>Ek B · DSL’de zorunlu alternatifler</a:t>
            </a:r>
          </a:p>
        </p:txBody>
      </p:sp>
      <p:sp>
        <p:nvSpPr>
          <p:cNvPr id="2" name="">
            <a:extLst xmlns:a="http://schemas.openxmlformats.org/drawingml/2006/main">
              <a:ext uri="{FF2B5EF4-FFF2-40B4-BE49-F238E27FC236}">
                <a16:creationId xmlns:a16="http://schemas.microsoft.com/office/drawing/2014/main" id="{9CCB4849-9927-4034-96F9-245EF5073ECC}"/>
              </a:ext>
            </a:extLst>
          </p:cNvPr>
          <p:cNvSpPr>
            <a:spLocks xmlns:a="http://schemas.openxmlformats.org/drawingml/2006/main" noGrp="1"/>
          </p:cNvSpPr>
          <p:nvPr/>
        </p:nvSpPr>
        <p:spPr>
          <a:xfrm xmlns:a="http://schemas.openxmlformats.org/drawingml/2006/main">
            <a:off x="647700" y="1314450"/>
            <a:ext cx="10896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50616A"/>
                </a:solidFill>
                <a:latin typeface="Arial"/>
                <a:ea typeface="Arial"/>
                <a:cs typeface="Arial"/>
              </a:defRPr>
            </a:defPPr>
            <a:lvl1pPr>
              <a:defRPr sz="1875" b="0">
                <a:solidFill>
                  <a:srgbClr val="50616A"/>
                </a:solidFill>
                <a:latin typeface="Arial"/>
                <a:ea typeface="Arial"/>
                <a:cs typeface="Arial"/>
              </a:defRPr>
            </a:lvl1pPr>
            <a:lvl2pPr>
              <a:defRPr sz="1875" b="0">
                <a:solidFill>
                  <a:srgbClr val="50616A"/>
                </a:solidFill>
                <a:latin typeface="Arial"/>
                <a:ea typeface="Arial"/>
                <a:cs typeface="Arial"/>
              </a:defRPr>
            </a:lvl2pPr>
            <a:lvl3pPr>
              <a:defRPr sz="1875" b="0">
                <a:solidFill>
                  <a:srgbClr val="50616A"/>
                </a:solidFill>
                <a:latin typeface="Arial"/>
                <a:ea typeface="Arial"/>
                <a:cs typeface="Arial"/>
              </a:defRPr>
            </a:lvl3pPr>
            <a:lvl4pPr>
              <a:defRPr sz="1875" b="0">
                <a:solidFill>
                  <a:srgbClr val="50616A"/>
                </a:solidFill>
                <a:latin typeface="Arial"/>
                <a:ea typeface="Arial"/>
                <a:cs typeface="Arial"/>
              </a:defRPr>
            </a:lvl4pPr>
            <a:lvl5pPr>
              <a:defRPr sz="1875" b="0">
                <a:solidFill>
                  <a:srgbClr val="50616A"/>
                </a:solidFill>
                <a:latin typeface="Arial"/>
                <a:ea typeface="Arial"/>
                <a:cs typeface="Arial"/>
              </a:defRPr>
            </a:lvl5pPr>
            <a:lvl6pPr>
              <a:defRPr sz="1875" b="0">
                <a:solidFill>
                  <a:srgbClr val="50616A"/>
                </a:solidFill>
                <a:latin typeface="Arial"/>
                <a:ea typeface="Arial"/>
                <a:cs typeface="Arial"/>
              </a:defRPr>
            </a:lvl6pPr>
            <a:lvl7pPr>
              <a:defRPr sz="1875" b="0">
                <a:solidFill>
                  <a:srgbClr val="50616A"/>
                </a:solidFill>
                <a:latin typeface="Arial"/>
                <a:ea typeface="Arial"/>
                <a:cs typeface="Arial"/>
              </a:defRPr>
            </a:lvl7pPr>
            <a:lvl8pPr>
              <a:defRPr sz="1875" b="0">
                <a:solidFill>
                  <a:srgbClr val="50616A"/>
                </a:solidFill>
                <a:latin typeface="Arial"/>
                <a:ea typeface="Arial"/>
                <a:cs typeface="Arial"/>
              </a:defRPr>
            </a:lvl8pPr>
            <a:lvl9pPr>
              <a:defRPr sz="1875" b="0">
                <a:solidFill>
                  <a:srgbClr val="50616A"/>
                </a:solidFill>
                <a:latin typeface="Arial"/>
                <a:ea typeface="Arial"/>
                <a:cs typeface="Arial"/>
              </a:defRPr>
            </a:lvl9pPr>
          </a:lstStyle>
          <a:p xmlns:a="http://schemas.openxmlformats.org/drawingml/2006/main">
            <a:pPr>
              <a:defRPr sz="1875" b="0">
                <a:solidFill>
                  <a:srgbClr val="50616A"/>
                </a:solidFill>
                <a:latin typeface="Arial"/>
                <a:ea typeface="Arial"/>
                <a:cs typeface="Arial"/>
              </a:defRPr>
            </a:pPr>
            <a:r>
              <a:rPr sz="1875" b="0">
                <a:solidFill>
                  <a:srgbClr val="50616A"/>
                </a:solidFill>
                <a:latin typeface="Arial"/>
                <a:ea typeface="Arial"/>
                <a:cs typeface="Arial"/>
              </a:rPr>
              <a:t>bool.filter veya must varken should varsayılan olarak zorunlu değildir.</a:t>
            </a:r>
          </a:p>
        </p:txBody>
      </p:sp>
      <p:sp>
        <p:nvSpPr>
          <p:cNvPr id="3" name="">
            <a:extLst xmlns:a="http://schemas.openxmlformats.org/drawingml/2006/main">
              <a:ext uri="{FF2B5EF4-FFF2-40B4-BE49-F238E27FC236}">
                <a16:creationId xmlns:a16="http://schemas.microsoft.com/office/drawing/2014/main" id="{E7333676-B51A-4509-A4E3-9D32F5D7004D}"/>
              </a:ext>
            </a:extLst>
          </p:cNvPr>
          <p:cNvSpPr>
            <a:spLocks xmlns:a="http://schemas.openxmlformats.org/drawingml/2006/main" noGrp="1"/>
          </p:cNvSpPr>
          <p:nvPr/>
        </p:nvSpPr>
        <p:spPr>
          <a:xfrm xmlns:a="http://schemas.openxmlformats.org/drawingml/2006/main">
            <a:off x="647700" y="2028825"/>
            <a:ext cx="108966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575" b="1">
                <a:solidFill>
                  <a:srgbClr val="007F83"/>
                </a:solidFill>
                <a:latin typeface="Courier New"/>
                <a:ea typeface="Courier New"/>
                <a:cs typeface="Courier New"/>
              </a:defRPr>
            </a:defPPr>
            <a:lvl1pPr>
              <a:defRPr sz="1575" b="1">
                <a:solidFill>
                  <a:srgbClr val="007F83"/>
                </a:solidFill>
                <a:latin typeface="Courier New"/>
                <a:ea typeface="Courier New"/>
                <a:cs typeface="Courier New"/>
              </a:defRPr>
            </a:lvl1pPr>
            <a:lvl2pPr>
              <a:defRPr sz="1575" b="1">
                <a:solidFill>
                  <a:srgbClr val="007F83"/>
                </a:solidFill>
                <a:latin typeface="Courier New"/>
                <a:ea typeface="Courier New"/>
                <a:cs typeface="Courier New"/>
              </a:defRPr>
            </a:lvl2pPr>
            <a:lvl3pPr>
              <a:defRPr sz="1575" b="1">
                <a:solidFill>
                  <a:srgbClr val="007F83"/>
                </a:solidFill>
                <a:latin typeface="Courier New"/>
                <a:ea typeface="Courier New"/>
                <a:cs typeface="Courier New"/>
              </a:defRPr>
            </a:lvl3pPr>
            <a:lvl4pPr>
              <a:defRPr sz="1575" b="1">
                <a:solidFill>
                  <a:srgbClr val="007F83"/>
                </a:solidFill>
                <a:latin typeface="Courier New"/>
                <a:ea typeface="Courier New"/>
                <a:cs typeface="Courier New"/>
              </a:defRPr>
            </a:lvl4pPr>
            <a:lvl5pPr>
              <a:defRPr sz="1575" b="1">
                <a:solidFill>
                  <a:srgbClr val="007F83"/>
                </a:solidFill>
                <a:latin typeface="Courier New"/>
                <a:ea typeface="Courier New"/>
                <a:cs typeface="Courier New"/>
              </a:defRPr>
            </a:lvl5pPr>
            <a:lvl6pPr>
              <a:defRPr sz="1575" b="1">
                <a:solidFill>
                  <a:srgbClr val="007F83"/>
                </a:solidFill>
                <a:latin typeface="Courier New"/>
                <a:ea typeface="Courier New"/>
                <a:cs typeface="Courier New"/>
              </a:defRPr>
            </a:lvl6pPr>
            <a:lvl7pPr>
              <a:defRPr sz="1575" b="1">
                <a:solidFill>
                  <a:srgbClr val="007F83"/>
                </a:solidFill>
                <a:latin typeface="Courier New"/>
                <a:ea typeface="Courier New"/>
                <a:cs typeface="Courier New"/>
              </a:defRPr>
            </a:lvl7pPr>
            <a:lvl8pPr>
              <a:defRPr sz="1575" b="1">
                <a:solidFill>
                  <a:srgbClr val="007F83"/>
                </a:solidFill>
                <a:latin typeface="Courier New"/>
                <a:ea typeface="Courier New"/>
                <a:cs typeface="Courier New"/>
              </a:defRPr>
            </a:lvl8pPr>
            <a:lvl9pPr>
              <a:defRPr sz="1575" b="1">
                <a:solidFill>
                  <a:srgbClr val="007F83"/>
                </a:solidFill>
                <a:latin typeface="Courier New"/>
                <a:ea typeface="Courier New"/>
                <a:cs typeface="Courier New"/>
              </a:defRPr>
            </a:lvl9pPr>
          </a:lstStyle>
          <a:p xmlns:a="http://schemas.openxmlformats.org/drawingml/2006/main">
            <a:pPr>
              <a:defRPr sz="1575" b="1">
                <a:solidFill>
                  <a:srgbClr val="007F83"/>
                </a:solidFill>
                <a:latin typeface="Courier New"/>
                <a:ea typeface="Courier New"/>
                <a:cs typeface="Courier New"/>
              </a:defRPr>
            </a:pPr>
            <a:r>
              <a:rPr sz="1575" b="1">
                <a:solidFill>
                  <a:srgbClr val="007F83"/>
                </a:solidFill>
                <a:latin typeface="Courier New"/>
                <a:ea typeface="Courier New"/>
                <a:cs typeface="Courier New"/>
              </a:rPr>
              <a:t>POST /logs_demo/_search</a:t>
            </a:r>
          </a:p>
          <a:p xmlns:a="http://schemas.openxmlformats.org/drawingml/2006/main">
            <a:pPr>
              <a:defRPr sz="1575" b="1">
                <a:solidFill>
                  <a:srgbClr val="007F83"/>
                </a:solidFill>
                <a:latin typeface="Courier New"/>
                <a:ea typeface="Courier New"/>
                <a:cs typeface="Courier New"/>
              </a:defRPr>
            </a:pPr>
            <a:r>
              <a:rPr sz="1575" b="1">
                <a:solidFill>
                  <a:srgbClr val="007F83"/>
                </a:solidFill>
                <a:latin typeface="Courier New"/>
                <a:ea typeface="Courier New"/>
                <a:cs typeface="Courier New"/>
              </a:rPr>
              <a:t>{</a:t>
            </a:r>
          </a:p>
          <a:p xmlns:a="http://schemas.openxmlformats.org/drawingml/2006/main">
            <a:pPr>
              <a:defRPr sz="1575" b="1">
                <a:solidFill>
                  <a:srgbClr val="007F83"/>
                </a:solidFill>
                <a:latin typeface="Courier New"/>
                <a:ea typeface="Courier New"/>
                <a:cs typeface="Courier New"/>
              </a:defRPr>
            </a:pPr>
            <a:r>
              <a:rPr sz="1575" b="1">
                <a:solidFill>
                  <a:srgbClr val="007F83"/>
                </a:solidFill>
                <a:latin typeface="Courier New"/>
                <a:ea typeface="Courier New"/>
                <a:cs typeface="Courier New"/>
              </a:rPr>
              <a:t>  "size": 20,</a:t>
            </a:r>
          </a:p>
          <a:p xmlns:a="http://schemas.openxmlformats.org/drawingml/2006/main">
            <a:pPr>
              <a:defRPr sz="1575" b="1">
                <a:solidFill>
                  <a:srgbClr val="007F83"/>
                </a:solidFill>
                <a:latin typeface="Courier New"/>
                <a:ea typeface="Courier New"/>
                <a:cs typeface="Courier New"/>
              </a:defRPr>
            </a:pPr>
            <a:r>
              <a:rPr sz="1575" b="1">
                <a:solidFill>
                  <a:srgbClr val="007F83"/>
                </a:solidFill>
                <a:latin typeface="Courier New"/>
                <a:ea typeface="Courier New"/>
                <a:cs typeface="Courier New"/>
              </a:rPr>
              <a:t>  "query": {"bool": {</a:t>
            </a:r>
          </a:p>
          <a:p xmlns:a="http://schemas.openxmlformats.org/drawingml/2006/main">
            <a:pPr>
              <a:defRPr sz="1575" b="1">
                <a:solidFill>
                  <a:srgbClr val="007F83"/>
                </a:solidFill>
                <a:latin typeface="Courier New"/>
                <a:ea typeface="Courier New"/>
                <a:cs typeface="Courier New"/>
              </a:defRPr>
            </a:pPr>
            <a:r>
              <a:rPr sz="1575" b="1">
                <a:solidFill>
                  <a:srgbClr val="007F83"/>
                </a:solidFill>
                <a:latin typeface="Courier New"/>
                <a:ea typeface="Courier New"/>
                <a:cs typeface="Courier New"/>
              </a:rPr>
              <a:t>    "filter": [</a:t>
            </a:r>
          </a:p>
          <a:p xmlns:a="http://schemas.openxmlformats.org/drawingml/2006/main">
            <a:pPr>
              <a:defRPr sz="1575" b="1">
                <a:solidFill>
                  <a:srgbClr val="007F83"/>
                </a:solidFill>
                <a:latin typeface="Courier New"/>
                <a:ea typeface="Courier New"/>
                <a:cs typeface="Courier New"/>
              </a:defRPr>
            </a:pPr>
            <a:r>
              <a:rPr sz="1575" b="1">
                <a:solidFill>
                  <a:srgbClr val="007F83"/>
                </a:solidFill>
                <a:latin typeface="Courier New"/>
                <a:ea typeface="Courier New"/>
                <a:cs typeface="Courier New"/>
              </a:rPr>
              <a:t>      {"term": {"environment": "prod"}},</a:t>
            </a:r>
          </a:p>
          <a:p xmlns:a="http://schemas.openxmlformats.org/drawingml/2006/main">
            <a:pPr>
              <a:defRPr sz="1575" b="1">
                <a:solidFill>
                  <a:srgbClr val="007F83"/>
                </a:solidFill>
                <a:latin typeface="Courier New"/>
                <a:ea typeface="Courier New"/>
                <a:cs typeface="Courier New"/>
              </a:defRPr>
            </a:pPr>
            <a:r>
              <a:rPr sz="1575" b="1">
                <a:solidFill>
                  <a:srgbClr val="007F83"/>
                </a:solidFill>
                <a:latin typeface="Courier New"/>
                <a:ea typeface="Courier New"/>
                <a:cs typeface="Courier New"/>
              </a:rPr>
              <a:t>      {"range": {"@timestamp": {"gte": "now-15m", "lt": "now"}}}</a:t>
            </a:r>
          </a:p>
          <a:p xmlns:a="http://schemas.openxmlformats.org/drawingml/2006/main">
            <a:pPr>
              <a:defRPr sz="1575" b="1">
                <a:solidFill>
                  <a:srgbClr val="007F83"/>
                </a:solidFill>
                <a:latin typeface="Courier New"/>
                <a:ea typeface="Courier New"/>
                <a:cs typeface="Courier New"/>
              </a:defRPr>
            </a:pPr>
            <a:r>
              <a:rPr sz="1575" b="1">
                <a:solidFill>
                  <a:srgbClr val="007F83"/>
                </a:solidFill>
                <a:latin typeface="Courier New"/>
                <a:ea typeface="Courier New"/>
                <a:cs typeface="Courier New"/>
              </a:rPr>
              <a:t>    ],</a:t>
            </a:r>
          </a:p>
          <a:p xmlns:a="http://schemas.openxmlformats.org/drawingml/2006/main">
            <a:pPr>
              <a:defRPr sz="1575" b="1">
                <a:solidFill>
                  <a:srgbClr val="007F83"/>
                </a:solidFill>
                <a:latin typeface="Courier New"/>
                <a:ea typeface="Courier New"/>
                <a:cs typeface="Courier New"/>
              </a:defRPr>
            </a:pPr>
            <a:r>
              <a:rPr sz="1575" b="1">
                <a:solidFill>
                  <a:srgbClr val="007F83"/>
                </a:solidFill>
                <a:latin typeface="Courier New"/>
                <a:ea typeface="Courier New"/>
                <a:cs typeface="Courier New"/>
              </a:rPr>
              <a:t>    "should": [</a:t>
            </a:r>
          </a:p>
          <a:p xmlns:a="http://schemas.openxmlformats.org/drawingml/2006/main">
            <a:pPr>
              <a:defRPr sz="1575" b="1">
                <a:solidFill>
                  <a:srgbClr val="007F83"/>
                </a:solidFill>
                <a:latin typeface="Courier New"/>
                <a:ea typeface="Courier New"/>
                <a:cs typeface="Courier New"/>
              </a:defRPr>
            </a:pPr>
            <a:r>
              <a:rPr sz="1575" b="1">
                <a:solidFill>
                  <a:srgbClr val="007F83"/>
                </a:solidFill>
                <a:latin typeface="Courier New"/>
                <a:ea typeface="Courier New"/>
                <a:cs typeface="Courier New"/>
              </a:rPr>
              <a:t>      {"term": {"status_code": 500}},</a:t>
            </a:r>
          </a:p>
          <a:p xmlns:a="http://schemas.openxmlformats.org/drawingml/2006/main">
            <a:pPr>
              <a:defRPr sz="1575" b="1">
                <a:solidFill>
                  <a:srgbClr val="007F83"/>
                </a:solidFill>
                <a:latin typeface="Courier New"/>
                <a:ea typeface="Courier New"/>
                <a:cs typeface="Courier New"/>
              </a:defRPr>
            </a:pPr>
            <a:r>
              <a:rPr sz="1575" b="1">
                <a:solidFill>
                  <a:srgbClr val="007F83"/>
                </a:solidFill>
                <a:latin typeface="Courier New"/>
                <a:ea typeface="Courier New"/>
                <a:cs typeface="Courier New"/>
              </a:rPr>
              <a:t>      {"term": {"status_code": 503}}</a:t>
            </a:r>
          </a:p>
          <a:p xmlns:a="http://schemas.openxmlformats.org/drawingml/2006/main">
            <a:pPr>
              <a:defRPr sz="1575" b="1">
                <a:solidFill>
                  <a:srgbClr val="007F83"/>
                </a:solidFill>
                <a:latin typeface="Courier New"/>
                <a:ea typeface="Courier New"/>
                <a:cs typeface="Courier New"/>
              </a:defRPr>
            </a:pPr>
            <a:r>
              <a:rPr sz="1575" b="1">
                <a:solidFill>
                  <a:srgbClr val="007F83"/>
                </a:solidFill>
                <a:latin typeface="Courier New"/>
                <a:ea typeface="Courier New"/>
                <a:cs typeface="Courier New"/>
              </a:rPr>
              <a:t>    ],</a:t>
            </a:r>
          </a:p>
          <a:p xmlns:a="http://schemas.openxmlformats.org/drawingml/2006/main">
            <a:pPr>
              <a:defRPr sz="1575" b="1">
                <a:solidFill>
                  <a:srgbClr val="007F83"/>
                </a:solidFill>
                <a:latin typeface="Courier New"/>
                <a:ea typeface="Courier New"/>
                <a:cs typeface="Courier New"/>
              </a:defRPr>
            </a:pPr>
            <a:r>
              <a:rPr sz="1575" b="1">
                <a:solidFill>
                  <a:srgbClr val="007F83"/>
                </a:solidFill>
                <a:latin typeface="Courier New"/>
                <a:ea typeface="Courier New"/>
                <a:cs typeface="Courier New"/>
              </a:rPr>
              <a:t>    "minimum_should_match": 1</a:t>
            </a:r>
          </a:p>
          <a:p xmlns:a="http://schemas.openxmlformats.org/drawingml/2006/main">
            <a:pPr>
              <a:defRPr sz="1575" b="1">
                <a:solidFill>
                  <a:srgbClr val="007F83"/>
                </a:solidFill>
                <a:latin typeface="Courier New"/>
                <a:ea typeface="Courier New"/>
                <a:cs typeface="Courier New"/>
              </a:defRPr>
            </a:pPr>
            <a:r>
              <a:rPr sz="1575" b="1">
                <a:solidFill>
                  <a:srgbClr val="007F83"/>
                </a:solidFill>
                <a:latin typeface="Courier New"/>
                <a:ea typeface="Courier New"/>
                <a:cs typeface="Courier New"/>
              </a:rPr>
              <a:t>  }}</a:t>
            </a:r>
          </a:p>
          <a:p xmlns:a="http://schemas.openxmlformats.org/drawingml/2006/main">
            <a:pPr>
              <a:defRPr sz="1575" b="1">
                <a:solidFill>
                  <a:srgbClr val="007F83"/>
                </a:solidFill>
                <a:latin typeface="Courier New"/>
                <a:ea typeface="Courier New"/>
                <a:cs typeface="Courier New"/>
              </a:defRPr>
            </a:pPr>
            <a:r>
              <a:rPr sz="1575" b="1">
                <a:solidFill>
                  <a:srgbClr val="007F83"/>
                </a:solidFill>
                <a:latin typeface="Courier New"/>
                <a:ea typeface="Courier New"/>
                <a:cs typeface="Courier New"/>
              </a:rPr>
              <a:t>}</a:t>
            </a:r>
          </a:p>
        </p:txBody>
      </p:sp>
      <p:sp>
        <p:nvSpPr>
          <p:cNvPr id="4" name="">
            <a:extLst xmlns:a="http://schemas.openxmlformats.org/drawingml/2006/main">
              <a:ext uri="{FF2B5EF4-FFF2-40B4-BE49-F238E27FC236}">
                <a16:creationId xmlns:a16="http://schemas.microsoft.com/office/drawing/2014/main" id="{180A2230-CBED-4A9C-B19B-D496E6FAB191}"/>
              </a:ext>
            </a:extLst>
          </p:cNvPr>
          <p:cNvSpPr>
            <a:spLocks xmlns:a="http://schemas.openxmlformats.org/drawingml/2006/main" noGrp="1"/>
          </p:cNvSpPr>
          <p:nvPr/>
        </p:nvSpPr>
        <p:spPr>
          <a:xfrm xmlns:a="http://schemas.openxmlformats.org/drawingml/2006/main">
            <a:off x="647700" y="5953125"/>
            <a:ext cx="10896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1">
                <a:solidFill>
                  <a:srgbClr val="007F83"/>
                </a:solidFill>
                <a:latin typeface="Arial"/>
                <a:ea typeface="Arial"/>
                <a:cs typeface="Arial"/>
              </a:defRPr>
            </a:defPPr>
            <a:lvl1pPr>
              <a:defRPr sz="1725" b="1">
                <a:solidFill>
                  <a:srgbClr val="007F83"/>
                </a:solidFill>
                <a:latin typeface="Arial"/>
                <a:ea typeface="Arial"/>
                <a:cs typeface="Arial"/>
              </a:defRPr>
            </a:lvl1pPr>
            <a:lvl2pPr>
              <a:defRPr sz="1725" b="1">
                <a:solidFill>
                  <a:srgbClr val="007F83"/>
                </a:solidFill>
                <a:latin typeface="Arial"/>
                <a:ea typeface="Arial"/>
                <a:cs typeface="Arial"/>
              </a:defRPr>
            </a:lvl2pPr>
            <a:lvl3pPr>
              <a:defRPr sz="1725" b="1">
                <a:solidFill>
                  <a:srgbClr val="007F83"/>
                </a:solidFill>
                <a:latin typeface="Arial"/>
                <a:ea typeface="Arial"/>
                <a:cs typeface="Arial"/>
              </a:defRPr>
            </a:lvl3pPr>
            <a:lvl4pPr>
              <a:defRPr sz="1725" b="1">
                <a:solidFill>
                  <a:srgbClr val="007F83"/>
                </a:solidFill>
                <a:latin typeface="Arial"/>
                <a:ea typeface="Arial"/>
                <a:cs typeface="Arial"/>
              </a:defRPr>
            </a:lvl4pPr>
            <a:lvl5pPr>
              <a:defRPr sz="1725" b="1">
                <a:solidFill>
                  <a:srgbClr val="007F83"/>
                </a:solidFill>
                <a:latin typeface="Arial"/>
                <a:ea typeface="Arial"/>
                <a:cs typeface="Arial"/>
              </a:defRPr>
            </a:lvl5pPr>
            <a:lvl6pPr>
              <a:defRPr sz="1725" b="1">
                <a:solidFill>
                  <a:srgbClr val="007F83"/>
                </a:solidFill>
                <a:latin typeface="Arial"/>
                <a:ea typeface="Arial"/>
                <a:cs typeface="Arial"/>
              </a:defRPr>
            </a:lvl6pPr>
            <a:lvl7pPr>
              <a:defRPr sz="1725" b="1">
                <a:solidFill>
                  <a:srgbClr val="007F83"/>
                </a:solidFill>
                <a:latin typeface="Arial"/>
                <a:ea typeface="Arial"/>
                <a:cs typeface="Arial"/>
              </a:defRPr>
            </a:lvl7pPr>
            <a:lvl8pPr>
              <a:defRPr sz="1725" b="1">
                <a:solidFill>
                  <a:srgbClr val="007F83"/>
                </a:solidFill>
                <a:latin typeface="Arial"/>
                <a:ea typeface="Arial"/>
                <a:cs typeface="Arial"/>
              </a:defRPr>
            </a:lvl8pPr>
            <a:lvl9pPr>
              <a:defRPr sz="1725" b="1">
                <a:solidFill>
                  <a:srgbClr val="007F83"/>
                </a:solidFill>
                <a:latin typeface="Arial"/>
                <a:ea typeface="Arial"/>
                <a:cs typeface="Arial"/>
              </a:defRPr>
            </a:lvl9pPr>
          </a:lstStyle>
          <a:p xmlns:a="http://schemas.openxmlformats.org/drawingml/2006/main">
            <a:pPr>
              <a:defRPr sz="1725" b="1">
                <a:solidFill>
                  <a:srgbClr val="007F83"/>
                </a:solidFill>
                <a:latin typeface="Arial"/>
                <a:ea typeface="Arial"/>
                <a:cs typeface="Arial"/>
              </a:defRPr>
            </a:pPr>
            <a:r>
              <a:rPr sz="1725" b="1">
                <a:solidFill>
                  <a:srgbClr val="007F83"/>
                </a:solidFill>
                <a:latin typeface="Arial"/>
                <a:ea typeface="Arial"/>
                <a:cs typeface="Arial"/>
              </a:rPr>
              <a:t>Bu örnek: prod + son 15 dakika + (500 veya 503).</a:t>
            </a:r>
          </a:p>
        </p:txBody>
      </p:sp>
      <p:sp>
        <p:nvSpPr>
          <p:cNvPr id="5" name="">
            <a:extLst xmlns:a="http://schemas.openxmlformats.org/drawingml/2006/main">
              <a:ext uri="{FF2B5EF4-FFF2-40B4-BE49-F238E27FC236}">
                <a16:creationId xmlns:a16="http://schemas.microsoft.com/office/drawing/2014/main" id="{9A2B5A74-0281-4F53-BCDF-CB1A3874FD98}"/>
              </a:ext>
            </a:extLst>
          </p:cNvPr>
          <p:cNvSpPr>
            <a:spLocks xmlns:a="http://schemas.openxmlformats.org/drawingml/2006/main" noGrp="1"/>
          </p:cNvSpPr>
          <p:nvPr/>
        </p:nvSpPr>
        <p:spPr>
          <a:xfrm xmlns:a="http://schemas.openxmlformats.org/drawingml/2006/main">
            <a:off x="10858500" y="6429375"/>
            <a:ext cx="714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0616A"/>
                </a:solidFill>
                <a:latin typeface="Arial"/>
                <a:ea typeface="Arial"/>
                <a:cs typeface="Arial"/>
              </a:defRPr>
            </a:defPPr>
            <a:lvl1pPr>
              <a:defRPr sz="1200" b="0">
                <a:solidFill>
                  <a:srgbClr val="50616A"/>
                </a:solidFill>
                <a:latin typeface="Arial"/>
                <a:ea typeface="Arial"/>
                <a:cs typeface="Arial"/>
              </a:defRPr>
            </a:lvl1pPr>
            <a:lvl2pPr>
              <a:defRPr sz="1200" b="0">
                <a:solidFill>
                  <a:srgbClr val="50616A"/>
                </a:solidFill>
                <a:latin typeface="Arial"/>
                <a:ea typeface="Arial"/>
                <a:cs typeface="Arial"/>
              </a:defRPr>
            </a:lvl2pPr>
            <a:lvl3pPr>
              <a:defRPr sz="1200" b="0">
                <a:solidFill>
                  <a:srgbClr val="50616A"/>
                </a:solidFill>
                <a:latin typeface="Arial"/>
                <a:ea typeface="Arial"/>
                <a:cs typeface="Arial"/>
              </a:defRPr>
            </a:lvl3pPr>
            <a:lvl4pPr>
              <a:defRPr sz="1200" b="0">
                <a:solidFill>
                  <a:srgbClr val="50616A"/>
                </a:solidFill>
                <a:latin typeface="Arial"/>
                <a:ea typeface="Arial"/>
                <a:cs typeface="Arial"/>
              </a:defRPr>
            </a:lvl4pPr>
            <a:lvl5pPr>
              <a:defRPr sz="1200" b="0">
                <a:solidFill>
                  <a:srgbClr val="50616A"/>
                </a:solidFill>
                <a:latin typeface="Arial"/>
                <a:ea typeface="Arial"/>
                <a:cs typeface="Arial"/>
              </a:defRPr>
            </a:lvl5pPr>
            <a:lvl6pPr>
              <a:defRPr sz="1200" b="0">
                <a:solidFill>
                  <a:srgbClr val="50616A"/>
                </a:solidFill>
                <a:latin typeface="Arial"/>
                <a:ea typeface="Arial"/>
                <a:cs typeface="Arial"/>
              </a:defRPr>
            </a:lvl6pPr>
            <a:lvl7pPr>
              <a:defRPr sz="1200" b="0">
                <a:solidFill>
                  <a:srgbClr val="50616A"/>
                </a:solidFill>
                <a:latin typeface="Arial"/>
                <a:ea typeface="Arial"/>
                <a:cs typeface="Arial"/>
              </a:defRPr>
            </a:lvl7pPr>
            <a:lvl8pPr>
              <a:defRPr sz="1200" b="0">
                <a:solidFill>
                  <a:srgbClr val="50616A"/>
                </a:solidFill>
                <a:latin typeface="Arial"/>
                <a:ea typeface="Arial"/>
                <a:cs typeface="Arial"/>
              </a:defRPr>
            </a:lvl8pPr>
            <a:lvl9pPr>
              <a:defRPr sz="1200" b="0">
                <a:solidFill>
                  <a:srgbClr val="50616A"/>
                </a:solidFill>
                <a:latin typeface="Arial"/>
                <a:ea typeface="Arial"/>
                <a:cs typeface="Arial"/>
              </a:defRPr>
            </a:lvl9pPr>
          </a:lstStyle>
          <a:p xmlns:a="http://schemas.openxmlformats.org/drawingml/2006/main">
            <a:pPr>
              <a:defRPr sz="1200" b="0">
                <a:solidFill>
                  <a:srgbClr val="50616A"/>
                </a:solidFill>
                <a:latin typeface="Arial"/>
                <a:ea typeface="Arial"/>
                <a:cs typeface="Arial"/>
              </a:defRPr>
            </a:pPr>
            <a:r>
              <a:rPr sz="1200" b="0">
                <a:solidFill>
                  <a:srgbClr val="50616A"/>
                </a:solidFill>
                <a:latin typeface="Arial"/>
                <a:ea typeface="Arial"/>
                <a:cs typeface="Arial"/>
              </a:rPr>
              <a:t>18 / 26</a:t>
            </a:r>
          </a:p>
        </p:txBody>
      </p:sp>
      <p:sp>
        <p:nvSpPr>
          <p:cNvPr id="6" name="">
            <a:extLst xmlns:a="http://schemas.openxmlformats.org/drawingml/2006/main">
              <a:ext uri="{FF2B5EF4-FFF2-40B4-BE49-F238E27FC236}">
                <a16:creationId xmlns:a16="http://schemas.microsoft.com/office/drawing/2014/main" id="{1C411269-FBC1-4B39-88A6-B9CAA4D396CA}"/>
              </a:ext>
            </a:extLst>
          </p:cNvPr>
          <p:cNvSpPr>
            <a:spLocks xmlns:a="http://schemas.openxmlformats.org/drawingml/2006/main" noGrp="1"/>
          </p:cNvSpPr>
          <p:nvPr/>
        </p:nvSpPr>
        <p:spPr>
          <a:xfrm xmlns:a="http://schemas.openxmlformats.org/drawingml/2006/main">
            <a:off x="647700" y="6438900"/>
            <a:ext cx="98583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0616A"/>
                </a:solidFill>
                <a:latin typeface="Arial"/>
                <a:ea typeface="Arial"/>
                <a:cs typeface="Arial"/>
              </a:defRPr>
            </a:defPPr>
            <a:lvl1pPr>
              <a:defRPr sz="1050" b="0">
                <a:solidFill>
                  <a:srgbClr val="50616A"/>
                </a:solidFill>
                <a:latin typeface="Arial"/>
                <a:ea typeface="Arial"/>
                <a:cs typeface="Arial"/>
              </a:defRPr>
            </a:lvl1pPr>
            <a:lvl2pPr>
              <a:defRPr sz="1050" b="0">
                <a:solidFill>
                  <a:srgbClr val="50616A"/>
                </a:solidFill>
                <a:latin typeface="Arial"/>
                <a:ea typeface="Arial"/>
                <a:cs typeface="Arial"/>
              </a:defRPr>
            </a:lvl2pPr>
            <a:lvl3pPr>
              <a:defRPr sz="1050" b="0">
                <a:solidFill>
                  <a:srgbClr val="50616A"/>
                </a:solidFill>
                <a:latin typeface="Arial"/>
                <a:ea typeface="Arial"/>
                <a:cs typeface="Arial"/>
              </a:defRPr>
            </a:lvl3pPr>
            <a:lvl4pPr>
              <a:defRPr sz="1050" b="0">
                <a:solidFill>
                  <a:srgbClr val="50616A"/>
                </a:solidFill>
                <a:latin typeface="Arial"/>
                <a:ea typeface="Arial"/>
                <a:cs typeface="Arial"/>
              </a:defRPr>
            </a:lvl4pPr>
            <a:lvl5pPr>
              <a:defRPr sz="1050" b="0">
                <a:solidFill>
                  <a:srgbClr val="50616A"/>
                </a:solidFill>
                <a:latin typeface="Arial"/>
                <a:ea typeface="Arial"/>
                <a:cs typeface="Arial"/>
              </a:defRPr>
            </a:lvl5pPr>
            <a:lvl6pPr>
              <a:defRPr sz="1050" b="0">
                <a:solidFill>
                  <a:srgbClr val="50616A"/>
                </a:solidFill>
                <a:latin typeface="Arial"/>
                <a:ea typeface="Arial"/>
                <a:cs typeface="Arial"/>
              </a:defRPr>
            </a:lvl6pPr>
            <a:lvl7pPr>
              <a:defRPr sz="1050" b="0">
                <a:solidFill>
                  <a:srgbClr val="50616A"/>
                </a:solidFill>
                <a:latin typeface="Arial"/>
                <a:ea typeface="Arial"/>
                <a:cs typeface="Arial"/>
              </a:defRPr>
            </a:lvl7pPr>
            <a:lvl8pPr>
              <a:defRPr sz="1050" b="0">
                <a:solidFill>
                  <a:srgbClr val="50616A"/>
                </a:solidFill>
                <a:latin typeface="Arial"/>
                <a:ea typeface="Arial"/>
                <a:cs typeface="Arial"/>
              </a:defRPr>
            </a:lvl8pPr>
            <a:lvl9pPr>
              <a:defRPr sz="1050" b="0">
                <a:solidFill>
                  <a:srgbClr val="50616A"/>
                </a:solidFill>
                <a:latin typeface="Arial"/>
                <a:ea typeface="Arial"/>
                <a:cs typeface="Arial"/>
              </a:defRPr>
            </a:lvl9pPr>
          </a:lstStyle>
          <a:p xmlns:a="http://schemas.openxmlformats.org/drawingml/2006/main">
            <a:pPr>
              <a:defRPr sz="1050" b="0">
                <a:solidFill>
                  <a:srgbClr val="50616A"/>
                </a:solidFill>
                <a:latin typeface="Arial"/>
                <a:ea typeface="Arial"/>
                <a:cs typeface="Arial"/>
              </a:defRPr>
            </a:pPr>
            <a:r>
              <a:rPr sz="1050">
                <a:solidFill>
                  <a:srgbClr val="50616A"/>
                </a:solidFill>
                <a:latin typeface="Arial"/>
                <a:ea typeface="Arial"/>
                <a:cs typeface="Arial"/>
              </a:rPr>
              <a:t>Kaynaklar: </a:t>
            </a:r>
            <a:r>
              <a:rPr sz="1050">
                <a:solidFill>
                  <a:srgbClr val="50616A"/>
                </a:solidFill>
                <a:latin typeface="Arial"/>
                <a:ea typeface="Arial"/>
                <a:cs typeface="Arial"/>
                <a:hlinkClick xmlns:r="http://schemas.openxmlformats.org/officeDocument/2006/relationships" r:id="R89bb56bb67a44c5a"/>
              </a:rPr>
              <a:t>S05  </a:t>
            </a:r>
            <a:r>
              <a:rPr sz="1050">
                <a:solidFill>
                  <a:srgbClr val="50616A"/>
                </a:solidFill>
                <a:latin typeface="Arial"/>
                <a:ea typeface="Arial"/>
                <a:cs typeface="Arial"/>
                <a:hlinkClick xmlns:r="http://schemas.openxmlformats.org/officeDocument/2006/relationships" r:id="Rac3d271d9e12470c"/>
              </a:rPr>
              <a:t>S08  </a:t>
            </a:r>
          </a:p>
        </p:txBody>
      </p:sp>
    </p:spTree>
    <p:extLst>
      <p:ext uri="{BB962C8B-B14F-4D97-AF65-F5344CB8AC3E}">
        <p14:creationId xmlns:p14="http://schemas.microsoft.com/office/powerpoint/2010/main" val="28789063"/>
      </p:ext>
    </p:extLst>
  </p:cSld>
</p:sld>
</file>

<file path=ppt/slides/slide19.xml><?xml version="1.0" encoding="utf-8"?>
<p:sld xmlns:p="http://schemas.openxmlformats.org/presentationml/2006/main">
  <p:cSld>
    <p:bg>
      <p:bgPr>
        <a:solidFill xmlns:a="http://schemas.openxmlformats.org/drawingml/2006/main">
          <a:srgbClr val="F5F4F0"/>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117DE6E-22A3-4521-9C4F-C9D54859597D}"/>
              </a:ext>
            </a:extLst>
          </p:cNvPr>
          <p:cNvSpPr>
            <a:spLocks xmlns:a="http://schemas.openxmlformats.org/drawingml/2006/main" noGrp="1"/>
          </p:cNvSpPr>
          <p:nvPr/>
        </p:nvSpPr>
        <p:spPr>
          <a:xfrm xmlns:a="http://schemas.openxmlformats.org/drawingml/2006/main">
            <a:off x="647700" y="49530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52E3D"/>
                </a:solidFill>
                <a:latin typeface="Arial"/>
                <a:ea typeface="Arial"/>
                <a:cs typeface="Arial"/>
              </a:defRPr>
            </a:defPPr>
            <a:lvl1pPr>
              <a:defRPr sz="3300" b="1">
                <a:solidFill>
                  <a:srgbClr val="152E3D"/>
                </a:solidFill>
                <a:latin typeface="Arial"/>
                <a:ea typeface="Arial"/>
                <a:cs typeface="Arial"/>
              </a:defRPr>
            </a:lvl1pPr>
            <a:lvl2pPr>
              <a:defRPr sz="3300" b="1">
                <a:solidFill>
                  <a:srgbClr val="152E3D"/>
                </a:solidFill>
                <a:latin typeface="Arial"/>
                <a:ea typeface="Arial"/>
                <a:cs typeface="Arial"/>
              </a:defRPr>
            </a:lvl2pPr>
            <a:lvl3pPr>
              <a:defRPr sz="3300" b="1">
                <a:solidFill>
                  <a:srgbClr val="152E3D"/>
                </a:solidFill>
                <a:latin typeface="Arial"/>
                <a:ea typeface="Arial"/>
                <a:cs typeface="Arial"/>
              </a:defRPr>
            </a:lvl3pPr>
            <a:lvl4pPr>
              <a:defRPr sz="3300" b="1">
                <a:solidFill>
                  <a:srgbClr val="152E3D"/>
                </a:solidFill>
                <a:latin typeface="Arial"/>
                <a:ea typeface="Arial"/>
                <a:cs typeface="Arial"/>
              </a:defRPr>
            </a:lvl4pPr>
            <a:lvl5pPr>
              <a:defRPr sz="3300" b="1">
                <a:solidFill>
                  <a:srgbClr val="152E3D"/>
                </a:solidFill>
                <a:latin typeface="Arial"/>
                <a:ea typeface="Arial"/>
                <a:cs typeface="Arial"/>
              </a:defRPr>
            </a:lvl5pPr>
            <a:lvl6pPr>
              <a:defRPr sz="3300" b="1">
                <a:solidFill>
                  <a:srgbClr val="152E3D"/>
                </a:solidFill>
                <a:latin typeface="Arial"/>
                <a:ea typeface="Arial"/>
                <a:cs typeface="Arial"/>
              </a:defRPr>
            </a:lvl6pPr>
            <a:lvl7pPr>
              <a:defRPr sz="3300" b="1">
                <a:solidFill>
                  <a:srgbClr val="152E3D"/>
                </a:solidFill>
                <a:latin typeface="Arial"/>
                <a:ea typeface="Arial"/>
                <a:cs typeface="Arial"/>
              </a:defRPr>
            </a:lvl7pPr>
            <a:lvl8pPr>
              <a:defRPr sz="3300" b="1">
                <a:solidFill>
                  <a:srgbClr val="152E3D"/>
                </a:solidFill>
                <a:latin typeface="Arial"/>
                <a:ea typeface="Arial"/>
                <a:cs typeface="Arial"/>
              </a:defRPr>
            </a:lvl8pPr>
            <a:lvl9pPr>
              <a:defRPr sz="3300" b="1">
                <a:solidFill>
                  <a:srgbClr val="152E3D"/>
                </a:solidFill>
                <a:latin typeface="Arial"/>
                <a:ea typeface="Arial"/>
                <a:cs typeface="Arial"/>
              </a:defRPr>
            </a:lvl9pPr>
          </a:lstStyle>
          <a:p xmlns:a="http://schemas.openxmlformats.org/drawingml/2006/main">
            <a:pPr>
              <a:defRPr sz="3300" b="1">
                <a:solidFill>
                  <a:srgbClr val="152E3D"/>
                </a:solidFill>
                <a:latin typeface="Arial"/>
                <a:ea typeface="Arial"/>
                <a:cs typeface="Arial"/>
              </a:defRPr>
            </a:pPr>
            <a:r>
              <a:rPr sz="3300" b="1">
                <a:solidFill>
                  <a:srgbClr val="152E3D"/>
                </a:solidFill>
                <a:latin typeface="Arial"/>
                <a:ea typeface="Arial"/>
                <a:cs typeface="Arial"/>
              </a:rPr>
              <a:t>Ek C · PPL ile zaman serisi ve trace inceleme</a:t>
            </a:r>
          </a:p>
        </p:txBody>
      </p:sp>
      <p:sp>
        <p:nvSpPr>
          <p:cNvPr id="2" name="">
            <a:extLst xmlns:a="http://schemas.openxmlformats.org/drawingml/2006/main">
              <a:ext uri="{FF2B5EF4-FFF2-40B4-BE49-F238E27FC236}">
                <a16:creationId xmlns:a16="http://schemas.microsoft.com/office/drawing/2014/main" id="{AE180E39-B4F1-4031-B6F0-1746CDF385B9}"/>
              </a:ext>
            </a:extLst>
          </p:cNvPr>
          <p:cNvSpPr>
            <a:spLocks xmlns:a="http://schemas.openxmlformats.org/drawingml/2006/main" noGrp="1"/>
          </p:cNvSpPr>
          <p:nvPr/>
        </p:nvSpPr>
        <p:spPr>
          <a:xfrm xmlns:a="http://schemas.openxmlformats.org/drawingml/2006/main">
            <a:off x="647700" y="1323975"/>
            <a:ext cx="108966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50616A"/>
                </a:solidFill>
                <a:latin typeface="Arial"/>
                <a:ea typeface="Arial"/>
                <a:cs typeface="Arial"/>
              </a:defRPr>
            </a:defPPr>
            <a:lvl1pPr>
              <a:defRPr sz="1875" b="0">
                <a:solidFill>
                  <a:srgbClr val="50616A"/>
                </a:solidFill>
                <a:latin typeface="Arial"/>
                <a:ea typeface="Arial"/>
                <a:cs typeface="Arial"/>
              </a:defRPr>
            </a:lvl1pPr>
            <a:lvl2pPr>
              <a:defRPr sz="1875" b="0">
                <a:solidFill>
                  <a:srgbClr val="50616A"/>
                </a:solidFill>
                <a:latin typeface="Arial"/>
                <a:ea typeface="Arial"/>
                <a:cs typeface="Arial"/>
              </a:defRPr>
            </a:lvl2pPr>
            <a:lvl3pPr>
              <a:defRPr sz="1875" b="0">
                <a:solidFill>
                  <a:srgbClr val="50616A"/>
                </a:solidFill>
                <a:latin typeface="Arial"/>
                <a:ea typeface="Arial"/>
                <a:cs typeface="Arial"/>
              </a:defRPr>
            </a:lvl3pPr>
            <a:lvl4pPr>
              <a:defRPr sz="1875" b="0">
                <a:solidFill>
                  <a:srgbClr val="50616A"/>
                </a:solidFill>
                <a:latin typeface="Arial"/>
                <a:ea typeface="Arial"/>
                <a:cs typeface="Arial"/>
              </a:defRPr>
            </a:lvl4pPr>
            <a:lvl5pPr>
              <a:defRPr sz="1875" b="0">
                <a:solidFill>
                  <a:srgbClr val="50616A"/>
                </a:solidFill>
                <a:latin typeface="Arial"/>
                <a:ea typeface="Arial"/>
                <a:cs typeface="Arial"/>
              </a:defRPr>
            </a:lvl5pPr>
            <a:lvl6pPr>
              <a:defRPr sz="1875" b="0">
                <a:solidFill>
                  <a:srgbClr val="50616A"/>
                </a:solidFill>
                <a:latin typeface="Arial"/>
                <a:ea typeface="Arial"/>
                <a:cs typeface="Arial"/>
              </a:defRPr>
            </a:lvl6pPr>
            <a:lvl7pPr>
              <a:defRPr sz="1875" b="0">
                <a:solidFill>
                  <a:srgbClr val="50616A"/>
                </a:solidFill>
                <a:latin typeface="Arial"/>
                <a:ea typeface="Arial"/>
                <a:cs typeface="Arial"/>
              </a:defRPr>
            </a:lvl7pPr>
            <a:lvl8pPr>
              <a:defRPr sz="1875" b="0">
                <a:solidFill>
                  <a:srgbClr val="50616A"/>
                </a:solidFill>
                <a:latin typeface="Arial"/>
                <a:ea typeface="Arial"/>
                <a:cs typeface="Arial"/>
              </a:defRPr>
            </a:lvl8pPr>
            <a:lvl9pPr>
              <a:defRPr sz="1875" b="0">
                <a:solidFill>
                  <a:srgbClr val="50616A"/>
                </a:solidFill>
                <a:latin typeface="Arial"/>
                <a:ea typeface="Arial"/>
                <a:cs typeface="Arial"/>
              </a:defRPr>
            </a:lvl9pPr>
          </a:lstStyle>
          <a:p xmlns:a="http://schemas.openxmlformats.org/drawingml/2006/main">
            <a:pPr>
              <a:defRPr sz="1875" b="0">
                <a:solidFill>
                  <a:srgbClr val="50616A"/>
                </a:solidFill>
                <a:latin typeface="Arial"/>
                <a:ea typeface="Arial"/>
                <a:cs typeface="Arial"/>
              </a:defRPr>
            </a:pPr>
            <a:r>
              <a:rPr sz="1875" b="0">
                <a:solidFill>
                  <a:srgbClr val="50616A"/>
                </a:solidFill>
                <a:latin typeface="Arial"/>
                <a:ea typeface="Arial"/>
                <a:cs typeface="Arial"/>
              </a:rPr>
              <a:t>Aşağıdaki parçalar aynı source, zaman ve ortam filtresinin devamıdır.</a:t>
            </a:r>
          </a:p>
        </p:txBody>
      </p:sp>
      <p:sp>
        <p:nvSpPr>
          <p:cNvPr id="3" name="">
            <a:extLst xmlns:a="http://schemas.openxmlformats.org/drawingml/2006/main">
              <a:ext uri="{FF2B5EF4-FFF2-40B4-BE49-F238E27FC236}">
                <a16:creationId xmlns:a16="http://schemas.microsoft.com/office/drawing/2014/main" id="{3A183CEB-2774-4393-BC5F-5D1A1E5640C1}"/>
              </a:ext>
            </a:extLst>
          </p:cNvPr>
          <p:cNvSpPr>
            <a:spLocks xmlns:a="http://schemas.openxmlformats.org/drawingml/2006/main" noGrp="1"/>
          </p:cNvSpPr>
          <p:nvPr/>
        </p:nvSpPr>
        <p:spPr>
          <a:xfrm xmlns:a="http://schemas.openxmlformats.org/drawingml/2006/main">
            <a:off x="647700" y="2305050"/>
            <a:ext cx="5238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152E3D"/>
                </a:solidFill>
                <a:latin typeface="Arial"/>
                <a:ea typeface="Arial"/>
                <a:cs typeface="Arial"/>
              </a:defRPr>
            </a:defPPr>
            <a:lvl1pPr>
              <a:defRPr sz="2025" b="1">
                <a:solidFill>
                  <a:srgbClr val="152E3D"/>
                </a:solidFill>
                <a:latin typeface="Arial"/>
                <a:ea typeface="Arial"/>
                <a:cs typeface="Arial"/>
              </a:defRPr>
            </a:lvl1pPr>
            <a:lvl2pPr>
              <a:defRPr sz="2025" b="1">
                <a:solidFill>
                  <a:srgbClr val="152E3D"/>
                </a:solidFill>
                <a:latin typeface="Arial"/>
                <a:ea typeface="Arial"/>
                <a:cs typeface="Arial"/>
              </a:defRPr>
            </a:lvl2pPr>
            <a:lvl3pPr>
              <a:defRPr sz="2025" b="1">
                <a:solidFill>
                  <a:srgbClr val="152E3D"/>
                </a:solidFill>
                <a:latin typeface="Arial"/>
                <a:ea typeface="Arial"/>
                <a:cs typeface="Arial"/>
              </a:defRPr>
            </a:lvl3pPr>
            <a:lvl4pPr>
              <a:defRPr sz="2025" b="1">
                <a:solidFill>
                  <a:srgbClr val="152E3D"/>
                </a:solidFill>
                <a:latin typeface="Arial"/>
                <a:ea typeface="Arial"/>
                <a:cs typeface="Arial"/>
              </a:defRPr>
            </a:lvl4pPr>
            <a:lvl5pPr>
              <a:defRPr sz="2025" b="1">
                <a:solidFill>
                  <a:srgbClr val="152E3D"/>
                </a:solidFill>
                <a:latin typeface="Arial"/>
                <a:ea typeface="Arial"/>
                <a:cs typeface="Arial"/>
              </a:defRPr>
            </a:lvl5pPr>
            <a:lvl6pPr>
              <a:defRPr sz="2025" b="1">
                <a:solidFill>
                  <a:srgbClr val="152E3D"/>
                </a:solidFill>
                <a:latin typeface="Arial"/>
                <a:ea typeface="Arial"/>
                <a:cs typeface="Arial"/>
              </a:defRPr>
            </a:lvl6pPr>
            <a:lvl7pPr>
              <a:defRPr sz="2025" b="1">
                <a:solidFill>
                  <a:srgbClr val="152E3D"/>
                </a:solidFill>
                <a:latin typeface="Arial"/>
                <a:ea typeface="Arial"/>
                <a:cs typeface="Arial"/>
              </a:defRPr>
            </a:lvl7pPr>
            <a:lvl8pPr>
              <a:defRPr sz="2025" b="1">
                <a:solidFill>
                  <a:srgbClr val="152E3D"/>
                </a:solidFill>
                <a:latin typeface="Arial"/>
                <a:ea typeface="Arial"/>
                <a:cs typeface="Arial"/>
              </a:defRPr>
            </a:lvl8pPr>
            <a:lvl9pPr>
              <a:defRPr sz="2025" b="1">
                <a:solidFill>
                  <a:srgbClr val="152E3D"/>
                </a:solidFill>
                <a:latin typeface="Arial"/>
                <a:ea typeface="Arial"/>
                <a:cs typeface="Arial"/>
              </a:defRPr>
            </a:lvl9pPr>
          </a:lstStyle>
          <a:p xmlns:a="http://schemas.openxmlformats.org/drawingml/2006/main">
            <a:pPr>
              <a:defRPr sz="2025" b="1">
                <a:solidFill>
                  <a:srgbClr val="152E3D"/>
                </a:solidFill>
                <a:latin typeface="Arial"/>
                <a:ea typeface="Arial"/>
                <a:cs typeface="Arial"/>
              </a:defRPr>
            </a:pPr>
            <a:r>
              <a:rPr sz="2025" b="1">
                <a:solidFill>
                  <a:srgbClr val="152E3D"/>
                </a:solidFill>
                <a:latin typeface="Arial"/>
                <a:ea typeface="Arial"/>
                <a:cs typeface="Arial"/>
              </a:rPr>
              <a:t>Dakikalık 5xx sayısı</a:t>
            </a:r>
          </a:p>
        </p:txBody>
      </p:sp>
      <p:sp>
        <p:nvSpPr>
          <p:cNvPr id="4" name="">
            <a:extLst xmlns:a="http://schemas.openxmlformats.org/drawingml/2006/main">
              <a:ext uri="{FF2B5EF4-FFF2-40B4-BE49-F238E27FC236}">
                <a16:creationId xmlns:a16="http://schemas.microsoft.com/office/drawing/2014/main" id="{1B468DD7-F5C5-448C-8851-4EAB85C734DE}"/>
              </a:ext>
            </a:extLst>
          </p:cNvPr>
          <p:cNvSpPr>
            <a:spLocks xmlns:a="http://schemas.openxmlformats.org/drawingml/2006/main" noGrp="1"/>
          </p:cNvSpPr>
          <p:nvPr/>
        </p:nvSpPr>
        <p:spPr>
          <a:xfrm xmlns:a="http://schemas.openxmlformats.org/drawingml/2006/main">
            <a:off x="6400800" y="2305050"/>
            <a:ext cx="5143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1">
                <a:solidFill>
                  <a:srgbClr val="152E3D"/>
                </a:solidFill>
                <a:latin typeface="Arial"/>
                <a:ea typeface="Arial"/>
                <a:cs typeface="Arial"/>
              </a:defRPr>
            </a:defPPr>
            <a:lvl1pPr>
              <a:defRPr sz="1875" b="1">
                <a:solidFill>
                  <a:srgbClr val="152E3D"/>
                </a:solidFill>
                <a:latin typeface="Arial"/>
                <a:ea typeface="Arial"/>
                <a:cs typeface="Arial"/>
              </a:defRPr>
            </a:lvl1pPr>
            <a:lvl2pPr>
              <a:defRPr sz="1875" b="1">
                <a:solidFill>
                  <a:srgbClr val="152E3D"/>
                </a:solidFill>
                <a:latin typeface="Arial"/>
                <a:ea typeface="Arial"/>
                <a:cs typeface="Arial"/>
              </a:defRPr>
            </a:lvl2pPr>
            <a:lvl3pPr>
              <a:defRPr sz="1875" b="1">
                <a:solidFill>
                  <a:srgbClr val="152E3D"/>
                </a:solidFill>
                <a:latin typeface="Arial"/>
                <a:ea typeface="Arial"/>
                <a:cs typeface="Arial"/>
              </a:defRPr>
            </a:lvl3pPr>
            <a:lvl4pPr>
              <a:defRPr sz="1875" b="1">
                <a:solidFill>
                  <a:srgbClr val="152E3D"/>
                </a:solidFill>
                <a:latin typeface="Arial"/>
                <a:ea typeface="Arial"/>
                <a:cs typeface="Arial"/>
              </a:defRPr>
            </a:lvl4pPr>
            <a:lvl5pPr>
              <a:defRPr sz="1875" b="1">
                <a:solidFill>
                  <a:srgbClr val="152E3D"/>
                </a:solidFill>
                <a:latin typeface="Arial"/>
                <a:ea typeface="Arial"/>
                <a:cs typeface="Arial"/>
              </a:defRPr>
            </a:lvl5pPr>
            <a:lvl6pPr>
              <a:defRPr sz="1875" b="1">
                <a:solidFill>
                  <a:srgbClr val="152E3D"/>
                </a:solidFill>
                <a:latin typeface="Arial"/>
                <a:ea typeface="Arial"/>
                <a:cs typeface="Arial"/>
              </a:defRPr>
            </a:lvl6pPr>
            <a:lvl7pPr>
              <a:defRPr sz="1875" b="1">
                <a:solidFill>
                  <a:srgbClr val="152E3D"/>
                </a:solidFill>
                <a:latin typeface="Arial"/>
                <a:ea typeface="Arial"/>
                <a:cs typeface="Arial"/>
              </a:defRPr>
            </a:lvl7pPr>
            <a:lvl8pPr>
              <a:defRPr sz="1875" b="1">
                <a:solidFill>
                  <a:srgbClr val="152E3D"/>
                </a:solidFill>
                <a:latin typeface="Arial"/>
                <a:ea typeface="Arial"/>
                <a:cs typeface="Arial"/>
              </a:defRPr>
            </a:lvl8pPr>
            <a:lvl9pPr>
              <a:defRPr sz="1875" b="1">
                <a:solidFill>
                  <a:srgbClr val="152E3D"/>
                </a:solidFill>
                <a:latin typeface="Arial"/>
                <a:ea typeface="Arial"/>
                <a:cs typeface="Arial"/>
              </a:defRPr>
            </a:lvl9pPr>
          </a:lstStyle>
          <a:p xmlns:a="http://schemas.openxmlformats.org/drawingml/2006/main">
            <a:pPr>
              <a:defRPr sz="1875" b="1">
                <a:solidFill>
                  <a:srgbClr val="152E3D"/>
                </a:solidFill>
                <a:latin typeface="Arial"/>
                <a:ea typeface="Arial"/>
                <a:cs typeface="Arial"/>
              </a:defRPr>
            </a:pPr>
            <a:r>
              <a:rPr sz="1875" b="1">
                <a:solidFill>
                  <a:srgbClr val="152E3D"/>
                </a:solidFill>
                <a:latin typeface="Arial"/>
                <a:ea typeface="Arial"/>
                <a:cs typeface="Arial"/>
              </a:rPr>
              <a:t>Tek trace içindeki olaylar</a:t>
            </a:r>
          </a:p>
        </p:txBody>
      </p:sp>
      <p:sp>
        <p:nvSpPr>
          <p:cNvPr id="5" name="">
            <a:extLst xmlns:a="http://schemas.openxmlformats.org/drawingml/2006/main">
              <a:ext uri="{FF2B5EF4-FFF2-40B4-BE49-F238E27FC236}">
                <a16:creationId xmlns:a16="http://schemas.microsoft.com/office/drawing/2014/main" id="{6DDD616D-193C-40BF-8A69-66888C56DEBD}"/>
              </a:ext>
            </a:extLst>
          </p:cNvPr>
          <p:cNvSpPr>
            <a:spLocks xmlns:a="http://schemas.openxmlformats.org/drawingml/2006/main" noGrp="1"/>
          </p:cNvSpPr>
          <p:nvPr/>
        </p:nvSpPr>
        <p:spPr>
          <a:xfrm xmlns:a="http://schemas.openxmlformats.org/drawingml/2006/main">
            <a:off x="647700" y="3114675"/>
            <a:ext cx="52387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575" b="1">
                <a:solidFill>
                  <a:srgbClr val="007F83"/>
                </a:solidFill>
                <a:latin typeface="Courier New"/>
                <a:ea typeface="Courier New"/>
                <a:cs typeface="Courier New"/>
              </a:defRPr>
            </a:defPPr>
            <a:lvl1pPr>
              <a:defRPr sz="1575" b="1">
                <a:solidFill>
                  <a:srgbClr val="007F83"/>
                </a:solidFill>
                <a:latin typeface="Courier New"/>
                <a:ea typeface="Courier New"/>
                <a:cs typeface="Courier New"/>
              </a:defRPr>
            </a:lvl1pPr>
            <a:lvl2pPr>
              <a:defRPr sz="1575" b="1">
                <a:solidFill>
                  <a:srgbClr val="007F83"/>
                </a:solidFill>
                <a:latin typeface="Courier New"/>
                <a:ea typeface="Courier New"/>
                <a:cs typeface="Courier New"/>
              </a:defRPr>
            </a:lvl2pPr>
            <a:lvl3pPr>
              <a:defRPr sz="1575" b="1">
                <a:solidFill>
                  <a:srgbClr val="007F83"/>
                </a:solidFill>
                <a:latin typeface="Courier New"/>
                <a:ea typeface="Courier New"/>
                <a:cs typeface="Courier New"/>
              </a:defRPr>
            </a:lvl3pPr>
            <a:lvl4pPr>
              <a:defRPr sz="1575" b="1">
                <a:solidFill>
                  <a:srgbClr val="007F83"/>
                </a:solidFill>
                <a:latin typeface="Courier New"/>
                <a:ea typeface="Courier New"/>
                <a:cs typeface="Courier New"/>
              </a:defRPr>
            </a:lvl4pPr>
            <a:lvl5pPr>
              <a:defRPr sz="1575" b="1">
                <a:solidFill>
                  <a:srgbClr val="007F83"/>
                </a:solidFill>
                <a:latin typeface="Courier New"/>
                <a:ea typeface="Courier New"/>
                <a:cs typeface="Courier New"/>
              </a:defRPr>
            </a:lvl5pPr>
            <a:lvl6pPr>
              <a:defRPr sz="1575" b="1">
                <a:solidFill>
                  <a:srgbClr val="007F83"/>
                </a:solidFill>
                <a:latin typeface="Courier New"/>
                <a:ea typeface="Courier New"/>
                <a:cs typeface="Courier New"/>
              </a:defRPr>
            </a:lvl6pPr>
            <a:lvl7pPr>
              <a:defRPr sz="1575" b="1">
                <a:solidFill>
                  <a:srgbClr val="007F83"/>
                </a:solidFill>
                <a:latin typeface="Courier New"/>
                <a:ea typeface="Courier New"/>
                <a:cs typeface="Courier New"/>
              </a:defRPr>
            </a:lvl7pPr>
            <a:lvl8pPr>
              <a:defRPr sz="1575" b="1">
                <a:solidFill>
                  <a:srgbClr val="007F83"/>
                </a:solidFill>
                <a:latin typeface="Courier New"/>
                <a:ea typeface="Courier New"/>
                <a:cs typeface="Courier New"/>
              </a:defRPr>
            </a:lvl8pPr>
            <a:lvl9pPr>
              <a:defRPr sz="1575" b="1">
                <a:solidFill>
                  <a:srgbClr val="007F83"/>
                </a:solidFill>
                <a:latin typeface="Courier New"/>
                <a:ea typeface="Courier New"/>
                <a:cs typeface="Courier New"/>
              </a:defRPr>
            </a:lvl9pPr>
          </a:lstStyle>
          <a:p xmlns:a="http://schemas.openxmlformats.org/drawingml/2006/main">
            <a:pPr>
              <a:defRPr sz="1575" b="1">
                <a:solidFill>
                  <a:srgbClr val="007F83"/>
                </a:solidFill>
                <a:latin typeface="Courier New"/>
                <a:ea typeface="Courier New"/>
                <a:cs typeface="Courier New"/>
              </a:defRPr>
            </a:pPr>
            <a:r>
              <a:rPr sz="1575" b="1">
                <a:solidFill>
                  <a:srgbClr val="007F83"/>
                </a:solidFill>
                <a:latin typeface="Courier New"/>
                <a:ea typeface="Courier New"/>
                <a:cs typeface="Courier New"/>
              </a:rPr>
              <a:t>| where status_code &gt;= 500</a:t>
            </a:r>
          </a:p>
          <a:p xmlns:a="http://schemas.openxmlformats.org/drawingml/2006/main">
            <a:pPr>
              <a:defRPr sz="1575" b="1">
                <a:solidFill>
                  <a:srgbClr val="007F83"/>
                </a:solidFill>
                <a:latin typeface="Courier New"/>
                <a:ea typeface="Courier New"/>
                <a:cs typeface="Courier New"/>
              </a:defRPr>
            </a:pPr>
            <a:r>
              <a:rPr sz="1575" b="1">
                <a:solidFill>
                  <a:srgbClr val="007F83"/>
                </a:solidFill>
                <a:latin typeface="Courier New"/>
                <a:ea typeface="Courier New"/>
                <a:cs typeface="Courier New"/>
              </a:rPr>
              <a:t>  and status_code &lt; 600</a:t>
            </a:r>
          </a:p>
          <a:p xmlns:a="http://schemas.openxmlformats.org/drawingml/2006/main">
            <a:pPr>
              <a:defRPr sz="1575" b="1">
                <a:solidFill>
                  <a:srgbClr val="007F83"/>
                </a:solidFill>
                <a:latin typeface="Courier New"/>
                <a:ea typeface="Courier New"/>
                <a:cs typeface="Courier New"/>
              </a:defRPr>
            </a:pPr>
            <a:r>
              <a:rPr sz="1575" b="1">
                <a:solidFill>
                  <a:srgbClr val="007F83"/>
                </a:solidFill>
                <a:latin typeface="Courier New"/>
                <a:ea typeface="Courier New"/>
                <a:cs typeface="Courier New"/>
              </a:rPr>
              <a:t>| stats count() as errors</a:t>
            </a:r>
          </a:p>
          <a:p xmlns:a="http://schemas.openxmlformats.org/drawingml/2006/main">
            <a:pPr>
              <a:defRPr sz="1575" b="1">
                <a:solidFill>
                  <a:srgbClr val="007F83"/>
                </a:solidFill>
                <a:latin typeface="Courier New"/>
                <a:ea typeface="Courier New"/>
                <a:cs typeface="Courier New"/>
              </a:defRPr>
            </a:pPr>
            <a:r>
              <a:rPr sz="1575" b="1">
                <a:solidFill>
                  <a:srgbClr val="007F83"/>
                </a:solidFill>
                <a:latin typeface="Courier New"/>
                <a:ea typeface="Courier New"/>
                <a:cs typeface="Courier New"/>
              </a:rPr>
              <a:t>  by span(`@timestamp`, 1m),</a:t>
            </a:r>
          </a:p>
          <a:p xmlns:a="http://schemas.openxmlformats.org/drawingml/2006/main">
            <a:pPr>
              <a:defRPr sz="1575" b="1">
                <a:solidFill>
                  <a:srgbClr val="007F83"/>
                </a:solidFill>
                <a:latin typeface="Courier New"/>
                <a:ea typeface="Courier New"/>
                <a:cs typeface="Courier New"/>
              </a:defRPr>
            </a:pPr>
            <a:r>
              <a:rPr sz="1575" b="1">
                <a:solidFill>
                  <a:srgbClr val="007F83"/>
                </a:solidFill>
                <a:latin typeface="Courier New"/>
                <a:ea typeface="Courier New"/>
                <a:cs typeface="Courier New"/>
              </a:rPr>
              <a:t>  service_name</a:t>
            </a:r>
          </a:p>
        </p:txBody>
      </p:sp>
      <p:sp>
        <p:nvSpPr>
          <p:cNvPr id="6" name="">
            <a:extLst xmlns:a="http://schemas.openxmlformats.org/drawingml/2006/main">
              <a:ext uri="{FF2B5EF4-FFF2-40B4-BE49-F238E27FC236}">
                <a16:creationId xmlns:a16="http://schemas.microsoft.com/office/drawing/2014/main" id="{2E1C3673-7A0B-4CF3-A890-55AFDC1D3884}"/>
              </a:ext>
            </a:extLst>
          </p:cNvPr>
          <p:cNvSpPr>
            <a:spLocks xmlns:a="http://schemas.openxmlformats.org/drawingml/2006/main" noGrp="1"/>
          </p:cNvSpPr>
          <p:nvPr/>
        </p:nvSpPr>
        <p:spPr>
          <a:xfrm xmlns:a="http://schemas.openxmlformats.org/drawingml/2006/main">
            <a:off x="6400800" y="3114675"/>
            <a:ext cx="51435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575" b="1">
                <a:solidFill>
                  <a:srgbClr val="007F83"/>
                </a:solidFill>
                <a:latin typeface="Courier New"/>
                <a:ea typeface="Courier New"/>
                <a:cs typeface="Courier New"/>
              </a:defRPr>
            </a:defPPr>
            <a:lvl1pPr>
              <a:defRPr sz="1575" b="1">
                <a:solidFill>
                  <a:srgbClr val="007F83"/>
                </a:solidFill>
                <a:latin typeface="Courier New"/>
                <a:ea typeface="Courier New"/>
                <a:cs typeface="Courier New"/>
              </a:defRPr>
            </a:lvl1pPr>
            <a:lvl2pPr>
              <a:defRPr sz="1575" b="1">
                <a:solidFill>
                  <a:srgbClr val="007F83"/>
                </a:solidFill>
                <a:latin typeface="Courier New"/>
                <a:ea typeface="Courier New"/>
                <a:cs typeface="Courier New"/>
              </a:defRPr>
            </a:lvl2pPr>
            <a:lvl3pPr>
              <a:defRPr sz="1575" b="1">
                <a:solidFill>
                  <a:srgbClr val="007F83"/>
                </a:solidFill>
                <a:latin typeface="Courier New"/>
                <a:ea typeface="Courier New"/>
                <a:cs typeface="Courier New"/>
              </a:defRPr>
            </a:lvl3pPr>
            <a:lvl4pPr>
              <a:defRPr sz="1575" b="1">
                <a:solidFill>
                  <a:srgbClr val="007F83"/>
                </a:solidFill>
                <a:latin typeface="Courier New"/>
                <a:ea typeface="Courier New"/>
                <a:cs typeface="Courier New"/>
              </a:defRPr>
            </a:lvl4pPr>
            <a:lvl5pPr>
              <a:defRPr sz="1575" b="1">
                <a:solidFill>
                  <a:srgbClr val="007F83"/>
                </a:solidFill>
                <a:latin typeface="Courier New"/>
                <a:ea typeface="Courier New"/>
                <a:cs typeface="Courier New"/>
              </a:defRPr>
            </a:lvl5pPr>
            <a:lvl6pPr>
              <a:defRPr sz="1575" b="1">
                <a:solidFill>
                  <a:srgbClr val="007F83"/>
                </a:solidFill>
                <a:latin typeface="Courier New"/>
                <a:ea typeface="Courier New"/>
                <a:cs typeface="Courier New"/>
              </a:defRPr>
            </a:lvl6pPr>
            <a:lvl7pPr>
              <a:defRPr sz="1575" b="1">
                <a:solidFill>
                  <a:srgbClr val="007F83"/>
                </a:solidFill>
                <a:latin typeface="Courier New"/>
                <a:ea typeface="Courier New"/>
                <a:cs typeface="Courier New"/>
              </a:defRPr>
            </a:lvl7pPr>
            <a:lvl8pPr>
              <a:defRPr sz="1575" b="1">
                <a:solidFill>
                  <a:srgbClr val="007F83"/>
                </a:solidFill>
                <a:latin typeface="Courier New"/>
                <a:ea typeface="Courier New"/>
                <a:cs typeface="Courier New"/>
              </a:defRPr>
            </a:lvl8pPr>
            <a:lvl9pPr>
              <a:defRPr sz="1575" b="1">
                <a:solidFill>
                  <a:srgbClr val="007F83"/>
                </a:solidFill>
                <a:latin typeface="Courier New"/>
                <a:ea typeface="Courier New"/>
                <a:cs typeface="Courier New"/>
              </a:defRPr>
            </a:lvl9pPr>
          </a:lstStyle>
          <a:p xmlns:a="http://schemas.openxmlformats.org/drawingml/2006/main">
            <a:pPr>
              <a:defRPr sz="1575" b="1">
                <a:solidFill>
                  <a:srgbClr val="007F83"/>
                </a:solidFill>
                <a:latin typeface="Courier New"/>
                <a:ea typeface="Courier New"/>
                <a:cs typeface="Courier New"/>
              </a:defRPr>
            </a:pPr>
            <a:r>
              <a:rPr sz="1575" b="1">
                <a:solidFill>
                  <a:srgbClr val="007F83"/>
                </a:solidFill>
                <a:latin typeface="Courier New"/>
                <a:ea typeface="Courier New"/>
                <a:cs typeface="Courier New"/>
              </a:rPr>
              <a:t>| where trace_id = 'TRACE_ID'</a:t>
            </a:r>
          </a:p>
          <a:p xmlns:a="http://schemas.openxmlformats.org/drawingml/2006/main">
            <a:pPr>
              <a:defRPr sz="1575" b="1">
                <a:solidFill>
                  <a:srgbClr val="007F83"/>
                </a:solidFill>
                <a:latin typeface="Courier New"/>
                <a:ea typeface="Courier New"/>
                <a:cs typeface="Courier New"/>
              </a:defRPr>
            </a:pPr>
            <a:r>
              <a:rPr sz="1575" b="1">
                <a:solidFill>
                  <a:srgbClr val="007F83"/>
                </a:solidFill>
                <a:latin typeface="Courier New"/>
                <a:ea typeface="Courier New"/>
                <a:cs typeface="Courier New"/>
              </a:rPr>
              <a:t>| sort `@timestamp`, event_id</a:t>
            </a:r>
          </a:p>
          <a:p xmlns:a="http://schemas.openxmlformats.org/drawingml/2006/main">
            <a:pPr>
              <a:defRPr sz="1575" b="1">
                <a:solidFill>
                  <a:srgbClr val="007F83"/>
                </a:solidFill>
                <a:latin typeface="Courier New"/>
                <a:ea typeface="Courier New"/>
                <a:cs typeface="Courier New"/>
              </a:defRPr>
            </a:pPr>
            <a:r>
              <a:rPr sz="1575" b="1">
                <a:solidFill>
                  <a:srgbClr val="007F83"/>
                </a:solidFill>
                <a:latin typeface="Courier New"/>
                <a:ea typeface="Courier New"/>
                <a:cs typeface="Courier New"/>
              </a:rPr>
              <a:t>| fields `@timestamp`,</a:t>
            </a:r>
          </a:p>
          <a:p xmlns:a="http://schemas.openxmlformats.org/drawingml/2006/main">
            <a:pPr>
              <a:defRPr sz="1575" b="1">
                <a:solidFill>
                  <a:srgbClr val="007F83"/>
                </a:solidFill>
                <a:latin typeface="Courier New"/>
                <a:ea typeface="Courier New"/>
                <a:cs typeface="Courier New"/>
              </a:defRPr>
            </a:pPr>
            <a:r>
              <a:rPr sz="1575" b="1">
                <a:solidFill>
                  <a:srgbClr val="007F83"/>
                </a:solidFill>
                <a:latin typeface="Courier New"/>
                <a:ea typeface="Courier New"/>
                <a:cs typeface="Courier New"/>
              </a:rPr>
              <a:t>  service_name, level, message</a:t>
            </a:r>
          </a:p>
        </p:txBody>
      </p:sp>
      <p:sp>
        <p:nvSpPr>
          <p:cNvPr id="7" name="">
            <a:extLst xmlns:a="http://schemas.openxmlformats.org/drawingml/2006/main">
              <a:ext uri="{FF2B5EF4-FFF2-40B4-BE49-F238E27FC236}">
                <a16:creationId xmlns:a16="http://schemas.microsoft.com/office/drawing/2014/main" id="{392D2A24-C616-4EB9-A0E7-0F8E64692623}"/>
              </a:ext>
            </a:extLst>
          </p:cNvPr>
          <p:cNvSpPr>
            <a:spLocks xmlns:a="http://schemas.openxmlformats.org/drawingml/2006/main" noGrp="1"/>
          </p:cNvSpPr>
          <p:nvPr/>
        </p:nvSpPr>
        <p:spPr>
          <a:xfrm xmlns:a="http://schemas.openxmlformats.org/drawingml/2006/main">
            <a:off x="647700" y="5810250"/>
            <a:ext cx="10896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007F83"/>
                </a:solidFill>
                <a:latin typeface="Arial"/>
                <a:ea typeface="Arial"/>
                <a:cs typeface="Arial"/>
              </a:defRPr>
            </a:defPPr>
            <a:lvl1pPr>
              <a:defRPr sz="1800" b="1">
                <a:solidFill>
                  <a:srgbClr val="007F83"/>
                </a:solidFill>
                <a:latin typeface="Arial"/>
                <a:ea typeface="Arial"/>
                <a:cs typeface="Arial"/>
              </a:defRPr>
            </a:lvl1pPr>
            <a:lvl2pPr>
              <a:defRPr sz="1800" b="1">
                <a:solidFill>
                  <a:srgbClr val="007F83"/>
                </a:solidFill>
                <a:latin typeface="Arial"/>
                <a:ea typeface="Arial"/>
                <a:cs typeface="Arial"/>
              </a:defRPr>
            </a:lvl2pPr>
            <a:lvl3pPr>
              <a:defRPr sz="1800" b="1">
                <a:solidFill>
                  <a:srgbClr val="007F83"/>
                </a:solidFill>
                <a:latin typeface="Arial"/>
                <a:ea typeface="Arial"/>
                <a:cs typeface="Arial"/>
              </a:defRPr>
            </a:lvl3pPr>
            <a:lvl4pPr>
              <a:defRPr sz="1800" b="1">
                <a:solidFill>
                  <a:srgbClr val="007F83"/>
                </a:solidFill>
                <a:latin typeface="Arial"/>
                <a:ea typeface="Arial"/>
                <a:cs typeface="Arial"/>
              </a:defRPr>
            </a:lvl4pPr>
            <a:lvl5pPr>
              <a:defRPr sz="1800" b="1">
                <a:solidFill>
                  <a:srgbClr val="007F83"/>
                </a:solidFill>
                <a:latin typeface="Arial"/>
                <a:ea typeface="Arial"/>
                <a:cs typeface="Arial"/>
              </a:defRPr>
            </a:lvl5pPr>
            <a:lvl6pPr>
              <a:defRPr sz="1800" b="1">
                <a:solidFill>
                  <a:srgbClr val="007F83"/>
                </a:solidFill>
                <a:latin typeface="Arial"/>
                <a:ea typeface="Arial"/>
                <a:cs typeface="Arial"/>
              </a:defRPr>
            </a:lvl6pPr>
            <a:lvl7pPr>
              <a:defRPr sz="1800" b="1">
                <a:solidFill>
                  <a:srgbClr val="007F83"/>
                </a:solidFill>
                <a:latin typeface="Arial"/>
                <a:ea typeface="Arial"/>
                <a:cs typeface="Arial"/>
              </a:defRPr>
            </a:lvl7pPr>
            <a:lvl8pPr>
              <a:defRPr sz="1800" b="1">
                <a:solidFill>
                  <a:srgbClr val="007F83"/>
                </a:solidFill>
                <a:latin typeface="Arial"/>
                <a:ea typeface="Arial"/>
                <a:cs typeface="Arial"/>
              </a:defRPr>
            </a:lvl8pPr>
            <a:lvl9pPr>
              <a:defRPr sz="1800" b="1">
                <a:solidFill>
                  <a:srgbClr val="007F83"/>
                </a:solidFill>
                <a:latin typeface="Arial"/>
                <a:ea typeface="Arial"/>
                <a:cs typeface="Arial"/>
              </a:defRPr>
            </a:lvl9pPr>
          </a:lstStyle>
          <a:p xmlns:a="http://schemas.openxmlformats.org/drawingml/2006/main">
            <a:pPr>
              <a:defRPr sz="1800" b="1">
                <a:solidFill>
                  <a:srgbClr val="007F83"/>
                </a:solidFill>
                <a:latin typeface="Arial"/>
                <a:ea typeface="Arial"/>
                <a:cs typeface="Arial"/>
              </a:defRPr>
            </a:pPr>
            <a:r>
              <a:rPr sz="1800" b="1">
                <a:solidFill>
                  <a:srgbClr val="007F83"/>
                </a:solidFill>
                <a:latin typeface="Arial"/>
                <a:ea typeface="Arial"/>
                <a:cs typeface="Arial"/>
              </a:rPr>
              <a:t>Trace incelemesinde servis filtresi, diğer servislerdeki kayıtları gizleyebilir.</a:t>
            </a:r>
          </a:p>
        </p:txBody>
      </p:sp>
      <p:sp>
        <p:nvSpPr>
          <p:cNvPr id="8" name="">
            <a:extLst xmlns:a="http://schemas.openxmlformats.org/drawingml/2006/main">
              <a:ext uri="{FF2B5EF4-FFF2-40B4-BE49-F238E27FC236}">
                <a16:creationId xmlns:a16="http://schemas.microsoft.com/office/drawing/2014/main" id="{4A97CD2D-2D42-4798-BF74-B1117C18DCC1}"/>
              </a:ext>
            </a:extLst>
          </p:cNvPr>
          <p:cNvSpPr>
            <a:spLocks xmlns:a="http://schemas.openxmlformats.org/drawingml/2006/main" noGrp="1"/>
          </p:cNvSpPr>
          <p:nvPr/>
        </p:nvSpPr>
        <p:spPr>
          <a:xfrm xmlns:a="http://schemas.openxmlformats.org/drawingml/2006/main">
            <a:off x="10858500" y="6429375"/>
            <a:ext cx="714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0616A"/>
                </a:solidFill>
                <a:latin typeface="Arial"/>
                <a:ea typeface="Arial"/>
                <a:cs typeface="Arial"/>
              </a:defRPr>
            </a:defPPr>
            <a:lvl1pPr>
              <a:defRPr sz="1200" b="0">
                <a:solidFill>
                  <a:srgbClr val="50616A"/>
                </a:solidFill>
                <a:latin typeface="Arial"/>
                <a:ea typeface="Arial"/>
                <a:cs typeface="Arial"/>
              </a:defRPr>
            </a:lvl1pPr>
            <a:lvl2pPr>
              <a:defRPr sz="1200" b="0">
                <a:solidFill>
                  <a:srgbClr val="50616A"/>
                </a:solidFill>
                <a:latin typeface="Arial"/>
                <a:ea typeface="Arial"/>
                <a:cs typeface="Arial"/>
              </a:defRPr>
            </a:lvl2pPr>
            <a:lvl3pPr>
              <a:defRPr sz="1200" b="0">
                <a:solidFill>
                  <a:srgbClr val="50616A"/>
                </a:solidFill>
                <a:latin typeface="Arial"/>
                <a:ea typeface="Arial"/>
                <a:cs typeface="Arial"/>
              </a:defRPr>
            </a:lvl3pPr>
            <a:lvl4pPr>
              <a:defRPr sz="1200" b="0">
                <a:solidFill>
                  <a:srgbClr val="50616A"/>
                </a:solidFill>
                <a:latin typeface="Arial"/>
                <a:ea typeface="Arial"/>
                <a:cs typeface="Arial"/>
              </a:defRPr>
            </a:lvl4pPr>
            <a:lvl5pPr>
              <a:defRPr sz="1200" b="0">
                <a:solidFill>
                  <a:srgbClr val="50616A"/>
                </a:solidFill>
                <a:latin typeface="Arial"/>
                <a:ea typeface="Arial"/>
                <a:cs typeface="Arial"/>
              </a:defRPr>
            </a:lvl5pPr>
            <a:lvl6pPr>
              <a:defRPr sz="1200" b="0">
                <a:solidFill>
                  <a:srgbClr val="50616A"/>
                </a:solidFill>
                <a:latin typeface="Arial"/>
                <a:ea typeface="Arial"/>
                <a:cs typeface="Arial"/>
              </a:defRPr>
            </a:lvl6pPr>
            <a:lvl7pPr>
              <a:defRPr sz="1200" b="0">
                <a:solidFill>
                  <a:srgbClr val="50616A"/>
                </a:solidFill>
                <a:latin typeface="Arial"/>
                <a:ea typeface="Arial"/>
                <a:cs typeface="Arial"/>
              </a:defRPr>
            </a:lvl7pPr>
            <a:lvl8pPr>
              <a:defRPr sz="1200" b="0">
                <a:solidFill>
                  <a:srgbClr val="50616A"/>
                </a:solidFill>
                <a:latin typeface="Arial"/>
                <a:ea typeface="Arial"/>
                <a:cs typeface="Arial"/>
              </a:defRPr>
            </a:lvl8pPr>
            <a:lvl9pPr>
              <a:defRPr sz="1200" b="0">
                <a:solidFill>
                  <a:srgbClr val="50616A"/>
                </a:solidFill>
                <a:latin typeface="Arial"/>
                <a:ea typeface="Arial"/>
                <a:cs typeface="Arial"/>
              </a:defRPr>
            </a:lvl9pPr>
          </a:lstStyle>
          <a:p xmlns:a="http://schemas.openxmlformats.org/drawingml/2006/main">
            <a:pPr>
              <a:defRPr sz="1200" b="0">
                <a:solidFill>
                  <a:srgbClr val="50616A"/>
                </a:solidFill>
                <a:latin typeface="Arial"/>
                <a:ea typeface="Arial"/>
                <a:cs typeface="Arial"/>
              </a:defRPr>
            </a:pPr>
            <a:r>
              <a:rPr sz="1200" b="0">
                <a:solidFill>
                  <a:srgbClr val="50616A"/>
                </a:solidFill>
                <a:latin typeface="Arial"/>
                <a:ea typeface="Arial"/>
                <a:cs typeface="Arial"/>
              </a:rPr>
              <a:t>19 / 26</a:t>
            </a:r>
          </a:p>
        </p:txBody>
      </p:sp>
      <p:sp>
        <p:nvSpPr>
          <p:cNvPr id="9" name="">
            <a:extLst xmlns:a="http://schemas.openxmlformats.org/drawingml/2006/main">
              <a:ext uri="{FF2B5EF4-FFF2-40B4-BE49-F238E27FC236}">
                <a16:creationId xmlns:a16="http://schemas.microsoft.com/office/drawing/2014/main" id="{A0FE52DE-752E-44ED-9DFB-940281AF95F3}"/>
              </a:ext>
            </a:extLst>
          </p:cNvPr>
          <p:cNvSpPr>
            <a:spLocks xmlns:a="http://schemas.openxmlformats.org/drawingml/2006/main" noGrp="1"/>
          </p:cNvSpPr>
          <p:nvPr/>
        </p:nvSpPr>
        <p:spPr>
          <a:xfrm xmlns:a="http://schemas.openxmlformats.org/drawingml/2006/main">
            <a:off x="647700" y="6438900"/>
            <a:ext cx="98583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0616A"/>
                </a:solidFill>
                <a:latin typeface="Arial"/>
                <a:ea typeface="Arial"/>
                <a:cs typeface="Arial"/>
              </a:defRPr>
            </a:defPPr>
            <a:lvl1pPr>
              <a:defRPr sz="1050" b="0">
                <a:solidFill>
                  <a:srgbClr val="50616A"/>
                </a:solidFill>
                <a:latin typeface="Arial"/>
                <a:ea typeface="Arial"/>
                <a:cs typeface="Arial"/>
              </a:defRPr>
            </a:lvl1pPr>
            <a:lvl2pPr>
              <a:defRPr sz="1050" b="0">
                <a:solidFill>
                  <a:srgbClr val="50616A"/>
                </a:solidFill>
                <a:latin typeface="Arial"/>
                <a:ea typeface="Arial"/>
                <a:cs typeface="Arial"/>
              </a:defRPr>
            </a:lvl2pPr>
            <a:lvl3pPr>
              <a:defRPr sz="1050" b="0">
                <a:solidFill>
                  <a:srgbClr val="50616A"/>
                </a:solidFill>
                <a:latin typeface="Arial"/>
                <a:ea typeface="Arial"/>
                <a:cs typeface="Arial"/>
              </a:defRPr>
            </a:lvl3pPr>
            <a:lvl4pPr>
              <a:defRPr sz="1050" b="0">
                <a:solidFill>
                  <a:srgbClr val="50616A"/>
                </a:solidFill>
                <a:latin typeface="Arial"/>
                <a:ea typeface="Arial"/>
                <a:cs typeface="Arial"/>
              </a:defRPr>
            </a:lvl4pPr>
            <a:lvl5pPr>
              <a:defRPr sz="1050" b="0">
                <a:solidFill>
                  <a:srgbClr val="50616A"/>
                </a:solidFill>
                <a:latin typeface="Arial"/>
                <a:ea typeface="Arial"/>
                <a:cs typeface="Arial"/>
              </a:defRPr>
            </a:lvl5pPr>
            <a:lvl6pPr>
              <a:defRPr sz="1050" b="0">
                <a:solidFill>
                  <a:srgbClr val="50616A"/>
                </a:solidFill>
                <a:latin typeface="Arial"/>
                <a:ea typeface="Arial"/>
                <a:cs typeface="Arial"/>
              </a:defRPr>
            </a:lvl6pPr>
            <a:lvl7pPr>
              <a:defRPr sz="1050" b="0">
                <a:solidFill>
                  <a:srgbClr val="50616A"/>
                </a:solidFill>
                <a:latin typeface="Arial"/>
                <a:ea typeface="Arial"/>
                <a:cs typeface="Arial"/>
              </a:defRPr>
            </a:lvl7pPr>
            <a:lvl8pPr>
              <a:defRPr sz="1050" b="0">
                <a:solidFill>
                  <a:srgbClr val="50616A"/>
                </a:solidFill>
                <a:latin typeface="Arial"/>
                <a:ea typeface="Arial"/>
                <a:cs typeface="Arial"/>
              </a:defRPr>
            </a:lvl8pPr>
            <a:lvl9pPr>
              <a:defRPr sz="1050" b="0">
                <a:solidFill>
                  <a:srgbClr val="50616A"/>
                </a:solidFill>
                <a:latin typeface="Arial"/>
                <a:ea typeface="Arial"/>
                <a:cs typeface="Arial"/>
              </a:defRPr>
            </a:lvl9pPr>
          </a:lstStyle>
          <a:p xmlns:a="http://schemas.openxmlformats.org/drawingml/2006/main">
            <a:pPr>
              <a:defRPr sz="1050" b="0">
                <a:solidFill>
                  <a:srgbClr val="50616A"/>
                </a:solidFill>
                <a:latin typeface="Arial"/>
                <a:ea typeface="Arial"/>
                <a:cs typeface="Arial"/>
              </a:defRPr>
            </a:pPr>
            <a:r>
              <a:rPr sz="1050">
                <a:solidFill>
                  <a:srgbClr val="50616A"/>
                </a:solidFill>
                <a:latin typeface="Arial"/>
                <a:ea typeface="Arial"/>
                <a:cs typeface="Arial"/>
              </a:rPr>
              <a:t>Kaynaklar: </a:t>
            </a:r>
            <a:r>
              <a:rPr sz="1050">
                <a:solidFill>
                  <a:srgbClr val="50616A"/>
                </a:solidFill>
                <a:latin typeface="Arial"/>
                <a:ea typeface="Arial"/>
                <a:cs typeface="Arial"/>
                <a:hlinkClick xmlns:r="http://schemas.openxmlformats.org/officeDocument/2006/relationships" r:id="R99054ac3206c4af5"/>
              </a:rPr>
              <a:t>S06  </a:t>
            </a:r>
            <a:r>
              <a:rPr sz="1050">
                <a:solidFill>
                  <a:srgbClr val="50616A"/>
                </a:solidFill>
                <a:latin typeface="Arial"/>
                <a:ea typeface="Arial"/>
                <a:cs typeface="Arial"/>
                <a:hlinkClick xmlns:r="http://schemas.openxmlformats.org/officeDocument/2006/relationships" r:id="R32e05f00daab43c8"/>
              </a:rPr>
              <a:t>S07  </a:t>
            </a:r>
            <a:r>
              <a:rPr sz="1050">
                <a:solidFill>
                  <a:srgbClr val="50616A"/>
                </a:solidFill>
                <a:latin typeface="Arial"/>
                <a:ea typeface="Arial"/>
                <a:cs typeface="Arial"/>
                <a:hlinkClick xmlns:r="http://schemas.openxmlformats.org/officeDocument/2006/relationships" r:id="R900149562a7f4863"/>
              </a:rPr>
              <a:t>S19  </a:t>
            </a:r>
          </a:p>
        </p:txBody>
      </p:sp>
    </p:spTree>
    <p:extLst>
      <p:ext uri="{BB962C8B-B14F-4D97-AF65-F5344CB8AC3E}">
        <p14:creationId xmlns:p14="http://schemas.microsoft.com/office/powerpoint/2010/main" val="1081048915"/>
      </p:ext>
    </p:extLst>
  </p:cSld>
</p:sld>
</file>

<file path=ppt/slides/slide20.xml><?xml version="1.0" encoding="utf-8"?>
<p:sld xmlns:p="http://schemas.openxmlformats.org/presentationml/2006/main">
  <p:cSld>
    <p:bg>
      <p:bgPr>
        <a:solidFill xmlns:a="http://schemas.openxmlformats.org/drawingml/2006/main">
          <a:srgbClr val="F5F4F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962B96D-462C-4528-ADE7-ABFDED714CDC}"/>
              </a:ext>
            </a:extLst>
          </p:cNvPr>
          <p:cNvSpPr>
            <a:spLocks xmlns:a="http://schemas.openxmlformats.org/drawingml/2006/main" noGrp="1"/>
          </p:cNvSpPr>
          <p:nvPr/>
        </p:nvSpPr>
        <p:spPr>
          <a:xfrm xmlns:a="http://schemas.openxmlformats.org/drawingml/2006/main">
            <a:off x="647700" y="49530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52E3D"/>
                </a:solidFill>
                <a:latin typeface="Arial"/>
                <a:ea typeface="Arial"/>
                <a:cs typeface="Arial"/>
              </a:defRPr>
            </a:defPPr>
            <a:lvl1pPr>
              <a:defRPr sz="3300" b="1">
                <a:solidFill>
                  <a:srgbClr val="152E3D"/>
                </a:solidFill>
                <a:latin typeface="Arial"/>
                <a:ea typeface="Arial"/>
                <a:cs typeface="Arial"/>
              </a:defRPr>
            </a:lvl1pPr>
            <a:lvl2pPr>
              <a:defRPr sz="3300" b="1">
                <a:solidFill>
                  <a:srgbClr val="152E3D"/>
                </a:solidFill>
                <a:latin typeface="Arial"/>
                <a:ea typeface="Arial"/>
                <a:cs typeface="Arial"/>
              </a:defRPr>
            </a:lvl2pPr>
            <a:lvl3pPr>
              <a:defRPr sz="3300" b="1">
                <a:solidFill>
                  <a:srgbClr val="152E3D"/>
                </a:solidFill>
                <a:latin typeface="Arial"/>
                <a:ea typeface="Arial"/>
                <a:cs typeface="Arial"/>
              </a:defRPr>
            </a:lvl3pPr>
            <a:lvl4pPr>
              <a:defRPr sz="3300" b="1">
                <a:solidFill>
                  <a:srgbClr val="152E3D"/>
                </a:solidFill>
                <a:latin typeface="Arial"/>
                <a:ea typeface="Arial"/>
                <a:cs typeface="Arial"/>
              </a:defRPr>
            </a:lvl4pPr>
            <a:lvl5pPr>
              <a:defRPr sz="3300" b="1">
                <a:solidFill>
                  <a:srgbClr val="152E3D"/>
                </a:solidFill>
                <a:latin typeface="Arial"/>
                <a:ea typeface="Arial"/>
                <a:cs typeface="Arial"/>
              </a:defRPr>
            </a:lvl5pPr>
            <a:lvl6pPr>
              <a:defRPr sz="3300" b="1">
                <a:solidFill>
                  <a:srgbClr val="152E3D"/>
                </a:solidFill>
                <a:latin typeface="Arial"/>
                <a:ea typeface="Arial"/>
                <a:cs typeface="Arial"/>
              </a:defRPr>
            </a:lvl6pPr>
            <a:lvl7pPr>
              <a:defRPr sz="3300" b="1">
                <a:solidFill>
                  <a:srgbClr val="152E3D"/>
                </a:solidFill>
                <a:latin typeface="Arial"/>
                <a:ea typeface="Arial"/>
                <a:cs typeface="Arial"/>
              </a:defRPr>
            </a:lvl7pPr>
            <a:lvl8pPr>
              <a:defRPr sz="3300" b="1">
                <a:solidFill>
                  <a:srgbClr val="152E3D"/>
                </a:solidFill>
                <a:latin typeface="Arial"/>
                <a:ea typeface="Arial"/>
                <a:cs typeface="Arial"/>
              </a:defRPr>
            </a:lvl8pPr>
            <a:lvl9pPr>
              <a:defRPr sz="3300" b="1">
                <a:solidFill>
                  <a:srgbClr val="152E3D"/>
                </a:solidFill>
                <a:latin typeface="Arial"/>
                <a:ea typeface="Arial"/>
                <a:cs typeface="Arial"/>
              </a:defRPr>
            </a:lvl9pPr>
          </a:lstStyle>
          <a:p xmlns:a="http://schemas.openxmlformats.org/drawingml/2006/main">
            <a:pPr>
              <a:defRPr sz="3300" b="1">
                <a:solidFill>
                  <a:srgbClr val="152E3D"/>
                </a:solidFill>
                <a:latin typeface="Arial"/>
                <a:ea typeface="Arial"/>
                <a:cs typeface="Arial"/>
              </a:defRPr>
            </a:pPr>
            <a:r>
              <a:rPr sz="3300" b="1">
                <a:solidFill>
                  <a:srgbClr val="152E3D"/>
                </a:solidFill>
                <a:latin typeface="Arial"/>
                <a:ea typeface="Arial"/>
                <a:cs typeface="Arial"/>
              </a:rPr>
              <a:t>Ek D · API çağrıları ve yanıt kontrolü</a:t>
            </a:r>
          </a:p>
        </p:txBody>
      </p:sp>
      <p:sp>
        <p:nvSpPr>
          <p:cNvPr id="2" name="">
            <a:extLst xmlns:a="http://schemas.openxmlformats.org/drawingml/2006/main">
              <a:ext uri="{FF2B5EF4-FFF2-40B4-BE49-F238E27FC236}">
                <a16:creationId xmlns:a16="http://schemas.microsoft.com/office/drawing/2014/main" id="{B1C60253-A4EF-4247-AD00-E417B74466C2}"/>
              </a:ext>
            </a:extLst>
          </p:cNvPr>
          <p:cNvSpPr>
            <a:spLocks xmlns:a="http://schemas.openxmlformats.org/drawingml/2006/main" noGrp="1"/>
          </p:cNvSpPr>
          <p:nvPr/>
        </p:nvSpPr>
        <p:spPr>
          <a:xfrm xmlns:a="http://schemas.openxmlformats.org/drawingml/2006/main">
            <a:off x="647700" y="1314450"/>
            <a:ext cx="10896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50616A"/>
                </a:solidFill>
                <a:latin typeface="Arial"/>
                <a:ea typeface="Arial"/>
                <a:cs typeface="Arial"/>
              </a:defRPr>
            </a:defPPr>
            <a:lvl1pPr>
              <a:defRPr sz="1875" b="0">
                <a:solidFill>
                  <a:srgbClr val="50616A"/>
                </a:solidFill>
                <a:latin typeface="Arial"/>
                <a:ea typeface="Arial"/>
                <a:cs typeface="Arial"/>
              </a:defRPr>
            </a:lvl1pPr>
            <a:lvl2pPr>
              <a:defRPr sz="1875" b="0">
                <a:solidFill>
                  <a:srgbClr val="50616A"/>
                </a:solidFill>
                <a:latin typeface="Arial"/>
                <a:ea typeface="Arial"/>
                <a:cs typeface="Arial"/>
              </a:defRPr>
            </a:lvl2pPr>
            <a:lvl3pPr>
              <a:defRPr sz="1875" b="0">
                <a:solidFill>
                  <a:srgbClr val="50616A"/>
                </a:solidFill>
                <a:latin typeface="Arial"/>
                <a:ea typeface="Arial"/>
                <a:cs typeface="Arial"/>
              </a:defRPr>
            </a:lvl3pPr>
            <a:lvl4pPr>
              <a:defRPr sz="1875" b="0">
                <a:solidFill>
                  <a:srgbClr val="50616A"/>
                </a:solidFill>
                <a:latin typeface="Arial"/>
                <a:ea typeface="Arial"/>
                <a:cs typeface="Arial"/>
              </a:defRPr>
            </a:lvl4pPr>
            <a:lvl5pPr>
              <a:defRPr sz="1875" b="0">
                <a:solidFill>
                  <a:srgbClr val="50616A"/>
                </a:solidFill>
                <a:latin typeface="Arial"/>
                <a:ea typeface="Arial"/>
                <a:cs typeface="Arial"/>
              </a:defRPr>
            </a:lvl5pPr>
            <a:lvl6pPr>
              <a:defRPr sz="1875" b="0">
                <a:solidFill>
                  <a:srgbClr val="50616A"/>
                </a:solidFill>
                <a:latin typeface="Arial"/>
                <a:ea typeface="Arial"/>
                <a:cs typeface="Arial"/>
              </a:defRPr>
            </a:lvl6pPr>
            <a:lvl7pPr>
              <a:defRPr sz="1875" b="0">
                <a:solidFill>
                  <a:srgbClr val="50616A"/>
                </a:solidFill>
                <a:latin typeface="Arial"/>
                <a:ea typeface="Arial"/>
                <a:cs typeface="Arial"/>
              </a:defRPr>
            </a:lvl7pPr>
            <a:lvl8pPr>
              <a:defRPr sz="1875" b="0">
                <a:solidFill>
                  <a:srgbClr val="50616A"/>
                </a:solidFill>
                <a:latin typeface="Arial"/>
                <a:ea typeface="Arial"/>
                <a:cs typeface="Arial"/>
              </a:defRPr>
            </a:lvl8pPr>
            <a:lvl9pPr>
              <a:defRPr sz="1875" b="0">
                <a:solidFill>
                  <a:srgbClr val="50616A"/>
                </a:solidFill>
                <a:latin typeface="Arial"/>
                <a:ea typeface="Arial"/>
                <a:cs typeface="Arial"/>
              </a:defRPr>
            </a:lvl9pPr>
          </a:lstStyle>
          <a:p xmlns:a="http://schemas.openxmlformats.org/drawingml/2006/main">
            <a:pPr>
              <a:defRPr sz="1875" b="0">
                <a:solidFill>
                  <a:srgbClr val="50616A"/>
                </a:solidFill>
                <a:latin typeface="Arial"/>
                <a:ea typeface="Arial"/>
                <a:cs typeface="Arial"/>
              </a:defRPr>
            </a:pPr>
            <a:r>
              <a:rPr sz="1875" b="0">
                <a:solidFill>
                  <a:srgbClr val="50616A"/>
                </a:solidFill>
                <a:latin typeface="Arial"/>
                <a:ea typeface="Arial"/>
                <a:cs typeface="Arial"/>
              </a:rPr>
              <a:t>Örnek: HTTP Basic etkin test ortamı. OS_URL, kullanıcı ve parola ortamdan gelir.</a:t>
            </a:r>
          </a:p>
        </p:txBody>
      </p:sp>
      <p:sp>
        <p:nvSpPr>
          <p:cNvPr id="3" name="">
            <a:extLst xmlns:a="http://schemas.openxmlformats.org/drawingml/2006/main">
              <a:ext uri="{FF2B5EF4-FFF2-40B4-BE49-F238E27FC236}">
                <a16:creationId xmlns:a16="http://schemas.microsoft.com/office/drawing/2014/main" id="{6B219799-C5A2-4444-A073-D4A17398D451}"/>
              </a:ext>
            </a:extLst>
          </p:cNvPr>
          <p:cNvSpPr>
            <a:spLocks xmlns:a="http://schemas.openxmlformats.org/drawingml/2006/main" noGrp="1"/>
          </p:cNvSpPr>
          <p:nvPr/>
        </p:nvSpPr>
        <p:spPr>
          <a:xfrm xmlns:a="http://schemas.openxmlformats.org/drawingml/2006/main">
            <a:off x="647700" y="2028825"/>
            <a:ext cx="1089660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725" b="1">
                <a:solidFill>
                  <a:srgbClr val="007F83"/>
                </a:solidFill>
                <a:latin typeface="Courier New"/>
                <a:ea typeface="Courier New"/>
                <a:cs typeface="Courier New"/>
              </a:defRPr>
            </a:defPPr>
            <a:lvl1pPr>
              <a:defRPr sz="1725" b="1">
                <a:solidFill>
                  <a:srgbClr val="007F83"/>
                </a:solidFill>
                <a:latin typeface="Courier New"/>
                <a:ea typeface="Courier New"/>
                <a:cs typeface="Courier New"/>
              </a:defRPr>
            </a:lvl1pPr>
            <a:lvl2pPr>
              <a:defRPr sz="1725" b="1">
                <a:solidFill>
                  <a:srgbClr val="007F83"/>
                </a:solidFill>
                <a:latin typeface="Courier New"/>
                <a:ea typeface="Courier New"/>
                <a:cs typeface="Courier New"/>
              </a:defRPr>
            </a:lvl2pPr>
            <a:lvl3pPr>
              <a:defRPr sz="1725" b="1">
                <a:solidFill>
                  <a:srgbClr val="007F83"/>
                </a:solidFill>
                <a:latin typeface="Courier New"/>
                <a:ea typeface="Courier New"/>
                <a:cs typeface="Courier New"/>
              </a:defRPr>
            </a:lvl3pPr>
            <a:lvl4pPr>
              <a:defRPr sz="1725" b="1">
                <a:solidFill>
                  <a:srgbClr val="007F83"/>
                </a:solidFill>
                <a:latin typeface="Courier New"/>
                <a:ea typeface="Courier New"/>
                <a:cs typeface="Courier New"/>
              </a:defRPr>
            </a:lvl4pPr>
            <a:lvl5pPr>
              <a:defRPr sz="1725" b="1">
                <a:solidFill>
                  <a:srgbClr val="007F83"/>
                </a:solidFill>
                <a:latin typeface="Courier New"/>
                <a:ea typeface="Courier New"/>
                <a:cs typeface="Courier New"/>
              </a:defRPr>
            </a:lvl5pPr>
            <a:lvl6pPr>
              <a:defRPr sz="1725" b="1">
                <a:solidFill>
                  <a:srgbClr val="007F83"/>
                </a:solidFill>
                <a:latin typeface="Courier New"/>
                <a:ea typeface="Courier New"/>
                <a:cs typeface="Courier New"/>
              </a:defRPr>
            </a:lvl6pPr>
            <a:lvl7pPr>
              <a:defRPr sz="1725" b="1">
                <a:solidFill>
                  <a:srgbClr val="007F83"/>
                </a:solidFill>
                <a:latin typeface="Courier New"/>
                <a:ea typeface="Courier New"/>
                <a:cs typeface="Courier New"/>
              </a:defRPr>
            </a:lvl7pPr>
            <a:lvl8pPr>
              <a:defRPr sz="1725" b="1">
                <a:solidFill>
                  <a:srgbClr val="007F83"/>
                </a:solidFill>
                <a:latin typeface="Courier New"/>
                <a:ea typeface="Courier New"/>
                <a:cs typeface="Courier New"/>
              </a:defRPr>
            </a:lvl8pPr>
            <a:lvl9pPr>
              <a:defRPr sz="1725" b="1">
                <a:solidFill>
                  <a:srgbClr val="007F83"/>
                </a:solidFill>
                <a:latin typeface="Courier New"/>
                <a:ea typeface="Courier New"/>
                <a:cs typeface="Courier New"/>
              </a:defRPr>
            </a:lvl9pPr>
          </a:lstStyle>
          <a:p xmlns:a="http://schemas.openxmlformats.org/drawingml/2006/main">
            <a:pPr>
              <a:defRPr sz="1725" b="1">
                <a:solidFill>
                  <a:srgbClr val="007F83"/>
                </a:solidFill>
                <a:latin typeface="Courier New"/>
                <a:ea typeface="Courier New"/>
                <a:cs typeface="Courier New"/>
              </a:defRPr>
            </a:pPr>
            <a:r>
              <a:rPr sz="1725" b="1">
                <a:solidFill>
                  <a:srgbClr val="007F83"/>
                </a:solidFill>
                <a:latin typeface="Courier New"/>
                <a:ea typeface="Courier New"/>
                <a:cs typeface="Courier New"/>
              </a:rPr>
              <a:t>curl --user "$OS_USER:$OS_PASSWORD" \</a:t>
            </a:r>
          </a:p>
          <a:p xmlns:a="http://schemas.openxmlformats.org/drawingml/2006/main">
            <a:pPr>
              <a:defRPr sz="1725" b="1">
                <a:solidFill>
                  <a:srgbClr val="007F83"/>
                </a:solidFill>
                <a:latin typeface="Courier New"/>
                <a:ea typeface="Courier New"/>
                <a:cs typeface="Courier New"/>
              </a:defRPr>
            </a:pPr>
            <a:r>
              <a:rPr sz="1725" b="1">
                <a:solidFill>
                  <a:srgbClr val="007F83"/>
                </a:solidFill>
                <a:latin typeface="Courier New"/>
                <a:ea typeface="Courier New"/>
                <a:cs typeface="Courier New"/>
              </a:rPr>
              <a:t>  -H 'Content-Type: application/json' \</a:t>
            </a:r>
          </a:p>
          <a:p xmlns:a="http://schemas.openxmlformats.org/drawingml/2006/main">
            <a:pPr>
              <a:defRPr sz="1725" b="1">
                <a:solidFill>
                  <a:srgbClr val="007F83"/>
                </a:solidFill>
                <a:latin typeface="Courier New"/>
                <a:ea typeface="Courier New"/>
                <a:cs typeface="Courier New"/>
              </a:defRPr>
            </a:pPr>
            <a:r>
              <a:rPr sz="1725" b="1">
                <a:solidFill>
                  <a:srgbClr val="007F83"/>
                </a:solidFill>
                <a:latin typeface="Courier New"/>
                <a:ea typeface="Courier New"/>
                <a:cs typeface="Courier New"/>
              </a:rPr>
              <a:t>  "$OS_URL/logs_demo/_search" -d '{</a:t>
            </a:r>
          </a:p>
          <a:p xmlns:a="http://schemas.openxmlformats.org/drawingml/2006/main">
            <a:pPr>
              <a:defRPr sz="1725" b="1">
                <a:solidFill>
                  <a:srgbClr val="007F83"/>
                </a:solidFill>
                <a:latin typeface="Courier New"/>
                <a:ea typeface="Courier New"/>
                <a:cs typeface="Courier New"/>
              </a:defRPr>
            </a:pPr>
            <a:r>
              <a:rPr sz="1725" b="1">
                <a:solidFill>
                  <a:srgbClr val="007F83"/>
                </a:solidFill>
                <a:latin typeface="Courier New"/>
                <a:ea typeface="Courier New"/>
                <a:cs typeface="Courier New"/>
              </a:rPr>
              <a:t>    "size":1,"query":{"term":{"event_id":"evt-011"}}</a:t>
            </a:r>
          </a:p>
          <a:p xmlns:a="http://schemas.openxmlformats.org/drawingml/2006/main">
            <a:pPr>
              <a:defRPr sz="1725" b="1">
                <a:solidFill>
                  <a:srgbClr val="007F83"/>
                </a:solidFill>
                <a:latin typeface="Courier New"/>
                <a:ea typeface="Courier New"/>
                <a:cs typeface="Courier New"/>
              </a:defRPr>
            </a:pPr>
            <a:r>
              <a:rPr sz="1725" b="1">
                <a:solidFill>
                  <a:srgbClr val="007F83"/>
                </a:solidFill>
                <a:latin typeface="Courier New"/>
                <a:ea typeface="Courier New"/>
                <a:cs typeface="Courier New"/>
              </a:rPr>
              <a:t>  }'</a:t>
            </a:r>
          </a:p>
          <a:p xmlns:a="http://schemas.openxmlformats.org/drawingml/2006/main">
            <a:r>
              <a:t/>
            </a:r>
          </a:p>
          <a:p xmlns:a="http://schemas.openxmlformats.org/drawingml/2006/main">
            <a:pPr>
              <a:defRPr sz="1725" b="1">
                <a:solidFill>
                  <a:srgbClr val="007F83"/>
                </a:solidFill>
                <a:latin typeface="Courier New"/>
                <a:ea typeface="Courier New"/>
                <a:cs typeface="Courier New"/>
              </a:defRPr>
            </a:pPr>
            <a:r>
              <a:rPr sz="1725" b="1">
                <a:solidFill>
                  <a:srgbClr val="007F83"/>
                </a:solidFill>
                <a:latin typeface="Courier New"/>
                <a:ea typeface="Courier New"/>
                <a:cs typeface="Courier New"/>
              </a:rPr>
              <a:t>curl --user "$OS_USER:$OS_PASSWORD" \</a:t>
            </a:r>
          </a:p>
          <a:p xmlns:a="http://schemas.openxmlformats.org/drawingml/2006/main">
            <a:pPr>
              <a:defRPr sz="1725" b="1">
                <a:solidFill>
                  <a:srgbClr val="007F83"/>
                </a:solidFill>
                <a:latin typeface="Courier New"/>
                <a:ea typeface="Courier New"/>
                <a:cs typeface="Courier New"/>
              </a:defRPr>
            </a:pPr>
            <a:r>
              <a:rPr sz="1725" b="1">
                <a:solidFill>
                  <a:srgbClr val="007F83"/>
                </a:solidFill>
                <a:latin typeface="Courier New"/>
                <a:ea typeface="Courier New"/>
                <a:cs typeface="Courier New"/>
              </a:rPr>
              <a:t>  -H 'Content-Type: application/json' \</a:t>
            </a:r>
          </a:p>
          <a:p xmlns:a="http://schemas.openxmlformats.org/drawingml/2006/main">
            <a:pPr>
              <a:defRPr sz="1725" b="1">
                <a:solidFill>
                  <a:srgbClr val="007F83"/>
                </a:solidFill>
                <a:latin typeface="Courier New"/>
                <a:ea typeface="Courier New"/>
                <a:cs typeface="Courier New"/>
              </a:defRPr>
            </a:pPr>
            <a:r>
              <a:rPr sz="1725" b="1">
                <a:solidFill>
                  <a:srgbClr val="007F83"/>
                </a:solidFill>
                <a:latin typeface="Courier New"/>
                <a:ea typeface="Courier New"/>
                <a:cs typeface="Courier New"/>
              </a:rPr>
              <a:t>  "$OS_URL/_plugins/_ppl" -d '{</a:t>
            </a:r>
          </a:p>
          <a:p xmlns:a="http://schemas.openxmlformats.org/drawingml/2006/main">
            <a:pPr>
              <a:defRPr sz="1725" b="1">
                <a:solidFill>
                  <a:srgbClr val="007F83"/>
                </a:solidFill>
                <a:latin typeface="Courier New"/>
                <a:ea typeface="Courier New"/>
                <a:cs typeface="Courier New"/>
              </a:defRPr>
            </a:pPr>
            <a:r>
              <a:rPr sz="1725" b="1">
                <a:solidFill>
                  <a:srgbClr val="007F83"/>
                </a:solidFill>
                <a:latin typeface="Courier New"/>
                <a:ea typeface="Courier New"/>
                <a:cs typeface="Courier New"/>
              </a:rPr>
              <a:t>    "query":"source=logs_demo | head 20"</a:t>
            </a:r>
          </a:p>
          <a:p xmlns:a="http://schemas.openxmlformats.org/drawingml/2006/main">
            <a:pPr>
              <a:defRPr sz="1725" b="1">
                <a:solidFill>
                  <a:srgbClr val="007F83"/>
                </a:solidFill>
                <a:latin typeface="Courier New"/>
                <a:ea typeface="Courier New"/>
                <a:cs typeface="Courier New"/>
              </a:defRPr>
            </a:pPr>
            <a:r>
              <a:rPr sz="1725" b="1">
                <a:solidFill>
                  <a:srgbClr val="007F83"/>
                </a:solidFill>
                <a:latin typeface="Courier New"/>
                <a:ea typeface="Courier New"/>
                <a:cs typeface="Courier New"/>
              </a:rPr>
              <a:t>  }'</a:t>
            </a:r>
          </a:p>
        </p:txBody>
      </p:sp>
      <p:sp>
        <p:nvSpPr>
          <p:cNvPr id="4" name="">
            <a:extLst xmlns:a="http://schemas.openxmlformats.org/drawingml/2006/main">
              <a:ext uri="{FF2B5EF4-FFF2-40B4-BE49-F238E27FC236}">
                <a16:creationId xmlns:a16="http://schemas.microsoft.com/office/drawing/2014/main" id="{8FB1F166-4449-420F-B786-BCB13C4CD1CF}"/>
              </a:ext>
            </a:extLst>
          </p:cNvPr>
          <p:cNvSpPr>
            <a:spLocks xmlns:a="http://schemas.openxmlformats.org/drawingml/2006/main" noGrp="1"/>
          </p:cNvSpPr>
          <p:nvPr/>
        </p:nvSpPr>
        <p:spPr>
          <a:xfrm xmlns:a="http://schemas.openxmlformats.org/drawingml/2006/main">
            <a:off x="647700" y="5410200"/>
            <a:ext cx="10896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50616A"/>
                </a:solidFill>
                <a:latin typeface="Arial"/>
                <a:ea typeface="Arial"/>
                <a:cs typeface="Arial"/>
              </a:defRPr>
            </a:defPPr>
            <a:lvl1pPr>
              <a:defRPr sz="1650" b="0">
                <a:solidFill>
                  <a:srgbClr val="50616A"/>
                </a:solidFill>
                <a:latin typeface="Arial"/>
                <a:ea typeface="Arial"/>
                <a:cs typeface="Arial"/>
              </a:defRPr>
            </a:lvl1pPr>
            <a:lvl2pPr>
              <a:defRPr sz="1650" b="0">
                <a:solidFill>
                  <a:srgbClr val="50616A"/>
                </a:solidFill>
                <a:latin typeface="Arial"/>
                <a:ea typeface="Arial"/>
                <a:cs typeface="Arial"/>
              </a:defRPr>
            </a:lvl2pPr>
            <a:lvl3pPr>
              <a:defRPr sz="1650" b="0">
                <a:solidFill>
                  <a:srgbClr val="50616A"/>
                </a:solidFill>
                <a:latin typeface="Arial"/>
                <a:ea typeface="Arial"/>
                <a:cs typeface="Arial"/>
              </a:defRPr>
            </a:lvl3pPr>
            <a:lvl4pPr>
              <a:defRPr sz="1650" b="0">
                <a:solidFill>
                  <a:srgbClr val="50616A"/>
                </a:solidFill>
                <a:latin typeface="Arial"/>
                <a:ea typeface="Arial"/>
                <a:cs typeface="Arial"/>
              </a:defRPr>
            </a:lvl4pPr>
            <a:lvl5pPr>
              <a:defRPr sz="1650" b="0">
                <a:solidFill>
                  <a:srgbClr val="50616A"/>
                </a:solidFill>
                <a:latin typeface="Arial"/>
                <a:ea typeface="Arial"/>
                <a:cs typeface="Arial"/>
              </a:defRPr>
            </a:lvl5pPr>
            <a:lvl6pPr>
              <a:defRPr sz="1650" b="0">
                <a:solidFill>
                  <a:srgbClr val="50616A"/>
                </a:solidFill>
                <a:latin typeface="Arial"/>
                <a:ea typeface="Arial"/>
                <a:cs typeface="Arial"/>
              </a:defRPr>
            </a:lvl6pPr>
            <a:lvl7pPr>
              <a:defRPr sz="1650" b="0">
                <a:solidFill>
                  <a:srgbClr val="50616A"/>
                </a:solidFill>
                <a:latin typeface="Arial"/>
                <a:ea typeface="Arial"/>
                <a:cs typeface="Arial"/>
              </a:defRPr>
            </a:lvl7pPr>
            <a:lvl8pPr>
              <a:defRPr sz="1650" b="0">
                <a:solidFill>
                  <a:srgbClr val="50616A"/>
                </a:solidFill>
                <a:latin typeface="Arial"/>
                <a:ea typeface="Arial"/>
                <a:cs typeface="Arial"/>
              </a:defRPr>
            </a:lvl8pPr>
            <a:lvl9pPr>
              <a:defRPr sz="1650" b="0">
                <a:solidFill>
                  <a:srgbClr val="50616A"/>
                </a:solidFill>
                <a:latin typeface="Arial"/>
                <a:ea typeface="Arial"/>
                <a:cs typeface="Arial"/>
              </a:defRPr>
            </a:lvl9pPr>
          </a:lstStyle>
          <a:p xmlns:a="http://schemas.openxmlformats.org/drawingml/2006/main">
            <a:pPr>
              <a:defRPr sz="1650" b="0">
                <a:solidFill>
                  <a:srgbClr val="50616A"/>
                </a:solidFill>
                <a:latin typeface="Arial"/>
                <a:ea typeface="Arial"/>
                <a:cs typeface="Arial"/>
              </a:defRPr>
            </a:pPr>
            <a:r>
              <a:rPr sz="1650" b="0">
                <a:solidFill>
                  <a:srgbClr val="50616A"/>
                </a:solidFill>
                <a:latin typeface="Arial"/>
                <a:ea typeface="Arial"/>
                <a:cs typeface="Arial"/>
              </a:rPr>
              <a:t>PPL planı: POST /_plugins/_ppl/_explain</a:t>
            </a:r>
          </a:p>
        </p:txBody>
      </p:sp>
      <p:sp>
        <p:nvSpPr>
          <p:cNvPr id="5" name="">
            <a:extLst xmlns:a="http://schemas.openxmlformats.org/drawingml/2006/main">
              <a:ext uri="{FF2B5EF4-FFF2-40B4-BE49-F238E27FC236}">
                <a16:creationId xmlns:a16="http://schemas.microsoft.com/office/drawing/2014/main" id="{F9F5E330-11A6-4DF2-ABB3-CE107C6A57AB}"/>
              </a:ext>
            </a:extLst>
          </p:cNvPr>
          <p:cNvSpPr>
            <a:spLocks xmlns:a="http://schemas.openxmlformats.org/drawingml/2006/main" noGrp="1"/>
          </p:cNvSpPr>
          <p:nvPr/>
        </p:nvSpPr>
        <p:spPr>
          <a:xfrm xmlns:a="http://schemas.openxmlformats.org/drawingml/2006/main">
            <a:off x="647700" y="5953125"/>
            <a:ext cx="10896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1">
                <a:solidFill>
                  <a:srgbClr val="007F83"/>
                </a:solidFill>
                <a:latin typeface="Arial"/>
                <a:ea typeface="Arial"/>
                <a:cs typeface="Arial"/>
              </a:defRPr>
            </a:defPPr>
            <a:lvl1pPr>
              <a:defRPr sz="1725" b="1">
                <a:solidFill>
                  <a:srgbClr val="007F83"/>
                </a:solidFill>
                <a:latin typeface="Arial"/>
                <a:ea typeface="Arial"/>
                <a:cs typeface="Arial"/>
              </a:defRPr>
            </a:lvl1pPr>
            <a:lvl2pPr>
              <a:defRPr sz="1725" b="1">
                <a:solidFill>
                  <a:srgbClr val="007F83"/>
                </a:solidFill>
                <a:latin typeface="Arial"/>
                <a:ea typeface="Arial"/>
                <a:cs typeface="Arial"/>
              </a:defRPr>
            </a:lvl2pPr>
            <a:lvl3pPr>
              <a:defRPr sz="1725" b="1">
                <a:solidFill>
                  <a:srgbClr val="007F83"/>
                </a:solidFill>
                <a:latin typeface="Arial"/>
                <a:ea typeface="Arial"/>
                <a:cs typeface="Arial"/>
              </a:defRPr>
            </a:lvl3pPr>
            <a:lvl4pPr>
              <a:defRPr sz="1725" b="1">
                <a:solidFill>
                  <a:srgbClr val="007F83"/>
                </a:solidFill>
                <a:latin typeface="Arial"/>
                <a:ea typeface="Arial"/>
                <a:cs typeface="Arial"/>
              </a:defRPr>
            </a:lvl4pPr>
            <a:lvl5pPr>
              <a:defRPr sz="1725" b="1">
                <a:solidFill>
                  <a:srgbClr val="007F83"/>
                </a:solidFill>
                <a:latin typeface="Arial"/>
                <a:ea typeface="Arial"/>
                <a:cs typeface="Arial"/>
              </a:defRPr>
            </a:lvl5pPr>
            <a:lvl6pPr>
              <a:defRPr sz="1725" b="1">
                <a:solidFill>
                  <a:srgbClr val="007F83"/>
                </a:solidFill>
                <a:latin typeface="Arial"/>
                <a:ea typeface="Arial"/>
                <a:cs typeface="Arial"/>
              </a:defRPr>
            </a:lvl6pPr>
            <a:lvl7pPr>
              <a:defRPr sz="1725" b="1">
                <a:solidFill>
                  <a:srgbClr val="007F83"/>
                </a:solidFill>
                <a:latin typeface="Arial"/>
                <a:ea typeface="Arial"/>
                <a:cs typeface="Arial"/>
              </a:defRPr>
            </a:lvl7pPr>
            <a:lvl8pPr>
              <a:defRPr sz="1725" b="1">
                <a:solidFill>
                  <a:srgbClr val="007F83"/>
                </a:solidFill>
                <a:latin typeface="Arial"/>
                <a:ea typeface="Arial"/>
                <a:cs typeface="Arial"/>
              </a:defRPr>
            </a:lvl8pPr>
            <a:lvl9pPr>
              <a:defRPr sz="1725" b="1">
                <a:solidFill>
                  <a:srgbClr val="007F83"/>
                </a:solidFill>
                <a:latin typeface="Arial"/>
                <a:ea typeface="Arial"/>
                <a:cs typeface="Arial"/>
              </a:defRPr>
            </a:lvl9pPr>
          </a:lstStyle>
          <a:p xmlns:a="http://schemas.openxmlformats.org/drawingml/2006/main">
            <a:pPr>
              <a:defRPr sz="1725" b="1">
                <a:solidFill>
                  <a:srgbClr val="007F83"/>
                </a:solidFill>
                <a:latin typeface="Arial"/>
                <a:ea typeface="Arial"/>
                <a:cs typeface="Arial"/>
              </a:defRPr>
            </a:pPr>
            <a:r>
              <a:rPr sz="1725" b="1">
                <a:solidFill>
                  <a:srgbClr val="007F83"/>
                </a:solidFill>
                <a:latin typeface="Arial"/>
                <a:ea typeface="Arial"/>
                <a:cs typeface="Arial"/>
              </a:rPr>
              <a:t>DSL: hits / aggregations. PPL: schema / datarows. Yanıt biçimleri farklıdır.</a:t>
            </a:r>
          </a:p>
        </p:txBody>
      </p:sp>
      <p:sp>
        <p:nvSpPr>
          <p:cNvPr id="6" name="">
            <a:extLst xmlns:a="http://schemas.openxmlformats.org/drawingml/2006/main">
              <a:ext uri="{FF2B5EF4-FFF2-40B4-BE49-F238E27FC236}">
                <a16:creationId xmlns:a16="http://schemas.microsoft.com/office/drawing/2014/main" id="{995B7B4E-97B8-4739-A402-CB10FB87B462}"/>
              </a:ext>
            </a:extLst>
          </p:cNvPr>
          <p:cNvSpPr>
            <a:spLocks xmlns:a="http://schemas.openxmlformats.org/drawingml/2006/main" noGrp="1"/>
          </p:cNvSpPr>
          <p:nvPr/>
        </p:nvSpPr>
        <p:spPr>
          <a:xfrm xmlns:a="http://schemas.openxmlformats.org/drawingml/2006/main">
            <a:off x="10858500" y="6429375"/>
            <a:ext cx="714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0616A"/>
                </a:solidFill>
                <a:latin typeface="Arial"/>
                <a:ea typeface="Arial"/>
                <a:cs typeface="Arial"/>
              </a:defRPr>
            </a:defPPr>
            <a:lvl1pPr>
              <a:defRPr sz="1200" b="0">
                <a:solidFill>
                  <a:srgbClr val="50616A"/>
                </a:solidFill>
                <a:latin typeface="Arial"/>
                <a:ea typeface="Arial"/>
                <a:cs typeface="Arial"/>
              </a:defRPr>
            </a:lvl1pPr>
            <a:lvl2pPr>
              <a:defRPr sz="1200" b="0">
                <a:solidFill>
                  <a:srgbClr val="50616A"/>
                </a:solidFill>
                <a:latin typeface="Arial"/>
                <a:ea typeface="Arial"/>
                <a:cs typeface="Arial"/>
              </a:defRPr>
            </a:lvl2pPr>
            <a:lvl3pPr>
              <a:defRPr sz="1200" b="0">
                <a:solidFill>
                  <a:srgbClr val="50616A"/>
                </a:solidFill>
                <a:latin typeface="Arial"/>
                <a:ea typeface="Arial"/>
                <a:cs typeface="Arial"/>
              </a:defRPr>
            </a:lvl3pPr>
            <a:lvl4pPr>
              <a:defRPr sz="1200" b="0">
                <a:solidFill>
                  <a:srgbClr val="50616A"/>
                </a:solidFill>
                <a:latin typeface="Arial"/>
                <a:ea typeface="Arial"/>
                <a:cs typeface="Arial"/>
              </a:defRPr>
            </a:lvl4pPr>
            <a:lvl5pPr>
              <a:defRPr sz="1200" b="0">
                <a:solidFill>
                  <a:srgbClr val="50616A"/>
                </a:solidFill>
                <a:latin typeface="Arial"/>
                <a:ea typeface="Arial"/>
                <a:cs typeface="Arial"/>
              </a:defRPr>
            </a:lvl5pPr>
            <a:lvl6pPr>
              <a:defRPr sz="1200" b="0">
                <a:solidFill>
                  <a:srgbClr val="50616A"/>
                </a:solidFill>
                <a:latin typeface="Arial"/>
                <a:ea typeface="Arial"/>
                <a:cs typeface="Arial"/>
              </a:defRPr>
            </a:lvl6pPr>
            <a:lvl7pPr>
              <a:defRPr sz="1200" b="0">
                <a:solidFill>
                  <a:srgbClr val="50616A"/>
                </a:solidFill>
                <a:latin typeface="Arial"/>
                <a:ea typeface="Arial"/>
                <a:cs typeface="Arial"/>
              </a:defRPr>
            </a:lvl7pPr>
            <a:lvl8pPr>
              <a:defRPr sz="1200" b="0">
                <a:solidFill>
                  <a:srgbClr val="50616A"/>
                </a:solidFill>
                <a:latin typeface="Arial"/>
                <a:ea typeface="Arial"/>
                <a:cs typeface="Arial"/>
              </a:defRPr>
            </a:lvl8pPr>
            <a:lvl9pPr>
              <a:defRPr sz="1200" b="0">
                <a:solidFill>
                  <a:srgbClr val="50616A"/>
                </a:solidFill>
                <a:latin typeface="Arial"/>
                <a:ea typeface="Arial"/>
                <a:cs typeface="Arial"/>
              </a:defRPr>
            </a:lvl9pPr>
          </a:lstStyle>
          <a:p xmlns:a="http://schemas.openxmlformats.org/drawingml/2006/main">
            <a:pPr>
              <a:defRPr sz="1200" b="0">
                <a:solidFill>
                  <a:srgbClr val="50616A"/>
                </a:solidFill>
                <a:latin typeface="Arial"/>
                <a:ea typeface="Arial"/>
                <a:cs typeface="Arial"/>
              </a:defRPr>
            </a:pPr>
            <a:r>
              <a:rPr sz="1200" b="0">
                <a:solidFill>
                  <a:srgbClr val="50616A"/>
                </a:solidFill>
                <a:latin typeface="Arial"/>
                <a:ea typeface="Arial"/>
                <a:cs typeface="Arial"/>
              </a:rPr>
              <a:t>20 / 26</a:t>
            </a:r>
          </a:p>
        </p:txBody>
      </p:sp>
      <p:sp>
        <p:nvSpPr>
          <p:cNvPr id="7" name="">
            <a:extLst xmlns:a="http://schemas.openxmlformats.org/drawingml/2006/main">
              <a:ext uri="{FF2B5EF4-FFF2-40B4-BE49-F238E27FC236}">
                <a16:creationId xmlns:a16="http://schemas.microsoft.com/office/drawing/2014/main" id="{CDF6A12C-7375-4C65-AAD4-36BD029EA26B}"/>
              </a:ext>
            </a:extLst>
          </p:cNvPr>
          <p:cNvSpPr>
            <a:spLocks xmlns:a="http://schemas.openxmlformats.org/drawingml/2006/main" noGrp="1"/>
          </p:cNvSpPr>
          <p:nvPr/>
        </p:nvSpPr>
        <p:spPr>
          <a:xfrm xmlns:a="http://schemas.openxmlformats.org/drawingml/2006/main">
            <a:off x="647700" y="6438900"/>
            <a:ext cx="98583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0616A"/>
                </a:solidFill>
                <a:latin typeface="Arial"/>
                <a:ea typeface="Arial"/>
                <a:cs typeface="Arial"/>
              </a:defRPr>
            </a:defPPr>
            <a:lvl1pPr>
              <a:defRPr sz="1050" b="0">
                <a:solidFill>
                  <a:srgbClr val="50616A"/>
                </a:solidFill>
                <a:latin typeface="Arial"/>
                <a:ea typeface="Arial"/>
                <a:cs typeface="Arial"/>
              </a:defRPr>
            </a:lvl1pPr>
            <a:lvl2pPr>
              <a:defRPr sz="1050" b="0">
                <a:solidFill>
                  <a:srgbClr val="50616A"/>
                </a:solidFill>
                <a:latin typeface="Arial"/>
                <a:ea typeface="Arial"/>
                <a:cs typeface="Arial"/>
              </a:defRPr>
            </a:lvl2pPr>
            <a:lvl3pPr>
              <a:defRPr sz="1050" b="0">
                <a:solidFill>
                  <a:srgbClr val="50616A"/>
                </a:solidFill>
                <a:latin typeface="Arial"/>
                <a:ea typeface="Arial"/>
                <a:cs typeface="Arial"/>
              </a:defRPr>
            </a:lvl3pPr>
            <a:lvl4pPr>
              <a:defRPr sz="1050" b="0">
                <a:solidFill>
                  <a:srgbClr val="50616A"/>
                </a:solidFill>
                <a:latin typeface="Arial"/>
                <a:ea typeface="Arial"/>
                <a:cs typeface="Arial"/>
              </a:defRPr>
            </a:lvl4pPr>
            <a:lvl5pPr>
              <a:defRPr sz="1050" b="0">
                <a:solidFill>
                  <a:srgbClr val="50616A"/>
                </a:solidFill>
                <a:latin typeface="Arial"/>
                <a:ea typeface="Arial"/>
                <a:cs typeface="Arial"/>
              </a:defRPr>
            </a:lvl5pPr>
            <a:lvl6pPr>
              <a:defRPr sz="1050" b="0">
                <a:solidFill>
                  <a:srgbClr val="50616A"/>
                </a:solidFill>
                <a:latin typeface="Arial"/>
                <a:ea typeface="Arial"/>
                <a:cs typeface="Arial"/>
              </a:defRPr>
            </a:lvl6pPr>
            <a:lvl7pPr>
              <a:defRPr sz="1050" b="0">
                <a:solidFill>
                  <a:srgbClr val="50616A"/>
                </a:solidFill>
                <a:latin typeface="Arial"/>
                <a:ea typeface="Arial"/>
                <a:cs typeface="Arial"/>
              </a:defRPr>
            </a:lvl7pPr>
            <a:lvl8pPr>
              <a:defRPr sz="1050" b="0">
                <a:solidFill>
                  <a:srgbClr val="50616A"/>
                </a:solidFill>
                <a:latin typeface="Arial"/>
                <a:ea typeface="Arial"/>
                <a:cs typeface="Arial"/>
              </a:defRPr>
            </a:lvl8pPr>
            <a:lvl9pPr>
              <a:defRPr sz="1050" b="0">
                <a:solidFill>
                  <a:srgbClr val="50616A"/>
                </a:solidFill>
                <a:latin typeface="Arial"/>
                <a:ea typeface="Arial"/>
                <a:cs typeface="Arial"/>
              </a:defRPr>
            </a:lvl9pPr>
          </a:lstStyle>
          <a:p xmlns:a="http://schemas.openxmlformats.org/drawingml/2006/main">
            <a:pPr>
              <a:defRPr sz="1050" b="0">
                <a:solidFill>
                  <a:srgbClr val="50616A"/>
                </a:solidFill>
                <a:latin typeface="Arial"/>
                <a:ea typeface="Arial"/>
                <a:cs typeface="Arial"/>
              </a:defRPr>
            </a:pPr>
            <a:r>
              <a:rPr sz="1050">
                <a:solidFill>
                  <a:srgbClr val="50616A"/>
                </a:solidFill>
                <a:latin typeface="Arial"/>
                <a:ea typeface="Arial"/>
                <a:cs typeface="Arial"/>
              </a:rPr>
              <a:t>Kaynaklar: </a:t>
            </a:r>
            <a:r>
              <a:rPr sz="1050">
                <a:solidFill>
                  <a:srgbClr val="50616A"/>
                </a:solidFill>
                <a:latin typeface="Arial"/>
                <a:ea typeface="Arial"/>
                <a:cs typeface="Arial"/>
                <a:hlinkClick xmlns:r="http://schemas.openxmlformats.org/officeDocument/2006/relationships" r:id="R3a95b73dc9a34ce2"/>
              </a:rPr>
              <a:t>S08  </a:t>
            </a:r>
            <a:r>
              <a:rPr sz="1050">
                <a:solidFill>
                  <a:srgbClr val="50616A"/>
                </a:solidFill>
                <a:latin typeface="Arial"/>
                <a:ea typeface="Arial"/>
                <a:cs typeface="Arial"/>
                <a:hlinkClick xmlns:r="http://schemas.openxmlformats.org/officeDocument/2006/relationships" r:id="R6ce9c93f4a85475b"/>
              </a:rPr>
              <a:t>S23  </a:t>
            </a:r>
            <a:r>
              <a:rPr sz="1050">
                <a:solidFill>
                  <a:srgbClr val="50616A"/>
                </a:solidFill>
                <a:latin typeface="Arial"/>
                <a:ea typeface="Arial"/>
                <a:cs typeface="Arial"/>
                <a:hlinkClick xmlns:r="http://schemas.openxmlformats.org/officeDocument/2006/relationships" r:id="Re69ce2c4bb4548b7"/>
              </a:rPr>
              <a:t>S30  </a:t>
            </a:r>
          </a:p>
        </p:txBody>
      </p:sp>
    </p:spTree>
    <p:extLst>
      <p:ext uri="{BB962C8B-B14F-4D97-AF65-F5344CB8AC3E}">
        <p14:creationId xmlns:p14="http://schemas.microsoft.com/office/powerpoint/2010/main" val="1671541828"/>
      </p:ext>
    </p:extLst>
  </p:cSld>
</p:sld>
</file>

<file path=ppt/slides/slide21.xml><?xml version="1.0" encoding="utf-8"?>
<p:sld xmlns:p="http://schemas.openxmlformats.org/presentationml/2006/main">
  <p:cSld>
    <p:bg>
      <p:bgPr>
        <a:solidFill xmlns:a="http://schemas.openxmlformats.org/drawingml/2006/main">
          <a:srgbClr val="F5F4F0"/>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2561678-576E-4658-9B7C-1BF8227DB525}"/>
              </a:ext>
            </a:extLst>
          </p:cNvPr>
          <p:cNvSpPr>
            <a:spLocks xmlns:a="http://schemas.openxmlformats.org/drawingml/2006/main" noGrp="1"/>
          </p:cNvSpPr>
          <p:nvPr/>
        </p:nvSpPr>
        <p:spPr>
          <a:xfrm xmlns:a="http://schemas.openxmlformats.org/drawingml/2006/main">
            <a:off x="647700" y="49530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52E3D"/>
                </a:solidFill>
                <a:latin typeface="Arial"/>
                <a:ea typeface="Arial"/>
                <a:cs typeface="Arial"/>
              </a:defRPr>
            </a:defPPr>
            <a:lvl1pPr>
              <a:defRPr sz="3300" b="1">
                <a:solidFill>
                  <a:srgbClr val="152E3D"/>
                </a:solidFill>
                <a:latin typeface="Arial"/>
                <a:ea typeface="Arial"/>
                <a:cs typeface="Arial"/>
              </a:defRPr>
            </a:lvl1pPr>
            <a:lvl2pPr>
              <a:defRPr sz="3300" b="1">
                <a:solidFill>
                  <a:srgbClr val="152E3D"/>
                </a:solidFill>
                <a:latin typeface="Arial"/>
                <a:ea typeface="Arial"/>
                <a:cs typeface="Arial"/>
              </a:defRPr>
            </a:lvl2pPr>
            <a:lvl3pPr>
              <a:defRPr sz="3300" b="1">
                <a:solidFill>
                  <a:srgbClr val="152E3D"/>
                </a:solidFill>
                <a:latin typeface="Arial"/>
                <a:ea typeface="Arial"/>
                <a:cs typeface="Arial"/>
              </a:defRPr>
            </a:lvl3pPr>
            <a:lvl4pPr>
              <a:defRPr sz="3300" b="1">
                <a:solidFill>
                  <a:srgbClr val="152E3D"/>
                </a:solidFill>
                <a:latin typeface="Arial"/>
                <a:ea typeface="Arial"/>
                <a:cs typeface="Arial"/>
              </a:defRPr>
            </a:lvl4pPr>
            <a:lvl5pPr>
              <a:defRPr sz="3300" b="1">
                <a:solidFill>
                  <a:srgbClr val="152E3D"/>
                </a:solidFill>
                <a:latin typeface="Arial"/>
                <a:ea typeface="Arial"/>
                <a:cs typeface="Arial"/>
              </a:defRPr>
            </a:lvl5pPr>
            <a:lvl6pPr>
              <a:defRPr sz="3300" b="1">
                <a:solidFill>
                  <a:srgbClr val="152E3D"/>
                </a:solidFill>
                <a:latin typeface="Arial"/>
                <a:ea typeface="Arial"/>
                <a:cs typeface="Arial"/>
              </a:defRPr>
            </a:lvl6pPr>
            <a:lvl7pPr>
              <a:defRPr sz="3300" b="1">
                <a:solidFill>
                  <a:srgbClr val="152E3D"/>
                </a:solidFill>
                <a:latin typeface="Arial"/>
                <a:ea typeface="Arial"/>
                <a:cs typeface="Arial"/>
              </a:defRPr>
            </a:lvl7pPr>
            <a:lvl8pPr>
              <a:defRPr sz="3300" b="1">
                <a:solidFill>
                  <a:srgbClr val="152E3D"/>
                </a:solidFill>
                <a:latin typeface="Arial"/>
                <a:ea typeface="Arial"/>
                <a:cs typeface="Arial"/>
              </a:defRPr>
            </a:lvl8pPr>
            <a:lvl9pPr>
              <a:defRPr sz="3300" b="1">
                <a:solidFill>
                  <a:srgbClr val="152E3D"/>
                </a:solidFill>
                <a:latin typeface="Arial"/>
                <a:ea typeface="Arial"/>
                <a:cs typeface="Arial"/>
              </a:defRPr>
            </a:lvl9pPr>
          </a:lstStyle>
          <a:p xmlns:a="http://schemas.openxmlformats.org/drawingml/2006/main">
            <a:pPr>
              <a:defRPr sz="3300" b="1">
                <a:solidFill>
                  <a:srgbClr val="152E3D"/>
                </a:solidFill>
                <a:latin typeface="Arial"/>
                <a:ea typeface="Arial"/>
                <a:cs typeface="Arial"/>
              </a:defRPr>
            </a:pPr>
            <a:r>
              <a:rPr sz="3300" b="1">
                <a:solidFill>
                  <a:srgbClr val="152E3D"/>
                </a:solidFill>
                <a:latin typeface="Arial"/>
                <a:ea typeface="Arial"/>
                <a:cs typeface="Arial"/>
              </a:rPr>
              <a:t>Ek E · Yerleşik agentic kurulum parçaları</a:t>
            </a:r>
          </a:p>
        </p:txBody>
      </p:sp>
      <p:sp>
        <p:nvSpPr>
          <p:cNvPr id="2" name="">
            <a:extLst xmlns:a="http://schemas.openxmlformats.org/drawingml/2006/main">
              <a:ext uri="{FF2B5EF4-FFF2-40B4-BE49-F238E27FC236}">
                <a16:creationId xmlns:a16="http://schemas.microsoft.com/office/drawing/2014/main" id="{51B84E65-B4C6-4CB5-8C90-F935EF9EBE09}"/>
              </a:ext>
            </a:extLst>
          </p:cNvPr>
          <p:cNvSpPr>
            <a:spLocks xmlns:a="http://schemas.openxmlformats.org/drawingml/2006/main" noGrp="1"/>
          </p:cNvSpPr>
          <p:nvPr/>
        </p:nvSpPr>
        <p:spPr>
          <a:xfrm xmlns:a="http://schemas.openxmlformats.org/drawingml/2006/main">
            <a:off x="647700" y="1323975"/>
            <a:ext cx="108966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50616A"/>
                </a:solidFill>
                <a:latin typeface="Arial"/>
                <a:ea typeface="Arial"/>
                <a:cs typeface="Arial"/>
              </a:defRPr>
            </a:defPPr>
            <a:lvl1pPr>
              <a:defRPr sz="1875" b="0">
                <a:solidFill>
                  <a:srgbClr val="50616A"/>
                </a:solidFill>
                <a:latin typeface="Arial"/>
                <a:ea typeface="Arial"/>
                <a:cs typeface="Arial"/>
              </a:defRPr>
            </a:lvl1pPr>
            <a:lvl2pPr>
              <a:defRPr sz="1875" b="0">
                <a:solidFill>
                  <a:srgbClr val="50616A"/>
                </a:solidFill>
                <a:latin typeface="Arial"/>
                <a:ea typeface="Arial"/>
                <a:cs typeface="Arial"/>
              </a:defRPr>
            </a:lvl2pPr>
            <a:lvl3pPr>
              <a:defRPr sz="1875" b="0">
                <a:solidFill>
                  <a:srgbClr val="50616A"/>
                </a:solidFill>
                <a:latin typeface="Arial"/>
                <a:ea typeface="Arial"/>
                <a:cs typeface="Arial"/>
              </a:defRPr>
            </a:lvl3pPr>
            <a:lvl4pPr>
              <a:defRPr sz="1875" b="0">
                <a:solidFill>
                  <a:srgbClr val="50616A"/>
                </a:solidFill>
                <a:latin typeface="Arial"/>
                <a:ea typeface="Arial"/>
                <a:cs typeface="Arial"/>
              </a:defRPr>
            </a:lvl4pPr>
            <a:lvl5pPr>
              <a:defRPr sz="1875" b="0">
                <a:solidFill>
                  <a:srgbClr val="50616A"/>
                </a:solidFill>
                <a:latin typeface="Arial"/>
                <a:ea typeface="Arial"/>
                <a:cs typeface="Arial"/>
              </a:defRPr>
            </a:lvl5pPr>
            <a:lvl6pPr>
              <a:defRPr sz="1875" b="0">
                <a:solidFill>
                  <a:srgbClr val="50616A"/>
                </a:solidFill>
                <a:latin typeface="Arial"/>
                <a:ea typeface="Arial"/>
                <a:cs typeface="Arial"/>
              </a:defRPr>
            </a:lvl6pPr>
            <a:lvl7pPr>
              <a:defRPr sz="1875" b="0">
                <a:solidFill>
                  <a:srgbClr val="50616A"/>
                </a:solidFill>
                <a:latin typeface="Arial"/>
                <a:ea typeface="Arial"/>
                <a:cs typeface="Arial"/>
              </a:defRPr>
            </a:lvl7pPr>
            <a:lvl8pPr>
              <a:defRPr sz="1875" b="0">
                <a:solidFill>
                  <a:srgbClr val="50616A"/>
                </a:solidFill>
                <a:latin typeface="Arial"/>
                <a:ea typeface="Arial"/>
                <a:cs typeface="Arial"/>
              </a:defRPr>
            </a:lvl8pPr>
            <a:lvl9pPr>
              <a:defRPr sz="1875" b="0">
                <a:solidFill>
                  <a:srgbClr val="50616A"/>
                </a:solidFill>
                <a:latin typeface="Arial"/>
                <a:ea typeface="Arial"/>
                <a:cs typeface="Arial"/>
              </a:defRPr>
            </a:lvl9pPr>
          </a:lstStyle>
          <a:p xmlns:a="http://schemas.openxmlformats.org/drawingml/2006/main">
            <a:pPr>
              <a:defRPr sz="1875" b="0">
                <a:solidFill>
                  <a:srgbClr val="50616A"/>
                </a:solidFill>
                <a:latin typeface="Arial"/>
                <a:ea typeface="Arial"/>
                <a:cs typeface="Arial"/>
              </a:defRPr>
            </a:pPr>
            <a:r>
              <a:rPr sz="1875" b="0">
                <a:solidFill>
                  <a:srgbClr val="50616A"/>
                </a:solidFill>
                <a:latin typeface="Arial"/>
                <a:ea typeface="Arial"/>
                <a:cs typeface="Arial"/>
              </a:rPr>
              <a:t>Önkoşul: erişimi tanımlı model/connector ve hedef sürümde ML Commons desteği.</a:t>
            </a:r>
          </a:p>
        </p:txBody>
      </p:sp>
      <p:sp>
        <p:nvSpPr>
          <p:cNvPr id="3" name="">
            <a:extLst xmlns:a="http://schemas.openxmlformats.org/drawingml/2006/main">
              <a:ext uri="{FF2B5EF4-FFF2-40B4-BE49-F238E27FC236}">
                <a16:creationId xmlns:a16="http://schemas.microsoft.com/office/drawing/2014/main" id="{0F4D69C8-C32F-470B-8927-639DDBDBC215}"/>
              </a:ext>
            </a:extLst>
          </p:cNvPr>
          <p:cNvSpPr>
            <a:spLocks xmlns:a="http://schemas.openxmlformats.org/drawingml/2006/main" noGrp="1"/>
          </p:cNvSpPr>
          <p:nvPr/>
        </p:nvSpPr>
        <p:spPr>
          <a:xfrm xmlns:a="http://schemas.openxmlformats.org/drawingml/2006/main">
            <a:off x="647700" y="2305050"/>
            <a:ext cx="5238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152E3D"/>
                </a:solidFill>
                <a:latin typeface="Arial"/>
                <a:ea typeface="Arial"/>
                <a:cs typeface="Arial"/>
              </a:defRPr>
            </a:defPPr>
            <a:lvl1pPr>
              <a:defRPr sz="2025" b="1">
                <a:solidFill>
                  <a:srgbClr val="152E3D"/>
                </a:solidFill>
                <a:latin typeface="Arial"/>
                <a:ea typeface="Arial"/>
                <a:cs typeface="Arial"/>
              </a:defRPr>
            </a:lvl1pPr>
            <a:lvl2pPr>
              <a:defRPr sz="2025" b="1">
                <a:solidFill>
                  <a:srgbClr val="152E3D"/>
                </a:solidFill>
                <a:latin typeface="Arial"/>
                <a:ea typeface="Arial"/>
                <a:cs typeface="Arial"/>
              </a:defRPr>
            </a:lvl2pPr>
            <a:lvl3pPr>
              <a:defRPr sz="2025" b="1">
                <a:solidFill>
                  <a:srgbClr val="152E3D"/>
                </a:solidFill>
                <a:latin typeface="Arial"/>
                <a:ea typeface="Arial"/>
                <a:cs typeface="Arial"/>
              </a:defRPr>
            </a:lvl3pPr>
            <a:lvl4pPr>
              <a:defRPr sz="2025" b="1">
                <a:solidFill>
                  <a:srgbClr val="152E3D"/>
                </a:solidFill>
                <a:latin typeface="Arial"/>
                <a:ea typeface="Arial"/>
                <a:cs typeface="Arial"/>
              </a:defRPr>
            </a:lvl4pPr>
            <a:lvl5pPr>
              <a:defRPr sz="2025" b="1">
                <a:solidFill>
                  <a:srgbClr val="152E3D"/>
                </a:solidFill>
                <a:latin typeface="Arial"/>
                <a:ea typeface="Arial"/>
                <a:cs typeface="Arial"/>
              </a:defRPr>
            </a:lvl5pPr>
            <a:lvl6pPr>
              <a:defRPr sz="2025" b="1">
                <a:solidFill>
                  <a:srgbClr val="152E3D"/>
                </a:solidFill>
                <a:latin typeface="Arial"/>
                <a:ea typeface="Arial"/>
                <a:cs typeface="Arial"/>
              </a:defRPr>
            </a:lvl6pPr>
            <a:lvl7pPr>
              <a:defRPr sz="2025" b="1">
                <a:solidFill>
                  <a:srgbClr val="152E3D"/>
                </a:solidFill>
                <a:latin typeface="Arial"/>
                <a:ea typeface="Arial"/>
                <a:cs typeface="Arial"/>
              </a:defRPr>
            </a:lvl7pPr>
            <a:lvl8pPr>
              <a:defRPr sz="2025" b="1">
                <a:solidFill>
                  <a:srgbClr val="152E3D"/>
                </a:solidFill>
                <a:latin typeface="Arial"/>
                <a:ea typeface="Arial"/>
                <a:cs typeface="Arial"/>
              </a:defRPr>
            </a:lvl8pPr>
            <a:lvl9pPr>
              <a:defRPr sz="2025" b="1">
                <a:solidFill>
                  <a:srgbClr val="152E3D"/>
                </a:solidFill>
                <a:latin typeface="Arial"/>
                <a:ea typeface="Arial"/>
                <a:cs typeface="Arial"/>
              </a:defRPr>
            </a:lvl9pPr>
          </a:lstStyle>
          <a:p xmlns:a="http://schemas.openxmlformats.org/drawingml/2006/main">
            <a:pPr>
              <a:defRPr sz="2025" b="1">
                <a:solidFill>
                  <a:srgbClr val="152E3D"/>
                </a:solidFill>
                <a:latin typeface="Arial"/>
                <a:ea typeface="Arial"/>
                <a:cs typeface="Arial"/>
              </a:defRPr>
            </a:pPr>
            <a:r>
              <a:rPr sz="2025" b="1">
                <a:solidFill>
                  <a:srgbClr val="152E3D"/>
                </a:solidFill>
                <a:latin typeface="Arial"/>
                <a:ea typeface="Arial"/>
                <a:cs typeface="Arial"/>
              </a:rPr>
              <a:t>Agent kaydındaki araç</a:t>
            </a:r>
          </a:p>
        </p:txBody>
      </p:sp>
      <p:sp>
        <p:nvSpPr>
          <p:cNvPr id="4" name="">
            <a:extLst xmlns:a="http://schemas.openxmlformats.org/drawingml/2006/main">
              <a:ext uri="{FF2B5EF4-FFF2-40B4-BE49-F238E27FC236}">
                <a16:creationId xmlns:a16="http://schemas.microsoft.com/office/drawing/2014/main" id="{A183E4A0-3493-43E1-BC66-B21F203F3640}"/>
              </a:ext>
            </a:extLst>
          </p:cNvPr>
          <p:cNvSpPr>
            <a:spLocks xmlns:a="http://schemas.openxmlformats.org/drawingml/2006/main" noGrp="1"/>
          </p:cNvSpPr>
          <p:nvPr/>
        </p:nvSpPr>
        <p:spPr>
          <a:xfrm xmlns:a="http://schemas.openxmlformats.org/drawingml/2006/main">
            <a:off x="6400800" y="2305050"/>
            <a:ext cx="5143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1">
                <a:solidFill>
                  <a:srgbClr val="152E3D"/>
                </a:solidFill>
                <a:latin typeface="Arial"/>
                <a:ea typeface="Arial"/>
                <a:cs typeface="Arial"/>
              </a:defRPr>
            </a:defPPr>
            <a:lvl1pPr>
              <a:defRPr sz="1875" b="1">
                <a:solidFill>
                  <a:srgbClr val="152E3D"/>
                </a:solidFill>
                <a:latin typeface="Arial"/>
                <a:ea typeface="Arial"/>
                <a:cs typeface="Arial"/>
              </a:defRPr>
            </a:lvl1pPr>
            <a:lvl2pPr>
              <a:defRPr sz="1875" b="1">
                <a:solidFill>
                  <a:srgbClr val="152E3D"/>
                </a:solidFill>
                <a:latin typeface="Arial"/>
                <a:ea typeface="Arial"/>
                <a:cs typeface="Arial"/>
              </a:defRPr>
            </a:lvl2pPr>
            <a:lvl3pPr>
              <a:defRPr sz="1875" b="1">
                <a:solidFill>
                  <a:srgbClr val="152E3D"/>
                </a:solidFill>
                <a:latin typeface="Arial"/>
                <a:ea typeface="Arial"/>
                <a:cs typeface="Arial"/>
              </a:defRPr>
            </a:lvl3pPr>
            <a:lvl4pPr>
              <a:defRPr sz="1875" b="1">
                <a:solidFill>
                  <a:srgbClr val="152E3D"/>
                </a:solidFill>
                <a:latin typeface="Arial"/>
                <a:ea typeface="Arial"/>
                <a:cs typeface="Arial"/>
              </a:defRPr>
            </a:lvl4pPr>
            <a:lvl5pPr>
              <a:defRPr sz="1875" b="1">
                <a:solidFill>
                  <a:srgbClr val="152E3D"/>
                </a:solidFill>
                <a:latin typeface="Arial"/>
                <a:ea typeface="Arial"/>
                <a:cs typeface="Arial"/>
              </a:defRPr>
            </a:lvl5pPr>
            <a:lvl6pPr>
              <a:defRPr sz="1875" b="1">
                <a:solidFill>
                  <a:srgbClr val="152E3D"/>
                </a:solidFill>
                <a:latin typeface="Arial"/>
                <a:ea typeface="Arial"/>
                <a:cs typeface="Arial"/>
              </a:defRPr>
            </a:lvl6pPr>
            <a:lvl7pPr>
              <a:defRPr sz="1875" b="1">
                <a:solidFill>
                  <a:srgbClr val="152E3D"/>
                </a:solidFill>
                <a:latin typeface="Arial"/>
                <a:ea typeface="Arial"/>
                <a:cs typeface="Arial"/>
              </a:defRPr>
            </a:lvl7pPr>
            <a:lvl8pPr>
              <a:defRPr sz="1875" b="1">
                <a:solidFill>
                  <a:srgbClr val="152E3D"/>
                </a:solidFill>
                <a:latin typeface="Arial"/>
                <a:ea typeface="Arial"/>
                <a:cs typeface="Arial"/>
              </a:defRPr>
            </a:lvl8pPr>
            <a:lvl9pPr>
              <a:defRPr sz="1875" b="1">
                <a:solidFill>
                  <a:srgbClr val="152E3D"/>
                </a:solidFill>
                <a:latin typeface="Arial"/>
                <a:ea typeface="Arial"/>
                <a:cs typeface="Arial"/>
              </a:defRPr>
            </a:lvl9pPr>
          </a:lstStyle>
          <a:p xmlns:a="http://schemas.openxmlformats.org/drawingml/2006/main">
            <a:pPr>
              <a:defRPr sz="1875" b="1">
                <a:solidFill>
                  <a:srgbClr val="152E3D"/>
                </a:solidFill>
                <a:latin typeface="Arial"/>
                <a:ea typeface="Arial"/>
                <a:cs typeface="Arial"/>
              </a:defRPr>
            </a:pPr>
            <a:r>
              <a:rPr sz="1875" b="1">
                <a:solidFill>
                  <a:srgbClr val="152E3D"/>
                </a:solidFill>
                <a:latin typeface="Arial"/>
                <a:ea typeface="Arial"/>
                <a:cs typeface="Arial"/>
              </a:rPr>
              <a:t>PUT /_search/pipeline/logs-agentic</a:t>
            </a:r>
          </a:p>
        </p:txBody>
      </p:sp>
      <p:sp>
        <p:nvSpPr>
          <p:cNvPr id="5" name="">
            <a:extLst xmlns:a="http://schemas.openxmlformats.org/drawingml/2006/main">
              <a:ext uri="{FF2B5EF4-FFF2-40B4-BE49-F238E27FC236}">
                <a16:creationId xmlns:a16="http://schemas.microsoft.com/office/drawing/2014/main" id="{DD36BF78-4799-4736-B244-824A89CB1DDA}"/>
              </a:ext>
            </a:extLst>
          </p:cNvPr>
          <p:cNvSpPr>
            <a:spLocks xmlns:a="http://schemas.openxmlformats.org/drawingml/2006/main" noGrp="1"/>
          </p:cNvSpPr>
          <p:nvPr/>
        </p:nvSpPr>
        <p:spPr>
          <a:xfrm xmlns:a="http://schemas.openxmlformats.org/drawingml/2006/main">
            <a:off x="647700" y="3114675"/>
            <a:ext cx="52387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575" b="1">
                <a:solidFill>
                  <a:srgbClr val="007F83"/>
                </a:solidFill>
                <a:latin typeface="Courier New"/>
                <a:ea typeface="Courier New"/>
                <a:cs typeface="Courier New"/>
              </a:defRPr>
            </a:defPPr>
            <a:lvl1pPr>
              <a:defRPr sz="1575" b="1">
                <a:solidFill>
                  <a:srgbClr val="007F83"/>
                </a:solidFill>
                <a:latin typeface="Courier New"/>
                <a:ea typeface="Courier New"/>
                <a:cs typeface="Courier New"/>
              </a:defRPr>
            </a:lvl1pPr>
            <a:lvl2pPr>
              <a:defRPr sz="1575" b="1">
                <a:solidFill>
                  <a:srgbClr val="007F83"/>
                </a:solidFill>
                <a:latin typeface="Courier New"/>
                <a:ea typeface="Courier New"/>
                <a:cs typeface="Courier New"/>
              </a:defRPr>
            </a:lvl2pPr>
            <a:lvl3pPr>
              <a:defRPr sz="1575" b="1">
                <a:solidFill>
                  <a:srgbClr val="007F83"/>
                </a:solidFill>
                <a:latin typeface="Courier New"/>
                <a:ea typeface="Courier New"/>
                <a:cs typeface="Courier New"/>
              </a:defRPr>
            </a:lvl3pPr>
            <a:lvl4pPr>
              <a:defRPr sz="1575" b="1">
                <a:solidFill>
                  <a:srgbClr val="007F83"/>
                </a:solidFill>
                <a:latin typeface="Courier New"/>
                <a:ea typeface="Courier New"/>
                <a:cs typeface="Courier New"/>
              </a:defRPr>
            </a:lvl4pPr>
            <a:lvl5pPr>
              <a:defRPr sz="1575" b="1">
                <a:solidFill>
                  <a:srgbClr val="007F83"/>
                </a:solidFill>
                <a:latin typeface="Courier New"/>
                <a:ea typeface="Courier New"/>
                <a:cs typeface="Courier New"/>
              </a:defRPr>
            </a:lvl5pPr>
            <a:lvl6pPr>
              <a:defRPr sz="1575" b="1">
                <a:solidFill>
                  <a:srgbClr val="007F83"/>
                </a:solidFill>
                <a:latin typeface="Courier New"/>
                <a:ea typeface="Courier New"/>
                <a:cs typeface="Courier New"/>
              </a:defRPr>
            </a:lvl6pPr>
            <a:lvl7pPr>
              <a:defRPr sz="1575" b="1">
                <a:solidFill>
                  <a:srgbClr val="007F83"/>
                </a:solidFill>
                <a:latin typeface="Courier New"/>
                <a:ea typeface="Courier New"/>
                <a:cs typeface="Courier New"/>
              </a:defRPr>
            </a:lvl7pPr>
            <a:lvl8pPr>
              <a:defRPr sz="1575" b="1">
                <a:solidFill>
                  <a:srgbClr val="007F83"/>
                </a:solidFill>
                <a:latin typeface="Courier New"/>
                <a:ea typeface="Courier New"/>
                <a:cs typeface="Courier New"/>
              </a:defRPr>
            </a:lvl8pPr>
            <a:lvl9pPr>
              <a:defRPr sz="1575" b="1">
                <a:solidFill>
                  <a:srgbClr val="007F83"/>
                </a:solidFill>
                <a:latin typeface="Courier New"/>
                <a:ea typeface="Courier New"/>
                <a:cs typeface="Courier New"/>
              </a:defRPr>
            </a:lvl9pPr>
          </a:lstStyle>
          <a:p xmlns:a="http://schemas.openxmlformats.org/drawingml/2006/main">
            <a:pPr>
              <a:defRPr sz="1575" b="1">
                <a:solidFill>
                  <a:srgbClr val="007F83"/>
                </a:solidFill>
                <a:latin typeface="Courier New"/>
                <a:ea typeface="Courier New"/>
                <a:cs typeface="Courier New"/>
              </a:defRPr>
            </a:pPr>
            <a:r>
              <a:rPr sz="1575" b="1">
                <a:solidFill>
                  <a:srgbClr val="007F83"/>
                </a:solidFill>
                <a:latin typeface="Courier New"/>
                <a:ea typeface="Courier New"/>
                <a:cs typeface="Courier New"/>
              </a:rPr>
              <a:t>"tools": [{</a:t>
            </a:r>
          </a:p>
          <a:p xmlns:a="http://schemas.openxmlformats.org/drawingml/2006/main">
            <a:pPr>
              <a:defRPr sz="1575" b="1">
                <a:solidFill>
                  <a:srgbClr val="007F83"/>
                </a:solidFill>
                <a:latin typeface="Courier New"/>
                <a:ea typeface="Courier New"/>
                <a:cs typeface="Courier New"/>
              </a:defRPr>
            </a:pPr>
            <a:r>
              <a:rPr sz="1575" b="1">
                <a:solidFill>
                  <a:srgbClr val="007F83"/>
                </a:solidFill>
                <a:latin typeface="Courier New"/>
                <a:ea typeface="Courier New"/>
                <a:cs typeface="Courier New"/>
              </a:rPr>
              <a:t>  "type": "QueryPlanningTool",</a:t>
            </a:r>
          </a:p>
          <a:p xmlns:a="http://schemas.openxmlformats.org/drawingml/2006/main">
            <a:pPr>
              <a:defRPr sz="1575" b="1">
                <a:solidFill>
                  <a:srgbClr val="007F83"/>
                </a:solidFill>
                <a:latin typeface="Courier New"/>
                <a:ea typeface="Courier New"/>
                <a:cs typeface="Courier New"/>
              </a:defRPr>
            </a:pPr>
            <a:r>
              <a:rPr sz="1575" b="1">
                <a:solidFill>
                  <a:srgbClr val="007F83"/>
                </a:solidFill>
                <a:latin typeface="Courier New"/>
                <a:ea typeface="Courier New"/>
                <a:cs typeface="Courier New"/>
              </a:rPr>
              <a:t>  "parameters": {</a:t>
            </a:r>
          </a:p>
          <a:p xmlns:a="http://schemas.openxmlformats.org/drawingml/2006/main">
            <a:pPr>
              <a:defRPr sz="1575" b="1">
                <a:solidFill>
                  <a:srgbClr val="007F83"/>
                </a:solidFill>
                <a:latin typeface="Courier New"/>
                <a:ea typeface="Courier New"/>
                <a:cs typeface="Courier New"/>
              </a:defRPr>
            </a:pPr>
            <a:r>
              <a:rPr sz="1575" b="1">
                <a:solidFill>
                  <a:srgbClr val="007F83"/>
                </a:solidFill>
                <a:latin typeface="Courier New"/>
                <a:ea typeface="Courier New"/>
                <a:cs typeface="Courier New"/>
              </a:rPr>
              <a:t>    "model_id": "MODEL_ID",</a:t>
            </a:r>
          </a:p>
          <a:p xmlns:a="http://schemas.openxmlformats.org/drawingml/2006/main">
            <a:pPr>
              <a:defRPr sz="1575" b="1">
                <a:solidFill>
                  <a:srgbClr val="007F83"/>
                </a:solidFill>
                <a:latin typeface="Courier New"/>
                <a:ea typeface="Courier New"/>
                <a:cs typeface="Courier New"/>
              </a:defRPr>
            </a:pPr>
            <a:r>
              <a:rPr sz="1575" b="1">
                <a:solidFill>
                  <a:srgbClr val="007F83"/>
                </a:solidFill>
                <a:latin typeface="Courier New"/>
                <a:ea typeface="Courier New"/>
                <a:cs typeface="Courier New"/>
              </a:rPr>
              <a:t>    "response_filter": "JSONPATH",</a:t>
            </a:r>
          </a:p>
          <a:p xmlns:a="http://schemas.openxmlformats.org/drawingml/2006/main">
            <a:pPr>
              <a:defRPr sz="1575" b="1">
                <a:solidFill>
                  <a:srgbClr val="007F83"/>
                </a:solidFill>
                <a:latin typeface="Courier New"/>
                <a:ea typeface="Courier New"/>
                <a:cs typeface="Courier New"/>
              </a:defRPr>
            </a:pPr>
            <a:r>
              <a:rPr sz="1575" b="1">
                <a:solidFill>
                  <a:srgbClr val="007F83"/>
                </a:solidFill>
                <a:latin typeface="Courier New"/>
                <a:ea typeface="Courier New"/>
                <a:cs typeface="Courier New"/>
              </a:rPr>
              <a:t>    "fallback_query":</a:t>
            </a:r>
          </a:p>
          <a:p xmlns:a="http://schemas.openxmlformats.org/drawingml/2006/main">
            <a:pPr>
              <a:defRPr sz="1575" b="1">
                <a:solidFill>
                  <a:srgbClr val="007F83"/>
                </a:solidFill>
                <a:latin typeface="Courier New"/>
                <a:ea typeface="Courier New"/>
                <a:cs typeface="Courier New"/>
              </a:defRPr>
            </a:pPr>
            <a:r>
              <a:rPr sz="1575" b="1">
                <a:solidFill>
                  <a:srgbClr val="007F83"/>
                </a:solidFill>
                <a:latin typeface="Courier New"/>
                <a:ea typeface="Courier New"/>
                <a:cs typeface="Courier New"/>
              </a:rPr>
              <a:t>      "{\"query\":{\"match_none\":{}}}"</a:t>
            </a:r>
          </a:p>
          <a:p xmlns:a="http://schemas.openxmlformats.org/drawingml/2006/main">
            <a:pPr>
              <a:defRPr sz="1575" b="1">
                <a:solidFill>
                  <a:srgbClr val="007F83"/>
                </a:solidFill>
                <a:latin typeface="Courier New"/>
                <a:ea typeface="Courier New"/>
                <a:cs typeface="Courier New"/>
              </a:defRPr>
            </a:pPr>
            <a:r>
              <a:rPr sz="1575" b="1">
                <a:solidFill>
                  <a:srgbClr val="007F83"/>
                </a:solidFill>
                <a:latin typeface="Courier New"/>
                <a:ea typeface="Courier New"/>
                <a:cs typeface="Courier New"/>
              </a:rPr>
              <a:t>  }</a:t>
            </a:r>
          </a:p>
          <a:p xmlns:a="http://schemas.openxmlformats.org/drawingml/2006/main">
            <a:pPr>
              <a:defRPr sz="1575" b="1">
                <a:solidFill>
                  <a:srgbClr val="007F83"/>
                </a:solidFill>
                <a:latin typeface="Courier New"/>
                <a:ea typeface="Courier New"/>
                <a:cs typeface="Courier New"/>
              </a:defRPr>
            </a:pPr>
            <a:r>
              <a:rPr sz="1575" b="1">
                <a:solidFill>
                  <a:srgbClr val="007F83"/>
                </a:solidFill>
                <a:latin typeface="Courier New"/>
                <a:ea typeface="Courier New"/>
                <a:cs typeface="Courier New"/>
              </a:rPr>
              <a:t>}]</a:t>
            </a:r>
          </a:p>
        </p:txBody>
      </p:sp>
      <p:sp>
        <p:nvSpPr>
          <p:cNvPr id="6" name="">
            <a:extLst xmlns:a="http://schemas.openxmlformats.org/drawingml/2006/main">
              <a:ext uri="{FF2B5EF4-FFF2-40B4-BE49-F238E27FC236}">
                <a16:creationId xmlns:a16="http://schemas.microsoft.com/office/drawing/2014/main" id="{4B295F75-25AF-4E55-A362-B9057299A994}"/>
              </a:ext>
            </a:extLst>
          </p:cNvPr>
          <p:cNvSpPr>
            <a:spLocks xmlns:a="http://schemas.openxmlformats.org/drawingml/2006/main" noGrp="1"/>
          </p:cNvSpPr>
          <p:nvPr/>
        </p:nvSpPr>
        <p:spPr>
          <a:xfrm xmlns:a="http://schemas.openxmlformats.org/drawingml/2006/main">
            <a:off x="6400800" y="3114675"/>
            <a:ext cx="51435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575" b="1">
                <a:solidFill>
                  <a:srgbClr val="007F83"/>
                </a:solidFill>
                <a:latin typeface="Courier New"/>
                <a:ea typeface="Courier New"/>
                <a:cs typeface="Courier New"/>
              </a:defRPr>
            </a:defPPr>
            <a:lvl1pPr>
              <a:defRPr sz="1575" b="1">
                <a:solidFill>
                  <a:srgbClr val="007F83"/>
                </a:solidFill>
                <a:latin typeface="Courier New"/>
                <a:ea typeface="Courier New"/>
                <a:cs typeface="Courier New"/>
              </a:defRPr>
            </a:lvl1pPr>
            <a:lvl2pPr>
              <a:defRPr sz="1575" b="1">
                <a:solidFill>
                  <a:srgbClr val="007F83"/>
                </a:solidFill>
                <a:latin typeface="Courier New"/>
                <a:ea typeface="Courier New"/>
                <a:cs typeface="Courier New"/>
              </a:defRPr>
            </a:lvl2pPr>
            <a:lvl3pPr>
              <a:defRPr sz="1575" b="1">
                <a:solidFill>
                  <a:srgbClr val="007F83"/>
                </a:solidFill>
                <a:latin typeface="Courier New"/>
                <a:ea typeface="Courier New"/>
                <a:cs typeface="Courier New"/>
              </a:defRPr>
            </a:lvl3pPr>
            <a:lvl4pPr>
              <a:defRPr sz="1575" b="1">
                <a:solidFill>
                  <a:srgbClr val="007F83"/>
                </a:solidFill>
                <a:latin typeface="Courier New"/>
                <a:ea typeface="Courier New"/>
                <a:cs typeface="Courier New"/>
              </a:defRPr>
            </a:lvl4pPr>
            <a:lvl5pPr>
              <a:defRPr sz="1575" b="1">
                <a:solidFill>
                  <a:srgbClr val="007F83"/>
                </a:solidFill>
                <a:latin typeface="Courier New"/>
                <a:ea typeface="Courier New"/>
                <a:cs typeface="Courier New"/>
              </a:defRPr>
            </a:lvl5pPr>
            <a:lvl6pPr>
              <a:defRPr sz="1575" b="1">
                <a:solidFill>
                  <a:srgbClr val="007F83"/>
                </a:solidFill>
                <a:latin typeface="Courier New"/>
                <a:ea typeface="Courier New"/>
                <a:cs typeface="Courier New"/>
              </a:defRPr>
            </a:lvl6pPr>
            <a:lvl7pPr>
              <a:defRPr sz="1575" b="1">
                <a:solidFill>
                  <a:srgbClr val="007F83"/>
                </a:solidFill>
                <a:latin typeface="Courier New"/>
                <a:ea typeface="Courier New"/>
                <a:cs typeface="Courier New"/>
              </a:defRPr>
            </a:lvl7pPr>
            <a:lvl8pPr>
              <a:defRPr sz="1575" b="1">
                <a:solidFill>
                  <a:srgbClr val="007F83"/>
                </a:solidFill>
                <a:latin typeface="Courier New"/>
                <a:ea typeface="Courier New"/>
                <a:cs typeface="Courier New"/>
              </a:defRPr>
            </a:lvl8pPr>
            <a:lvl9pPr>
              <a:defRPr sz="1575" b="1">
                <a:solidFill>
                  <a:srgbClr val="007F83"/>
                </a:solidFill>
                <a:latin typeface="Courier New"/>
                <a:ea typeface="Courier New"/>
                <a:cs typeface="Courier New"/>
              </a:defRPr>
            </a:lvl9pPr>
          </a:lstStyle>
          <a:p xmlns:a="http://schemas.openxmlformats.org/drawingml/2006/main">
            <a:pPr>
              <a:defRPr sz="1575" b="1">
                <a:solidFill>
                  <a:srgbClr val="007F83"/>
                </a:solidFill>
                <a:latin typeface="Courier New"/>
                <a:ea typeface="Courier New"/>
                <a:cs typeface="Courier New"/>
              </a:defRPr>
            </a:pPr>
            <a:r>
              <a:rPr sz="1575" b="1">
                <a:solidFill>
                  <a:srgbClr val="007F83"/>
                </a:solidFill>
                <a:latin typeface="Courier New"/>
                <a:ea typeface="Courier New"/>
                <a:cs typeface="Courier New"/>
              </a:rPr>
              <a:t>{</a:t>
            </a:r>
          </a:p>
          <a:p xmlns:a="http://schemas.openxmlformats.org/drawingml/2006/main">
            <a:pPr>
              <a:defRPr sz="1575" b="1">
                <a:solidFill>
                  <a:srgbClr val="007F83"/>
                </a:solidFill>
                <a:latin typeface="Courier New"/>
                <a:ea typeface="Courier New"/>
                <a:cs typeface="Courier New"/>
              </a:defRPr>
            </a:pPr>
            <a:r>
              <a:rPr sz="1575" b="1">
                <a:solidFill>
                  <a:srgbClr val="007F83"/>
                </a:solidFill>
                <a:latin typeface="Courier New"/>
                <a:ea typeface="Courier New"/>
                <a:cs typeface="Courier New"/>
              </a:rPr>
              <a:t>  "request_processors": [{</a:t>
            </a:r>
          </a:p>
          <a:p xmlns:a="http://schemas.openxmlformats.org/drawingml/2006/main">
            <a:pPr>
              <a:defRPr sz="1575" b="1">
                <a:solidFill>
                  <a:srgbClr val="007F83"/>
                </a:solidFill>
                <a:latin typeface="Courier New"/>
                <a:ea typeface="Courier New"/>
                <a:cs typeface="Courier New"/>
              </a:defRPr>
            </a:pPr>
            <a:r>
              <a:rPr sz="1575" b="1">
                <a:solidFill>
                  <a:srgbClr val="007F83"/>
                </a:solidFill>
                <a:latin typeface="Courier New"/>
                <a:ea typeface="Courier New"/>
                <a:cs typeface="Courier New"/>
              </a:rPr>
              <a:t>    "agentic_query_translator": {</a:t>
            </a:r>
          </a:p>
          <a:p xmlns:a="http://schemas.openxmlformats.org/drawingml/2006/main">
            <a:pPr>
              <a:defRPr sz="1575" b="1">
                <a:solidFill>
                  <a:srgbClr val="007F83"/>
                </a:solidFill>
                <a:latin typeface="Courier New"/>
                <a:ea typeface="Courier New"/>
                <a:cs typeface="Courier New"/>
              </a:defRPr>
            </a:pPr>
            <a:r>
              <a:rPr sz="1575" b="1">
                <a:solidFill>
                  <a:srgbClr val="007F83"/>
                </a:solidFill>
                <a:latin typeface="Courier New"/>
                <a:ea typeface="Courier New"/>
                <a:cs typeface="Courier New"/>
              </a:rPr>
              <a:t>      "agent_id": "AGENT_ID"</a:t>
            </a:r>
          </a:p>
          <a:p xmlns:a="http://schemas.openxmlformats.org/drawingml/2006/main">
            <a:pPr>
              <a:defRPr sz="1575" b="1">
                <a:solidFill>
                  <a:srgbClr val="007F83"/>
                </a:solidFill>
                <a:latin typeface="Courier New"/>
                <a:ea typeface="Courier New"/>
                <a:cs typeface="Courier New"/>
              </a:defRPr>
            </a:pPr>
            <a:r>
              <a:rPr sz="1575" b="1">
                <a:solidFill>
                  <a:srgbClr val="007F83"/>
                </a:solidFill>
                <a:latin typeface="Courier New"/>
                <a:ea typeface="Courier New"/>
                <a:cs typeface="Courier New"/>
              </a:rPr>
              <a:t>    }</a:t>
            </a:r>
          </a:p>
          <a:p xmlns:a="http://schemas.openxmlformats.org/drawingml/2006/main">
            <a:pPr>
              <a:defRPr sz="1575" b="1">
                <a:solidFill>
                  <a:srgbClr val="007F83"/>
                </a:solidFill>
                <a:latin typeface="Courier New"/>
                <a:ea typeface="Courier New"/>
                <a:cs typeface="Courier New"/>
              </a:defRPr>
            </a:pPr>
            <a:r>
              <a:rPr sz="1575" b="1">
                <a:solidFill>
                  <a:srgbClr val="007F83"/>
                </a:solidFill>
                <a:latin typeface="Courier New"/>
                <a:ea typeface="Courier New"/>
                <a:cs typeface="Courier New"/>
              </a:rPr>
              <a:t>  }]</a:t>
            </a:r>
          </a:p>
          <a:p xmlns:a="http://schemas.openxmlformats.org/drawingml/2006/main">
            <a:pPr>
              <a:defRPr sz="1575" b="1">
                <a:solidFill>
                  <a:srgbClr val="007F83"/>
                </a:solidFill>
                <a:latin typeface="Courier New"/>
                <a:ea typeface="Courier New"/>
                <a:cs typeface="Courier New"/>
              </a:defRPr>
            </a:pPr>
            <a:r>
              <a:rPr sz="1575" b="1">
                <a:solidFill>
                  <a:srgbClr val="007F83"/>
                </a:solidFill>
                <a:latin typeface="Courier New"/>
                <a:ea typeface="Courier New"/>
                <a:cs typeface="Courier New"/>
              </a:rPr>
              <a:t>}</a:t>
            </a:r>
          </a:p>
        </p:txBody>
      </p:sp>
      <p:sp>
        <p:nvSpPr>
          <p:cNvPr id="7" name="">
            <a:extLst xmlns:a="http://schemas.openxmlformats.org/drawingml/2006/main">
              <a:ext uri="{FF2B5EF4-FFF2-40B4-BE49-F238E27FC236}">
                <a16:creationId xmlns:a16="http://schemas.microsoft.com/office/drawing/2014/main" id="{505FB72E-F965-44A2-985C-66B8F0353215}"/>
              </a:ext>
            </a:extLst>
          </p:cNvPr>
          <p:cNvSpPr>
            <a:spLocks xmlns:a="http://schemas.openxmlformats.org/drawingml/2006/main" noGrp="1"/>
          </p:cNvSpPr>
          <p:nvPr/>
        </p:nvSpPr>
        <p:spPr>
          <a:xfrm xmlns:a="http://schemas.openxmlformats.org/drawingml/2006/main">
            <a:off x="647700" y="5810250"/>
            <a:ext cx="10896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007F83"/>
                </a:solidFill>
                <a:latin typeface="Arial"/>
                <a:ea typeface="Arial"/>
                <a:cs typeface="Arial"/>
              </a:defRPr>
            </a:defPPr>
            <a:lvl1pPr>
              <a:defRPr sz="1800" b="1">
                <a:solidFill>
                  <a:srgbClr val="007F83"/>
                </a:solidFill>
                <a:latin typeface="Arial"/>
                <a:ea typeface="Arial"/>
                <a:cs typeface="Arial"/>
              </a:defRPr>
            </a:lvl1pPr>
            <a:lvl2pPr>
              <a:defRPr sz="1800" b="1">
                <a:solidFill>
                  <a:srgbClr val="007F83"/>
                </a:solidFill>
                <a:latin typeface="Arial"/>
                <a:ea typeface="Arial"/>
                <a:cs typeface="Arial"/>
              </a:defRPr>
            </a:lvl2pPr>
            <a:lvl3pPr>
              <a:defRPr sz="1800" b="1">
                <a:solidFill>
                  <a:srgbClr val="007F83"/>
                </a:solidFill>
                <a:latin typeface="Arial"/>
                <a:ea typeface="Arial"/>
                <a:cs typeface="Arial"/>
              </a:defRPr>
            </a:lvl3pPr>
            <a:lvl4pPr>
              <a:defRPr sz="1800" b="1">
                <a:solidFill>
                  <a:srgbClr val="007F83"/>
                </a:solidFill>
                <a:latin typeface="Arial"/>
                <a:ea typeface="Arial"/>
                <a:cs typeface="Arial"/>
              </a:defRPr>
            </a:lvl4pPr>
            <a:lvl5pPr>
              <a:defRPr sz="1800" b="1">
                <a:solidFill>
                  <a:srgbClr val="007F83"/>
                </a:solidFill>
                <a:latin typeface="Arial"/>
                <a:ea typeface="Arial"/>
                <a:cs typeface="Arial"/>
              </a:defRPr>
            </a:lvl5pPr>
            <a:lvl6pPr>
              <a:defRPr sz="1800" b="1">
                <a:solidFill>
                  <a:srgbClr val="007F83"/>
                </a:solidFill>
                <a:latin typeface="Arial"/>
                <a:ea typeface="Arial"/>
                <a:cs typeface="Arial"/>
              </a:defRPr>
            </a:lvl6pPr>
            <a:lvl7pPr>
              <a:defRPr sz="1800" b="1">
                <a:solidFill>
                  <a:srgbClr val="007F83"/>
                </a:solidFill>
                <a:latin typeface="Arial"/>
                <a:ea typeface="Arial"/>
                <a:cs typeface="Arial"/>
              </a:defRPr>
            </a:lvl7pPr>
            <a:lvl8pPr>
              <a:defRPr sz="1800" b="1">
                <a:solidFill>
                  <a:srgbClr val="007F83"/>
                </a:solidFill>
                <a:latin typeface="Arial"/>
                <a:ea typeface="Arial"/>
                <a:cs typeface="Arial"/>
              </a:defRPr>
            </a:lvl8pPr>
            <a:lvl9pPr>
              <a:defRPr sz="1800" b="1">
                <a:solidFill>
                  <a:srgbClr val="007F83"/>
                </a:solidFill>
                <a:latin typeface="Arial"/>
                <a:ea typeface="Arial"/>
                <a:cs typeface="Arial"/>
              </a:defRPr>
            </a:lvl9pPr>
          </a:lstStyle>
          <a:p xmlns:a="http://schemas.openxmlformats.org/drawingml/2006/main">
            <a:pPr>
              <a:defRPr sz="1800" b="1">
                <a:solidFill>
                  <a:srgbClr val="007F83"/>
                </a:solidFill>
                <a:latin typeface="Arial"/>
                <a:ea typeface="Arial"/>
                <a:cs typeface="Arial"/>
              </a:defRPr>
            </a:pPr>
            <a:r>
              <a:rPr sz="1800" b="1">
                <a:solidFill>
                  <a:srgbClr val="007F83"/>
                </a:solidFill>
                <a:latin typeface="Arial"/>
                <a:ea typeface="Arial"/>
                <a:cs typeface="Arial"/>
              </a:rPr>
              <a:t>Yer tutucuları değiştir. match_none kullansan da planlama hatasını ayrı bildir.</a:t>
            </a:r>
          </a:p>
        </p:txBody>
      </p:sp>
      <p:sp>
        <p:nvSpPr>
          <p:cNvPr id="8" name="">
            <a:extLst xmlns:a="http://schemas.openxmlformats.org/drawingml/2006/main">
              <a:ext uri="{FF2B5EF4-FFF2-40B4-BE49-F238E27FC236}">
                <a16:creationId xmlns:a16="http://schemas.microsoft.com/office/drawing/2014/main" id="{95DAB0EF-ADB9-47A9-8989-253865D092D5}"/>
              </a:ext>
            </a:extLst>
          </p:cNvPr>
          <p:cNvSpPr>
            <a:spLocks xmlns:a="http://schemas.openxmlformats.org/drawingml/2006/main" noGrp="1"/>
          </p:cNvSpPr>
          <p:nvPr/>
        </p:nvSpPr>
        <p:spPr>
          <a:xfrm xmlns:a="http://schemas.openxmlformats.org/drawingml/2006/main">
            <a:off x="10858500" y="6429375"/>
            <a:ext cx="714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0616A"/>
                </a:solidFill>
                <a:latin typeface="Arial"/>
                <a:ea typeface="Arial"/>
                <a:cs typeface="Arial"/>
              </a:defRPr>
            </a:defPPr>
            <a:lvl1pPr>
              <a:defRPr sz="1200" b="0">
                <a:solidFill>
                  <a:srgbClr val="50616A"/>
                </a:solidFill>
                <a:latin typeface="Arial"/>
                <a:ea typeface="Arial"/>
                <a:cs typeface="Arial"/>
              </a:defRPr>
            </a:lvl1pPr>
            <a:lvl2pPr>
              <a:defRPr sz="1200" b="0">
                <a:solidFill>
                  <a:srgbClr val="50616A"/>
                </a:solidFill>
                <a:latin typeface="Arial"/>
                <a:ea typeface="Arial"/>
                <a:cs typeface="Arial"/>
              </a:defRPr>
            </a:lvl2pPr>
            <a:lvl3pPr>
              <a:defRPr sz="1200" b="0">
                <a:solidFill>
                  <a:srgbClr val="50616A"/>
                </a:solidFill>
                <a:latin typeface="Arial"/>
                <a:ea typeface="Arial"/>
                <a:cs typeface="Arial"/>
              </a:defRPr>
            </a:lvl3pPr>
            <a:lvl4pPr>
              <a:defRPr sz="1200" b="0">
                <a:solidFill>
                  <a:srgbClr val="50616A"/>
                </a:solidFill>
                <a:latin typeface="Arial"/>
                <a:ea typeface="Arial"/>
                <a:cs typeface="Arial"/>
              </a:defRPr>
            </a:lvl4pPr>
            <a:lvl5pPr>
              <a:defRPr sz="1200" b="0">
                <a:solidFill>
                  <a:srgbClr val="50616A"/>
                </a:solidFill>
                <a:latin typeface="Arial"/>
                <a:ea typeface="Arial"/>
                <a:cs typeface="Arial"/>
              </a:defRPr>
            </a:lvl5pPr>
            <a:lvl6pPr>
              <a:defRPr sz="1200" b="0">
                <a:solidFill>
                  <a:srgbClr val="50616A"/>
                </a:solidFill>
                <a:latin typeface="Arial"/>
                <a:ea typeface="Arial"/>
                <a:cs typeface="Arial"/>
              </a:defRPr>
            </a:lvl6pPr>
            <a:lvl7pPr>
              <a:defRPr sz="1200" b="0">
                <a:solidFill>
                  <a:srgbClr val="50616A"/>
                </a:solidFill>
                <a:latin typeface="Arial"/>
                <a:ea typeface="Arial"/>
                <a:cs typeface="Arial"/>
              </a:defRPr>
            </a:lvl7pPr>
            <a:lvl8pPr>
              <a:defRPr sz="1200" b="0">
                <a:solidFill>
                  <a:srgbClr val="50616A"/>
                </a:solidFill>
                <a:latin typeface="Arial"/>
                <a:ea typeface="Arial"/>
                <a:cs typeface="Arial"/>
              </a:defRPr>
            </a:lvl8pPr>
            <a:lvl9pPr>
              <a:defRPr sz="1200" b="0">
                <a:solidFill>
                  <a:srgbClr val="50616A"/>
                </a:solidFill>
                <a:latin typeface="Arial"/>
                <a:ea typeface="Arial"/>
                <a:cs typeface="Arial"/>
              </a:defRPr>
            </a:lvl9pPr>
          </a:lstStyle>
          <a:p xmlns:a="http://schemas.openxmlformats.org/drawingml/2006/main">
            <a:pPr>
              <a:defRPr sz="1200" b="0">
                <a:solidFill>
                  <a:srgbClr val="50616A"/>
                </a:solidFill>
                <a:latin typeface="Arial"/>
                <a:ea typeface="Arial"/>
                <a:cs typeface="Arial"/>
              </a:defRPr>
            </a:pPr>
            <a:r>
              <a:rPr sz="1200" b="0">
                <a:solidFill>
                  <a:srgbClr val="50616A"/>
                </a:solidFill>
                <a:latin typeface="Arial"/>
                <a:ea typeface="Arial"/>
                <a:cs typeface="Arial"/>
              </a:rPr>
              <a:t>21 / 26</a:t>
            </a:r>
          </a:p>
        </p:txBody>
      </p:sp>
      <p:sp>
        <p:nvSpPr>
          <p:cNvPr id="9" name="">
            <a:extLst xmlns:a="http://schemas.openxmlformats.org/drawingml/2006/main">
              <a:ext uri="{FF2B5EF4-FFF2-40B4-BE49-F238E27FC236}">
                <a16:creationId xmlns:a16="http://schemas.microsoft.com/office/drawing/2014/main" id="{2101F7B9-7AE2-49F5-8499-AC7319734D42}"/>
              </a:ext>
            </a:extLst>
          </p:cNvPr>
          <p:cNvSpPr>
            <a:spLocks xmlns:a="http://schemas.openxmlformats.org/drawingml/2006/main" noGrp="1"/>
          </p:cNvSpPr>
          <p:nvPr/>
        </p:nvSpPr>
        <p:spPr>
          <a:xfrm xmlns:a="http://schemas.openxmlformats.org/drawingml/2006/main">
            <a:off x="647700" y="6438900"/>
            <a:ext cx="98583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0616A"/>
                </a:solidFill>
                <a:latin typeface="Arial"/>
                <a:ea typeface="Arial"/>
                <a:cs typeface="Arial"/>
              </a:defRPr>
            </a:defPPr>
            <a:lvl1pPr>
              <a:defRPr sz="1050" b="0">
                <a:solidFill>
                  <a:srgbClr val="50616A"/>
                </a:solidFill>
                <a:latin typeface="Arial"/>
                <a:ea typeface="Arial"/>
                <a:cs typeface="Arial"/>
              </a:defRPr>
            </a:lvl1pPr>
            <a:lvl2pPr>
              <a:defRPr sz="1050" b="0">
                <a:solidFill>
                  <a:srgbClr val="50616A"/>
                </a:solidFill>
                <a:latin typeface="Arial"/>
                <a:ea typeface="Arial"/>
                <a:cs typeface="Arial"/>
              </a:defRPr>
            </a:lvl2pPr>
            <a:lvl3pPr>
              <a:defRPr sz="1050" b="0">
                <a:solidFill>
                  <a:srgbClr val="50616A"/>
                </a:solidFill>
                <a:latin typeface="Arial"/>
                <a:ea typeface="Arial"/>
                <a:cs typeface="Arial"/>
              </a:defRPr>
            </a:lvl3pPr>
            <a:lvl4pPr>
              <a:defRPr sz="1050" b="0">
                <a:solidFill>
                  <a:srgbClr val="50616A"/>
                </a:solidFill>
                <a:latin typeface="Arial"/>
                <a:ea typeface="Arial"/>
                <a:cs typeface="Arial"/>
              </a:defRPr>
            </a:lvl4pPr>
            <a:lvl5pPr>
              <a:defRPr sz="1050" b="0">
                <a:solidFill>
                  <a:srgbClr val="50616A"/>
                </a:solidFill>
                <a:latin typeface="Arial"/>
                <a:ea typeface="Arial"/>
                <a:cs typeface="Arial"/>
              </a:defRPr>
            </a:lvl5pPr>
            <a:lvl6pPr>
              <a:defRPr sz="1050" b="0">
                <a:solidFill>
                  <a:srgbClr val="50616A"/>
                </a:solidFill>
                <a:latin typeface="Arial"/>
                <a:ea typeface="Arial"/>
                <a:cs typeface="Arial"/>
              </a:defRPr>
            </a:lvl6pPr>
            <a:lvl7pPr>
              <a:defRPr sz="1050" b="0">
                <a:solidFill>
                  <a:srgbClr val="50616A"/>
                </a:solidFill>
                <a:latin typeface="Arial"/>
                <a:ea typeface="Arial"/>
                <a:cs typeface="Arial"/>
              </a:defRPr>
            </a:lvl7pPr>
            <a:lvl8pPr>
              <a:defRPr sz="1050" b="0">
                <a:solidFill>
                  <a:srgbClr val="50616A"/>
                </a:solidFill>
                <a:latin typeface="Arial"/>
                <a:ea typeface="Arial"/>
                <a:cs typeface="Arial"/>
              </a:defRPr>
            </a:lvl8pPr>
            <a:lvl9pPr>
              <a:defRPr sz="1050" b="0">
                <a:solidFill>
                  <a:srgbClr val="50616A"/>
                </a:solidFill>
                <a:latin typeface="Arial"/>
                <a:ea typeface="Arial"/>
                <a:cs typeface="Arial"/>
              </a:defRPr>
            </a:lvl9pPr>
          </a:lstStyle>
          <a:p xmlns:a="http://schemas.openxmlformats.org/drawingml/2006/main">
            <a:pPr>
              <a:defRPr sz="1050" b="0">
                <a:solidFill>
                  <a:srgbClr val="50616A"/>
                </a:solidFill>
                <a:latin typeface="Arial"/>
                <a:ea typeface="Arial"/>
                <a:cs typeface="Arial"/>
              </a:defRPr>
            </a:pPr>
            <a:r>
              <a:rPr sz="1050">
                <a:solidFill>
                  <a:srgbClr val="50616A"/>
                </a:solidFill>
                <a:latin typeface="Arial"/>
                <a:ea typeface="Arial"/>
                <a:cs typeface="Arial"/>
              </a:rPr>
              <a:t>Kaynaklar: </a:t>
            </a:r>
            <a:r>
              <a:rPr sz="1050">
                <a:solidFill>
                  <a:srgbClr val="50616A"/>
                </a:solidFill>
                <a:latin typeface="Arial"/>
                <a:ea typeface="Arial"/>
                <a:cs typeface="Arial"/>
                <a:hlinkClick xmlns:r="http://schemas.openxmlformats.org/officeDocument/2006/relationships" r:id="Rd3ef752265e54b42"/>
              </a:rPr>
              <a:t>S26  </a:t>
            </a:r>
            <a:r>
              <a:rPr sz="1050">
                <a:solidFill>
                  <a:srgbClr val="50616A"/>
                </a:solidFill>
                <a:latin typeface="Arial"/>
                <a:ea typeface="Arial"/>
                <a:cs typeface="Arial"/>
                <a:hlinkClick xmlns:r="http://schemas.openxmlformats.org/officeDocument/2006/relationships" r:id="R46dc6fb6dc0644d9"/>
              </a:rPr>
              <a:t>S27  </a:t>
            </a:r>
            <a:r>
              <a:rPr sz="1050">
                <a:solidFill>
                  <a:srgbClr val="50616A"/>
                </a:solidFill>
                <a:latin typeface="Arial"/>
                <a:ea typeface="Arial"/>
                <a:cs typeface="Arial"/>
                <a:hlinkClick xmlns:r="http://schemas.openxmlformats.org/officeDocument/2006/relationships" r:id="Reea1efbf08ce414e"/>
              </a:rPr>
              <a:t>S28  </a:t>
            </a:r>
          </a:p>
        </p:txBody>
      </p:sp>
    </p:spTree>
    <p:extLst>
      <p:ext uri="{BB962C8B-B14F-4D97-AF65-F5344CB8AC3E}">
        <p14:creationId xmlns:p14="http://schemas.microsoft.com/office/powerpoint/2010/main" val="1352208614"/>
      </p:ext>
    </p:extLst>
  </p:cSld>
</p:sld>
</file>

<file path=ppt/slides/slide22.xml><?xml version="1.0" encoding="utf-8"?>
<p:sld xmlns:p="http://schemas.openxmlformats.org/presentationml/2006/main">
  <p:cSld>
    <p:bg>
      <p:bgPr>
        <a:solidFill xmlns:a="http://schemas.openxmlformats.org/drawingml/2006/main">
          <a:srgbClr val="F5F4F0"/>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78628A1-82AA-4B88-A604-0FF5D323E898}"/>
              </a:ext>
            </a:extLst>
          </p:cNvPr>
          <p:cNvSpPr>
            <a:spLocks xmlns:a="http://schemas.openxmlformats.org/drawingml/2006/main" noGrp="1"/>
          </p:cNvSpPr>
          <p:nvPr/>
        </p:nvSpPr>
        <p:spPr>
          <a:xfrm xmlns:a="http://schemas.openxmlformats.org/drawingml/2006/main">
            <a:off x="647700" y="49530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52E3D"/>
                </a:solidFill>
                <a:latin typeface="Arial"/>
                <a:ea typeface="Arial"/>
                <a:cs typeface="Arial"/>
              </a:defRPr>
            </a:defPPr>
            <a:lvl1pPr>
              <a:defRPr sz="3300" b="1">
                <a:solidFill>
                  <a:srgbClr val="152E3D"/>
                </a:solidFill>
                <a:latin typeface="Arial"/>
                <a:ea typeface="Arial"/>
                <a:cs typeface="Arial"/>
              </a:defRPr>
            </a:lvl1pPr>
            <a:lvl2pPr>
              <a:defRPr sz="3300" b="1">
                <a:solidFill>
                  <a:srgbClr val="152E3D"/>
                </a:solidFill>
                <a:latin typeface="Arial"/>
                <a:ea typeface="Arial"/>
                <a:cs typeface="Arial"/>
              </a:defRPr>
            </a:lvl2pPr>
            <a:lvl3pPr>
              <a:defRPr sz="3300" b="1">
                <a:solidFill>
                  <a:srgbClr val="152E3D"/>
                </a:solidFill>
                <a:latin typeface="Arial"/>
                <a:ea typeface="Arial"/>
                <a:cs typeface="Arial"/>
              </a:defRPr>
            </a:lvl3pPr>
            <a:lvl4pPr>
              <a:defRPr sz="3300" b="1">
                <a:solidFill>
                  <a:srgbClr val="152E3D"/>
                </a:solidFill>
                <a:latin typeface="Arial"/>
                <a:ea typeface="Arial"/>
                <a:cs typeface="Arial"/>
              </a:defRPr>
            </a:lvl4pPr>
            <a:lvl5pPr>
              <a:defRPr sz="3300" b="1">
                <a:solidFill>
                  <a:srgbClr val="152E3D"/>
                </a:solidFill>
                <a:latin typeface="Arial"/>
                <a:ea typeface="Arial"/>
                <a:cs typeface="Arial"/>
              </a:defRPr>
            </a:lvl5pPr>
            <a:lvl6pPr>
              <a:defRPr sz="3300" b="1">
                <a:solidFill>
                  <a:srgbClr val="152E3D"/>
                </a:solidFill>
                <a:latin typeface="Arial"/>
                <a:ea typeface="Arial"/>
                <a:cs typeface="Arial"/>
              </a:defRPr>
            </a:lvl6pPr>
            <a:lvl7pPr>
              <a:defRPr sz="3300" b="1">
                <a:solidFill>
                  <a:srgbClr val="152E3D"/>
                </a:solidFill>
                <a:latin typeface="Arial"/>
                <a:ea typeface="Arial"/>
                <a:cs typeface="Arial"/>
              </a:defRPr>
            </a:lvl7pPr>
            <a:lvl8pPr>
              <a:defRPr sz="3300" b="1">
                <a:solidFill>
                  <a:srgbClr val="152E3D"/>
                </a:solidFill>
                <a:latin typeface="Arial"/>
                <a:ea typeface="Arial"/>
                <a:cs typeface="Arial"/>
              </a:defRPr>
            </a:lvl8pPr>
            <a:lvl9pPr>
              <a:defRPr sz="3300" b="1">
                <a:solidFill>
                  <a:srgbClr val="152E3D"/>
                </a:solidFill>
                <a:latin typeface="Arial"/>
                <a:ea typeface="Arial"/>
                <a:cs typeface="Arial"/>
              </a:defRPr>
            </a:lvl9pPr>
          </a:lstStyle>
          <a:p xmlns:a="http://schemas.openxmlformats.org/drawingml/2006/main">
            <a:pPr>
              <a:defRPr sz="3300" b="1">
                <a:solidFill>
                  <a:srgbClr val="152E3D"/>
                </a:solidFill>
                <a:latin typeface="Arial"/>
                <a:ea typeface="Arial"/>
                <a:cs typeface="Arial"/>
              </a:defRPr>
            </a:pPr>
            <a:r>
              <a:rPr sz="3300" b="1">
                <a:solidFill>
                  <a:srgbClr val="152E3D"/>
                </a:solidFill>
                <a:latin typeface="Arial"/>
                <a:ea typeface="Arial"/>
                <a:cs typeface="Arial"/>
              </a:rPr>
              <a:t>Ek F · Agent için önerilen API sözleşmesi</a:t>
            </a:r>
          </a:p>
        </p:txBody>
      </p:sp>
      <p:sp>
        <p:nvSpPr>
          <p:cNvPr id="2" name="">
            <a:extLst xmlns:a="http://schemas.openxmlformats.org/drawingml/2006/main">
              <a:ext uri="{FF2B5EF4-FFF2-40B4-BE49-F238E27FC236}">
                <a16:creationId xmlns:a16="http://schemas.microsoft.com/office/drawing/2014/main" id="{8BCA4C5A-283D-49EB-83E1-C27291B750AB}"/>
              </a:ext>
            </a:extLst>
          </p:cNvPr>
          <p:cNvSpPr>
            <a:spLocks xmlns:a="http://schemas.openxmlformats.org/drawingml/2006/main" noGrp="1"/>
          </p:cNvSpPr>
          <p:nvPr/>
        </p:nvSpPr>
        <p:spPr>
          <a:xfrm xmlns:a="http://schemas.openxmlformats.org/drawingml/2006/main">
            <a:off x="647700" y="1323975"/>
            <a:ext cx="108966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50616A"/>
                </a:solidFill>
                <a:latin typeface="Arial"/>
                <a:ea typeface="Arial"/>
                <a:cs typeface="Arial"/>
              </a:defRPr>
            </a:defPPr>
            <a:lvl1pPr>
              <a:defRPr sz="1875" b="0">
                <a:solidFill>
                  <a:srgbClr val="50616A"/>
                </a:solidFill>
                <a:latin typeface="Arial"/>
                <a:ea typeface="Arial"/>
                <a:cs typeface="Arial"/>
              </a:defRPr>
            </a:lvl1pPr>
            <a:lvl2pPr>
              <a:defRPr sz="1875" b="0">
                <a:solidFill>
                  <a:srgbClr val="50616A"/>
                </a:solidFill>
                <a:latin typeface="Arial"/>
                <a:ea typeface="Arial"/>
                <a:cs typeface="Arial"/>
              </a:defRPr>
            </a:lvl2pPr>
            <a:lvl3pPr>
              <a:defRPr sz="1875" b="0">
                <a:solidFill>
                  <a:srgbClr val="50616A"/>
                </a:solidFill>
                <a:latin typeface="Arial"/>
                <a:ea typeface="Arial"/>
                <a:cs typeface="Arial"/>
              </a:defRPr>
            </a:lvl3pPr>
            <a:lvl4pPr>
              <a:defRPr sz="1875" b="0">
                <a:solidFill>
                  <a:srgbClr val="50616A"/>
                </a:solidFill>
                <a:latin typeface="Arial"/>
                <a:ea typeface="Arial"/>
                <a:cs typeface="Arial"/>
              </a:defRPr>
            </a:lvl4pPr>
            <a:lvl5pPr>
              <a:defRPr sz="1875" b="0">
                <a:solidFill>
                  <a:srgbClr val="50616A"/>
                </a:solidFill>
                <a:latin typeface="Arial"/>
                <a:ea typeface="Arial"/>
                <a:cs typeface="Arial"/>
              </a:defRPr>
            </a:lvl5pPr>
            <a:lvl6pPr>
              <a:defRPr sz="1875" b="0">
                <a:solidFill>
                  <a:srgbClr val="50616A"/>
                </a:solidFill>
                <a:latin typeface="Arial"/>
                <a:ea typeface="Arial"/>
                <a:cs typeface="Arial"/>
              </a:defRPr>
            </a:lvl6pPr>
            <a:lvl7pPr>
              <a:defRPr sz="1875" b="0">
                <a:solidFill>
                  <a:srgbClr val="50616A"/>
                </a:solidFill>
                <a:latin typeface="Arial"/>
                <a:ea typeface="Arial"/>
                <a:cs typeface="Arial"/>
              </a:defRPr>
            </a:lvl7pPr>
            <a:lvl8pPr>
              <a:defRPr sz="1875" b="0">
                <a:solidFill>
                  <a:srgbClr val="50616A"/>
                </a:solidFill>
                <a:latin typeface="Arial"/>
                <a:ea typeface="Arial"/>
                <a:cs typeface="Arial"/>
              </a:defRPr>
            </a:lvl8pPr>
            <a:lvl9pPr>
              <a:defRPr sz="1875" b="0">
                <a:solidFill>
                  <a:srgbClr val="50616A"/>
                </a:solidFill>
                <a:latin typeface="Arial"/>
                <a:ea typeface="Arial"/>
                <a:cs typeface="Arial"/>
              </a:defRPr>
            </a:lvl9pPr>
          </a:lstStyle>
          <a:p xmlns:a="http://schemas.openxmlformats.org/drawingml/2006/main">
            <a:pPr>
              <a:defRPr sz="1875" b="0">
                <a:solidFill>
                  <a:srgbClr val="50616A"/>
                </a:solidFill>
                <a:latin typeface="Arial"/>
                <a:ea typeface="Arial"/>
                <a:cs typeface="Arial"/>
              </a:defRPr>
            </a:pPr>
            <a:r>
              <a:rPr sz="1875" b="0">
                <a:solidFill>
                  <a:srgbClr val="50616A"/>
                </a:solidFill>
                <a:latin typeface="Arial"/>
                <a:ea typeface="Arial"/>
                <a:cs typeface="Arial"/>
              </a:rPr>
              <a:t>Uygulama önerisi: LLM niyet ve parametre seçer, backend izinli şablonu kurar.</a:t>
            </a:r>
          </a:p>
        </p:txBody>
      </p:sp>
      <p:sp>
        <p:nvSpPr>
          <p:cNvPr id="3" name="">
            <a:extLst xmlns:a="http://schemas.openxmlformats.org/drawingml/2006/main">
              <a:ext uri="{FF2B5EF4-FFF2-40B4-BE49-F238E27FC236}">
                <a16:creationId xmlns:a16="http://schemas.microsoft.com/office/drawing/2014/main" id="{41311387-A21A-474A-971F-576EE508D71D}"/>
              </a:ext>
            </a:extLst>
          </p:cNvPr>
          <p:cNvSpPr>
            <a:spLocks xmlns:a="http://schemas.openxmlformats.org/drawingml/2006/main" noGrp="1"/>
          </p:cNvSpPr>
          <p:nvPr/>
        </p:nvSpPr>
        <p:spPr>
          <a:xfrm xmlns:a="http://schemas.openxmlformats.org/drawingml/2006/main">
            <a:off x="647700" y="2305050"/>
            <a:ext cx="5238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152E3D"/>
                </a:solidFill>
                <a:latin typeface="Arial"/>
                <a:ea typeface="Arial"/>
                <a:cs typeface="Arial"/>
              </a:defRPr>
            </a:defPPr>
            <a:lvl1pPr>
              <a:defRPr sz="2025" b="1">
                <a:solidFill>
                  <a:srgbClr val="152E3D"/>
                </a:solidFill>
                <a:latin typeface="Arial"/>
                <a:ea typeface="Arial"/>
                <a:cs typeface="Arial"/>
              </a:defRPr>
            </a:lvl1pPr>
            <a:lvl2pPr>
              <a:defRPr sz="2025" b="1">
                <a:solidFill>
                  <a:srgbClr val="152E3D"/>
                </a:solidFill>
                <a:latin typeface="Arial"/>
                <a:ea typeface="Arial"/>
                <a:cs typeface="Arial"/>
              </a:defRPr>
            </a:lvl2pPr>
            <a:lvl3pPr>
              <a:defRPr sz="2025" b="1">
                <a:solidFill>
                  <a:srgbClr val="152E3D"/>
                </a:solidFill>
                <a:latin typeface="Arial"/>
                <a:ea typeface="Arial"/>
                <a:cs typeface="Arial"/>
              </a:defRPr>
            </a:lvl3pPr>
            <a:lvl4pPr>
              <a:defRPr sz="2025" b="1">
                <a:solidFill>
                  <a:srgbClr val="152E3D"/>
                </a:solidFill>
                <a:latin typeface="Arial"/>
                <a:ea typeface="Arial"/>
                <a:cs typeface="Arial"/>
              </a:defRPr>
            </a:lvl4pPr>
            <a:lvl5pPr>
              <a:defRPr sz="2025" b="1">
                <a:solidFill>
                  <a:srgbClr val="152E3D"/>
                </a:solidFill>
                <a:latin typeface="Arial"/>
                <a:ea typeface="Arial"/>
                <a:cs typeface="Arial"/>
              </a:defRPr>
            </a:lvl5pPr>
            <a:lvl6pPr>
              <a:defRPr sz="2025" b="1">
                <a:solidFill>
                  <a:srgbClr val="152E3D"/>
                </a:solidFill>
                <a:latin typeface="Arial"/>
                <a:ea typeface="Arial"/>
                <a:cs typeface="Arial"/>
              </a:defRPr>
            </a:lvl6pPr>
            <a:lvl7pPr>
              <a:defRPr sz="2025" b="1">
                <a:solidFill>
                  <a:srgbClr val="152E3D"/>
                </a:solidFill>
                <a:latin typeface="Arial"/>
                <a:ea typeface="Arial"/>
                <a:cs typeface="Arial"/>
              </a:defRPr>
            </a:lvl7pPr>
            <a:lvl8pPr>
              <a:defRPr sz="2025" b="1">
                <a:solidFill>
                  <a:srgbClr val="152E3D"/>
                </a:solidFill>
                <a:latin typeface="Arial"/>
                <a:ea typeface="Arial"/>
                <a:cs typeface="Arial"/>
              </a:defRPr>
            </a:lvl8pPr>
            <a:lvl9pPr>
              <a:defRPr sz="2025" b="1">
                <a:solidFill>
                  <a:srgbClr val="152E3D"/>
                </a:solidFill>
                <a:latin typeface="Arial"/>
                <a:ea typeface="Arial"/>
                <a:cs typeface="Arial"/>
              </a:defRPr>
            </a:lvl9pPr>
          </a:lstStyle>
          <a:p xmlns:a="http://schemas.openxmlformats.org/drawingml/2006/main">
            <a:pPr>
              <a:defRPr sz="2025" b="1">
                <a:solidFill>
                  <a:srgbClr val="152E3D"/>
                </a:solidFill>
                <a:latin typeface="Arial"/>
                <a:ea typeface="Arial"/>
                <a:cs typeface="Arial"/>
              </a:defRPr>
            </a:pPr>
            <a:r>
              <a:rPr sz="2025" b="1">
                <a:solidFill>
                  <a:srgbClr val="152E3D"/>
                </a:solidFill>
                <a:latin typeface="Arial"/>
                <a:ea typeface="Arial"/>
                <a:cs typeface="Arial"/>
              </a:rPr>
              <a:t>Örnek uygulama planı</a:t>
            </a:r>
          </a:p>
        </p:txBody>
      </p:sp>
      <p:sp>
        <p:nvSpPr>
          <p:cNvPr id="4" name="">
            <a:extLst xmlns:a="http://schemas.openxmlformats.org/drawingml/2006/main">
              <a:ext uri="{FF2B5EF4-FFF2-40B4-BE49-F238E27FC236}">
                <a16:creationId xmlns:a16="http://schemas.microsoft.com/office/drawing/2014/main" id="{15DB5A07-BB13-4E13-8B2A-5186A09A8CAB}"/>
              </a:ext>
            </a:extLst>
          </p:cNvPr>
          <p:cNvSpPr>
            <a:spLocks xmlns:a="http://schemas.openxmlformats.org/drawingml/2006/main" noGrp="1"/>
          </p:cNvSpPr>
          <p:nvPr/>
        </p:nvSpPr>
        <p:spPr>
          <a:xfrm xmlns:a="http://schemas.openxmlformats.org/drawingml/2006/main">
            <a:off x="6400800" y="2305050"/>
            <a:ext cx="5143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1">
                <a:solidFill>
                  <a:srgbClr val="152E3D"/>
                </a:solidFill>
                <a:latin typeface="Arial"/>
                <a:ea typeface="Arial"/>
                <a:cs typeface="Arial"/>
              </a:defRPr>
            </a:defPPr>
            <a:lvl1pPr>
              <a:defRPr sz="1875" b="1">
                <a:solidFill>
                  <a:srgbClr val="152E3D"/>
                </a:solidFill>
                <a:latin typeface="Arial"/>
                <a:ea typeface="Arial"/>
                <a:cs typeface="Arial"/>
              </a:defRPr>
            </a:lvl1pPr>
            <a:lvl2pPr>
              <a:defRPr sz="1875" b="1">
                <a:solidFill>
                  <a:srgbClr val="152E3D"/>
                </a:solidFill>
                <a:latin typeface="Arial"/>
                <a:ea typeface="Arial"/>
                <a:cs typeface="Arial"/>
              </a:defRPr>
            </a:lvl2pPr>
            <a:lvl3pPr>
              <a:defRPr sz="1875" b="1">
                <a:solidFill>
                  <a:srgbClr val="152E3D"/>
                </a:solidFill>
                <a:latin typeface="Arial"/>
                <a:ea typeface="Arial"/>
                <a:cs typeface="Arial"/>
              </a:defRPr>
            </a:lvl3pPr>
            <a:lvl4pPr>
              <a:defRPr sz="1875" b="1">
                <a:solidFill>
                  <a:srgbClr val="152E3D"/>
                </a:solidFill>
                <a:latin typeface="Arial"/>
                <a:ea typeface="Arial"/>
                <a:cs typeface="Arial"/>
              </a:defRPr>
            </a:lvl4pPr>
            <a:lvl5pPr>
              <a:defRPr sz="1875" b="1">
                <a:solidFill>
                  <a:srgbClr val="152E3D"/>
                </a:solidFill>
                <a:latin typeface="Arial"/>
                <a:ea typeface="Arial"/>
                <a:cs typeface="Arial"/>
              </a:defRPr>
            </a:lvl5pPr>
            <a:lvl6pPr>
              <a:defRPr sz="1875" b="1">
                <a:solidFill>
                  <a:srgbClr val="152E3D"/>
                </a:solidFill>
                <a:latin typeface="Arial"/>
                <a:ea typeface="Arial"/>
                <a:cs typeface="Arial"/>
              </a:defRPr>
            </a:lvl6pPr>
            <a:lvl7pPr>
              <a:defRPr sz="1875" b="1">
                <a:solidFill>
                  <a:srgbClr val="152E3D"/>
                </a:solidFill>
                <a:latin typeface="Arial"/>
                <a:ea typeface="Arial"/>
                <a:cs typeface="Arial"/>
              </a:defRPr>
            </a:lvl7pPr>
            <a:lvl8pPr>
              <a:defRPr sz="1875" b="1">
                <a:solidFill>
                  <a:srgbClr val="152E3D"/>
                </a:solidFill>
                <a:latin typeface="Arial"/>
                <a:ea typeface="Arial"/>
                <a:cs typeface="Arial"/>
              </a:defRPr>
            </a:lvl8pPr>
            <a:lvl9pPr>
              <a:defRPr sz="1875" b="1">
                <a:solidFill>
                  <a:srgbClr val="152E3D"/>
                </a:solidFill>
                <a:latin typeface="Arial"/>
                <a:ea typeface="Arial"/>
                <a:cs typeface="Arial"/>
              </a:defRPr>
            </a:lvl9pPr>
          </a:lstStyle>
          <a:p xmlns:a="http://schemas.openxmlformats.org/drawingml/2006/main">
            <a:pPr>
              <a:defRPr sz="1875" b="1">
                <a:solidFill>
                  <a:srgbClr val="152E3D"/>
                </a:solidFill>
                <a:latin typeface="Arial"/>
                <a:ea typeface="Arial"/>
                <a:cs typeface="Arial"/>
              </a:defRPr>
            </a:pPr>
            <a:r>
              <a:rPr sz="1875" b="1">
                <a:solidFill>
                  <a:srgbClr val="152E3D"/>
                </a:solidFill>
                <a:latin typeface="Arial"/>
                <a:ea typeface="Arial"/>
                <a:cs typeface="Arial"/>
              </a:rPr>
              <a:t>Yalnız PPL üretme seçeneği</a:t>
            </a:r>
          </a:p>
        </p:txBody>
      </p:sp>
      <p:sp>
        <p:nvSpPr>
          <p:cNvPr id="5" name="">
            <a:extLst xmlns:a="http://schemas.openxmlformats.org/drawingml/2006/main">
              <a:ext uri="{FF2B5EF4-FFF2-40B4-BE49-F238E27FC236}">
                <a16:creationId xmlns:a16="http://schemas.microsoft.com/office/drawing/2014/main" id="{EB5547AC-1A45-4E0D-AB99-910AB6F56A8F}"/>
              </a:ext>
            </a:extLst>
          </p:cNvPr>
          <p:cNvSpPr>
            <a:spLocks xmlns:a="http://schemas.openxmlformats.org/drawingml/2006/main" noGrp="1"/>
          </p:cNvSpPr>
          <p:nvPr/>
        </p:nvSpPr>
        <p:spPr>
          <a:xfrm xmlns:a="http://schemas.openxmlformats.org/drawingml/2006/main">
            <a:off x="647700" y="3114675"/>
            <a:ext cx="52387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575" b="1">
                <a:solidFill>
                  <a:srgbClr val="007F83"/>
                </a:solidFill>
                <a:latin typeface="Courier New"/>
                <a:ea typeface="Courier New"/>
                <a:cs typeface="Courier New"/>
              </a:defRPr>
            </a:defPPr>
            <a:lvl1pPr>
              <a:defRPr sz="1575" b="1">
                <a:solidFill>
                  <a:srgbClr val="007F83"/>
                </a:solidFill>
                <a:latin typeface="Courier New"/>
                <a:ea typeface="Courier New"/>
                <a:cs typeface="Courier New"/>
              </a:defRPr>
            </a:lvl1pPr>
            <a:lvl2pPr>
              <a:defRPr sz="1575" b="1">
                <a:solidFill>
                  <a:srgbClr val="007F83"/>
                </a:solidFill>
                <a:latin typeface="Courier New"/>
                <a:ea typeface="Courier New"/>
                <a:cs typeface="Courier New"/>
              </a:defRPr>
            </a:lvl2pPr>
            <a:lvl3pPr>
              <a:defRPr sz="1575" b="1">
                <a:solidFill>
                  <a:srgbClr val="007F83"/>
                </a:solidFill>
                <a:latin typeface="Courier New"/>
                <a:ea typeface="Courier New"/>
                <a:cs typeface="Courier New"/>
              </a:defRPr>
            </a:lvl3pPr>
            <a:lvl4pPr>
              <a:defRPr sz="1575" b="1">
                <a:solidFill>
                  <a:srgbClr val="007F83"/>
                </a:solidFill>
                <a:latin typeface="Courier New"/>
                <a:ea typeface="Courier New"/>
                <a:cs typeface="Courier New"/>
              </a:defRPr>
            </a:lvl4pPr>
            <a:lvl5pPr>
              <a:defRPr sz="1575" b="1">
                <a:solidFill>
                  <a:srgbClr val="007F83"/>
                </a:solidFill>
                <a:latin typeface="Courier New"/>
                <a:ea typeface="Courier New"/>
                <a:cs typeface="Courier New"/>
              </a:defRPr>
            </a:lvl5pPr>
            <a:lvl6pPr>
              <a:defRPr sz="1575" b="1">
                <a:solidFill>
                  <a:srgbClr val="007F83"/>
                </a:solidFill>
                <a:latin typeface="Courier New"/>
                <a:ea typeface="Courier New"/>
                <a:cs typeface="Courier New"/>
              </a:defRPr>
            </a:lvl6pPr>
            <a:lvl7pPr>
              <a:defRPr sz="1575" b="1">
                <a:solidFill>
                  <a:srgbClr val="007F83"/>
                </a:solidFill>
                <a:latin typeface="Courier New"/>
                <a:ea typeface="Courier New"/>
                <a:cs typeface="Courier New"/>
              </a:defRPr>
            </a:lvl7pPr>
            <a:lvl8pPr>
              <a:defRPr sz="1575" b="1">
                <a:solidFill>
                  <a:srgbClr val="007F83"/>
                </a:solidFill>
                <a:latin typeface="Courier New"/>
                <a:ea typeface="Courier New"/>
                <a:cs typeface="Courier New"/>
              </a:defRPr>
            </a:lvl8pPr>
            <a:lvl9pPr>
              <a:defRPr sz="1575" b="1">
                <a:solidFill>
                  <a:srgbClr val="007F83"/>
                </a:solidFill>
                <a:latin typeface="Courier New"/>
                <a:ea typeface="Courier New"/>
                <a:cs typeface="Courier New"/>
              </a:defRPr>
            </a:lvl9pPr>
          </a:lstStyle>
          <a:p xmlns:a="http://schemas.openxmlformats.org/drawingml/2006/main">
            <a:pPr>
              <a:defRPr sz="1575" b="1">
                <a:solidFill>
                  <a:srgbClr val="007F83"/>
                </a:solidFill>
                <a:latin typeface="Courier New"/>
                <a:ea typeface="Courier New"/>
                <a:cs typeface="Courier New"/>
              </a:defRPr>
            </a:pPr>
            <a:r>
              <a:rPr sz="1575" b="1">
                <a:solidFill>
                  <a:srgbClr val="007F83"/>
                </a:solidFill>
                <a:latin typeface="Courier New"/>
                <a:ea typeface="Courier New"/>
                <a:cs typeface="Courier New"/>
              </a:rPr>
              <a:t>{</a:t>
            </a:r>
          </a:p>
          <a:p xmlns:a="http://schemas.openxmlformats.org/drawingml/2006/main">
            <a:pPr>
              <a:defRPr sz="1575" b="1">
                <a:solidFill>
                  <a:srgbClr val="007F83"/>
                </a:solidFill>
                <a:latin typeface="Courier New"/>
                <a:ea typeface="Courier New"/>
                <a:cs typeface="Courier New"/>
              </a:defRPr>
            </a:pPr>
            <a:r>
              <a:rPr sz="1575" b="1">
                <a:solidFill>
                  <a:srgbClr val="007F83"/>
                </a:solidFill>
                <a:latin typeface="Courier New"/>
                <a:ea typeface="Courier New"/>
                <a:cs typeface="Courier New"/>
              </a:rPr>
              <a:t>  "intent":"error_count_by_service",</a:t>
            </a:r>
          </a:p>
          <a:p xmlns:a="http://schemas.openxmlformats.org/drawingml/2006/main">
            <a:pPr>
              <a:defRPr sz="1575" b="1">
                <a:solidFill>
                  <a:srgbClr val="007F83"/>
                </a:solidFill>
                <a:latin typeface="Courier New"/>
                <a:ea typeface="Courier New"/>
                <a:cs typeface="Courier New"/>
              </a:defRPr>
            </a:pPr>
            <a:r>
              <a:rPr sz="1575" b="1">
                <a:solidFill>
                  <a:srgbClr val="007F83"/>
                </a:solidFill>
                <a:latin typeface="Courier New"/>
                <a:ea typeface="Courier New"/>
                <a:cs typeface="Courier New"/>
              </a:rPr>
              <a:t>  "dataset":"logs_demo",</a:t>
            </a:r>
          </a:p>
          <a:p xmlns:a="http://schemas.openxmlformats.org/drawingml/2006/main">
            <a:pPr>
              <a:defRPr sz="1575" b="1">
                <a:solidFill>
                  <a:srgbClr val="007F83"/>
                </a:solidFill>
                <a:latin typeface="Courier New"/>
                <a:ea typeface="Courier New"/>
                <a:cs typeface="Courier New"/>
              </a:defRPr>
            </a:pPr>
            <a:r>
              <a:rPr sz="1575" b="1">
                <a:solidFill>
                  <a:srgbClr val="007F83"/>
                </a:solidFill>
                <a:latin typeface="Courier New"/>
                <a:ea typeface="Courier New"/>
                <a:cs typeface="Courier New"/>
              </a:rPr>
              <a:t>  "environment":"prod",</a:t>
            </a:r>
          </a:p>
          <a:p xmlns:a="http://schemas.openxmlformats.org/drawingml/2006/main">
            <a:pPr>
              <a:defRPr sz="1575" b="1">
                <a:solidFill>
                  <a:srgbClr val="007F83"/>
                </a:solidFill>
                <a:latin typeface="Courier New"/>
                <a:ea typeface="Courier New"/>
                <a:cs typeface="Courier New"/>
              </a:defRPr>
            </a:pPr>
            <a:r>
              <a:rPr sz="1575" b="1">
                <a:solidFill>
                  <a:srgbClr val="007F83"/>
                </a:solidFill>
                <a:latin typeface="Courier New"/>
                <a:ea typeface="Courier New"/>
                <a:cs typeface="Courier New"/>
              </a:rPr>
              <a:t>  "start_utc":"2026-10-29T10:00:00Z",</a:t>
            </a:r>
          </a:p>
          <a:p xmlns:a="http://schemas.openxmlformats.org/drawingml/2006/main">
            <a:pPr>
              <a:defRPr sz="1575" b="1">
                <a:solidFill>
                  <a:srgbClr val="007F83"/>
                </a:solidFill>
                <a:latin typeface="Courier New"/>
                <a:ea typeface="Courier New"/>
                <a:cs typeface="Courier New"/>
              </a:defRPr>
            </a:pPr>
            <a:r>
              <a:rPr sz="1575" b="1">
                <a:solidFill>
                  <a:srgbClr val="007F83"/>
                </a:solidFill>
                <a:latin typeface="Courier New"/>
                <a:ea typeface="Courier New"/>
                <a:cs typeface="Courier New"/>
              </a:rPr>
              <a:t>  "end_utc":"2026-10-29T10:15:00Z"</a:t>
            </a:r>
          </a:p>
          <a:p xmlns:a="http://schemas.openxmlformats.org/drawingml/2006/main">
            <a:pPr>
              <a:defRPr sz="1575" b="1">
                <a:solidFill>
                  <a:srgbClr val="007F83"/>
                </a:solidFill>
                <a:latin typeface="Courier New"/>
                <a:ea typeface="Courier New"/>
                <a:cs typeface="Courier New"/>
              </a:defRPr>
            </a:pPr>
            <a:r>
              <a:rPr sz="1575" b="1">
                <a:solidFill>
                  <a:srgbClr val="007F83"/>
                </a:solidFill>
                <a:latin typeface="Courier New"/>
                <a:ea typeface="Courier New"/>
                <a:cs typeface="Courier New"/>
              </a:rPr>
              <a:t>}</a:t>
            </a:r>
          </a:p>
        </p:txBody>
      </p:sp>
      <p:sp>
        <p:nvSpPr>
          <p:cNvPr id="6" name="">
            <a:extLst xmlns:a="http://schemas.openxmlformats.org/drawingml/2006/main">
              <a:ext uri="{FF2B5EF4-FFF2-40B4-BE49-F238E27FC236}">
                <a16:creationId xmlns:a16="http://schemas.microsoft.com/office/drawing/2014/main" id="{61D08009-156F-46ED-A8C6-D31000E64071}"/>
              </a:ext>
            </a:extLst>
          </p:cNvPr>
          <p:cNvSpPr>
            <a:spLocks xmlns:a="http://schemas.openxmlformats.org/drawingml/2006/main" noGrp="1"/>
          </p:cNvSpPr>
          <p:nvPr/>
        </p:nvSpPr>
        <p:spPr>
          <a:xfrm xmlns:a="http://schemas.openxmlformats.org/drawingml/2006/main">
            <a:off x="6400800" y="3114675"/>
            <a:ext cx="51435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575" b="1">
                <a:solidFill>
                  <a:srgbClr val="007F83"/>
                </a:solidFill>
                <a:latin typeface="Courier New"/>
                <a:ea typeface="Courier New"/>
                <a:cs typeface="Courier New"/>
              </a:defRPr>
            </a:defPPr>
            <a:lvl1pPr>
              <a:defRPr sz="1575" b="1">
                <a:solidFill>
                  <a:srgbClr val="007F83"/>
                </a:solidFill>
                <a:latin typeface="Courier New"/>
                <a:ea typeface="Courier New"/>
                <a:cs typeface="Courier New"/>
              </a:defRPr>
            </a:lvl1pPr>
            <a:lvl2pPr>
              <a:defRPr sz="1575" b="1">
                <a:solidFill>
                  <a:srgbClr val="007F83"/>
                </a:solidFill>
                <a:latin typeface="Courier New"/>
                <a:ea typeface="Courier New"/>
                <a:cs typeface="Courier New"/>
              </a:defRPr>
            </a:lvl2pPr>
            <a:lvl3pPr>
              <a:defRPr sz="1575" b="1">
                <a:solidFill>
                  <a:srgbClr val="007F83"/>
                </a:solidFill>
                <a:latin typeface="Courier New"/>
                <a:ea typeface="Courier New"/>
                <a:cs typeface="Courier New"/>
              </a:defRPr>
            </a:lvl3pPr>
            <a:lvl4pPr>
              <a:defRPr sz="1575" b="1">
                <a:solidFill>
                  <a:srgbClr val="007F83"/>
                </a:solidFill>
                <a:latin typeface="Courier New"/>
                <a:ea typeface="Courier New"/>
                <a:cs typeface="Courier New"/>
              </a:defRPr>
            </a:lvl4pPr>
            <a:lvl5pPr>
              <a:defRPr sz="1575" b="1">
                <a:solidFill>
                  <a:srgbClr val="007F83"/>
                </a:solidFill>
                <a:latin typeface="Courier New"/>
                <a:ea typeface="Courier New"/>
                <a:cs typeface="Courier New"/>
              </a:defRPr>
            </a:lvl5pPr>
            <a:lvl6pPr>
              <a:defRPr sz="1575" b="1">
                <a:solidFill>
                  <a:srgbClr val="007F83"/>
                </a:solidFill>
                <a:latin typeface="Courier New"/>
                <a:ea typeface="Courier New"/>
                <a:cs typeface="Courier New"/>
              </a:defRPr>
            </a:lvl6pPr>
            <a:lvl7pPr>
              <a:defRPr sz="1575" b="1">
                <a:solidFill>
                  <a:srgbClr val="007F83"/>
                </a:solidFill>
                <a:latin typeface="Courier New"/>
                <a:ea typeface="Courier New"/>
                <a:cs typeface="Courier New"/>
              </a:defRPr>
            </a:lvl7pPr>
            <a:lvl8pPr>
              <a:defRPr sz="1575" b="1">
                <a:solidFill>
                  <a:srgbClr val="007F83"/>
                </a:solidFill>
                <a:latin typeface="Courier New"/>
                <a:ea typeface="Courier New"/>
                <a:cs typeface="Courier New"/>
              </a:defRPr>
            </a:lvl8pPr>
            <a:lvl9pPr>
              <a:defRPr sz="1575" b="1">
                <a:solidFill>
                  <a:srgbClr val="007F83"/>
                </a:solidFill>
                <a:latin typeface="Courier New"/>
                <a:ea typeface="Courier New"/>
                <a:cs typeface="Courier New"/>
              </a:defRPr>
            </a:lvl9pPr>
          </a:lstStyle>
          <a:p xmlns:a="http://schemas.openxmlformats.org/drawingml/2006/main">
            <a:pPr>
              <a:defRPr sz="1575" b="1">
                <a:solidFill>
                  <a:srgbClr val="007F83"/>
                </a:solidFill>
                <a:latin typeface="Courier New"/>
                <a:ea typeface="Courier New"/>
                <a:cs typeface="Courier New"/>
              </a:defRPr>
            </a:pPr>
            <a:r>
              <a:rPr sz="1575" b="1">
                <a:solidFill>
                  <a:srgbClr val="007F83"/>
                </a:solidFill>
                <a:latin typeface="Courier New"/>
                <a:ea typeface="Courier New"/>
                <a:cs typeface="Courier New"/>
              </a:rPr>
              <a:t>{</a:t>
            </a:r>
          </a:p>
          <a:p xmlns:a="http://schemas.openxmlformats.org/drawingml/2006/main">
            <a:pPr>
              <a:defRPr sz="1575" b="1">
                <a:solidFill>
                  <a:srgbClr val="007F83"/>
                </a:solidFill>
                <a:latin typeface="Courier New"/>
                <a:ea typeface="Courier New"/>
                <a:cs typeface="Courier New"/>
              </a:defRPr>
            </a:pPr>
            <a:r>
              <a:rPr sz="1575" b="1">
                <a:solidFill>
                  <a:srgbClr val="007F83"/>
                </a:solidFill>
                <a:latin typeface="Courier New"/>
                <a:ea typeface="Courier New"/>
                <a:cs typeface="Courier New"/>
              </a:rPr>
              <a:t>  "type": "PPLTool",</a:t>
            </a:r>
          </a:p>
          <a:p xmlns:a="http://schemas.openxmlformats.org/drawingml/2006/main">
            <a:pPr>
              <a:defRPr sz="1575" b="1">
                <a:solidFill>
                  <a:srgbClr val="007F83"/>
                </a:solidFill>
                <a:latin typeface="Courier New"/>
                <a:ea typeface="Courier New"/>
                <a:cs typeface="Courier New"/>
              </a:defRPr>
            </a:pPr>
            <a:r>
              <a:rPr sz="1575" b="1">
                <a:solidFill>
                  <a:srgbClr val="007F83"/>
                </a:solidFill>
                <a:latin typeface="Courier New"/>
                <a:ea typeface="Courier New"/>
                <a:cs typeface="Courier New"/>
              </a:rPr>
              <a:t>  "parameters": {</a:t>
            </a:r>
          </a:p>
          <a:p xmlns:a="http://schemas.openxmlformats.org/drawingml/2006/main">
            <a:pPr>
              <a:defRPr sz="1575" b="1">
                <a:solidFill>
                  <a:srgbClr val="007F83"/>
                </a:solidFill>
                <a:latin typeface="Courier New"/>
                <a:ea typeface="Courier New"/>
                <a:cs typeface="Courier New"/>
              </a:defRPr>
            </a:pPr>
            <a:r>
              <a:rPr sz="1575" b="1">
                <a:solidFill>
                  <a:srgbClr val="007F83"/>
                </a:solidFill>
                <a:latin typeface="Courier New"/>
                <a:ea typeface="Courier New"/>
                <a:cs typeface="Courier New"/>
              </a:rPr>
              <a:t>    "model_id": "MODEL_ID",</a:t>
            </a:r>
          </a:p>
          <a:p xmlns:a="http://schemas.openxmlformats.org/drawingml/2006/main">
            <a:pPr>
              <a:defRPr sz="1575" b="1">
                <a:solidFill>
                  <a:srgbClr val="007F83"/>
                </a:solidFill>
                <a:latin typeface="Courier New"/>
                <a:ea typeface="Courier New"/>
                <a:cs typeface="Courier New"/>
              </a:defRPr>
            </a:pPr>
            <a:r>
              <a:rPr sz="1575" b="1">
                <a:solidFill>
                  <a:srgbClr val="007F83"/>
                </a:solidFill>
                <a:latin typeface="Courier New"/>
                <a:ea typeface="Courier New"/>
                <a:cs typeface="Courier New"/>
              </a:rPr>
              <a:t>    "execute": false</a:t>
            </a:r>
          </a:p>
          <a:p xmlns:a="http://schemas.openxmlformats.org/drawingml/2006/main">
            <a:pPr>
              <a:defRPr sz="1575" b="1">
                <a:solidFill>
                  <a:srgbClr val="007F83"/>
                </a:solidFill>
                <a:latin typeface="Courier New"/>
                <a:ea typeface="Courier New"/>
                <a:cs typeface="Courier New"/>
              </a:defRPr>
            </a:pPr>
            <a:r>
              <a:rPr sz="1575" b="1">
                <a:solidFill>
                  <a:srgbClr val="007F83"/>
                </a:solidFill>
                <a:latin typeface="Courier New"/>
                <a:ea typeface="Courier New"/>
                <a:cs typeface="Courier New"/>
              </a:rPr>
              <a:t>  }</a:t>
            </a:r>
          </a:p>
          <a:p xmlns:a="http://schemas.openxmlformats.org/drawingml/2006/main">
            <a:pPr>
              <a:defRPr sz="1575" b="1">
                <a:solidFill>
                  <a:srgbClr val="007F83"/>
                </a:solidFill>
                <a:latin typeface="Courier New"/>
                <a:ea typeface="Courier New"/>
                <a:cs typeface="Courier New"/>
              </a:defRPr>
            </a:pPr>
            <a:r>
              <a:rPr sz="1575" b="1">
                <a:solidFill>
                  <a:srgbClr val="007F83"/>
                </a:solidFill>
                <a:latin typeface="Courier New"/>
                <a:ea typeface="Courier New"/>
                <a:cs typeface="Courier New"/>
              </a:rPr>
              <a:t>}</a:t>
            </a:r>
          </a:p>
        </p:txBody>
      </p:sp>
      <p:sp>
        <p:nvSpPr>
          <p:cNvPr id="7" name="">
            <a:extLst xmlns:a="http://schemas.openxmlformats.org/drawingml/2006/main">
              <a:ext uri="{FF2B5EF4-FFF2-40B4-BE49-F238E27FC236}">
                <a16:creationId xmlns:a16="http://schemas.microsoft.com/office/drawing/2014/main" id="{FE18E8CE-49A4-441C-9CB2-70E93C89A116}"/>
              </a:ext>
            </a:extLst>
          </p:cNvPr>
          <p:cNvSpPr>
            <a:spLocks xmlns:a="http://schemas.openxmlformats.org/drawingml/2006/main" noGrp="1"/>
          </p:cNvSpPr>
          <p:nvPr/>
        </p:nvSpPr>
        <p:spPr>
          <a:xfrm xmlns:a="http://schemas.openxmlformats.org/drawingml/2006/main">
            <a:off x="6400800" y="5334000"/>
            <a:ext cx="514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0">
                <a:solidFill>
                  <a:srgbClr val="50616A"/>
                </a:solidFill>
                <a:latin typeface="Arial"/>
                <a:ea typeface="Arial"/>
                <a:cs typeface="Arial"/>
              </a:defRPr>
            </a:defPPr>
            <a:lvl1pPr>
              <a:defRPr sz="1500" b="0">
                <a:solidFill>
                  <a:srgbClr val="50616A"/>
                </a:solidFill>
                <a:latin typeface="Arial"/>
                <a:ea typeface="Arial"/>
                <a:cs typeface="Arial"/>
              </a:defRPr>
            </a:lvl1pPr>
            <a:lvl2pPr>
              <a:defRPr sz="1500" b="0">
                <a:solidFill>
                  <a:srgbClr val="50616A"/>
                </a:solidFill>
                <a:latin typeface="Arial"/>
                <a:ea typeface="Arial"/>
                <a:cs typeface="Arial"/>
              </a:defRPr>
            </a:lvl2pPr>
            <a:lvl3pPr>
              <a:defRPr sz="1500" b="0">
                <a:solidFill>
                  <a:srgbClr val="50616A"/>
                </a:solidFill>
                <a:latin typeface="Arial"/>
                <a:ea typeface="Arial"/>
                <a:cs typeface="Arial"/>
              </a:defRPr>
            </a:lvl3pPr>
            <a:lvl4pPr>
              <a:defRPr sz="1500" b="0">
                <a:solidFill>
                  <a:srgbClr val="50616A"/>
                </a:solidFill>
                <a:latin typeface="Arial"/>
                <a:ea typeface="Arial"/>
                <a:cs typeface="Arial"/>
              </a:defRPr>
            </a:lvl4pPr>
            <a:lvl5pPr>
              <a:defRPr sz="1500" b="0">
                <a:solidFill>
                  <a:srgbClr val="50616A"/>
                </a:solidFill>
                <a:latin typeface="Arial"/>
                <a:ea typeface="Arial"/>
                <a:cs typeface="Arial"/>
              </a:defRPr>
            </a:lvl5pPr>
            <a:lvl6pPr>
              <a:defRPr sz="1500" b="0">
                <a:solidFill>
                  <a:srgbClr val="50616A"/>
                </a:solidFill>
                <a:latin typeface="Arial"/>
                <a:ea typeface="Arial"/>
                <a:cs typeface="Arial"/>
              </a:defRPr>
            </a:lvl6pPr>
            <a:lvl7pPr>
              <a:defRPr sz="1500" b="0">
                <a:solidFill>
                  <a:srgbClr val="50616A"/>
                </a:solidFill>
                <a:latin typeface="Arial"/>
                <a:ea typeface="Arial"/>
                <a:cs typeface="Arial"/>
              </a:defRPr>
            </a:lvl7pPr>
            <a:lvl8pPr>
              <a:defRPr sz="1500" b="0">
                <a:solidFill>
                  <a:srgbClr val="50616A"/>
                </a:solidFill>
                <a:latin typeface="Arial"/>
                <a:ea typeface="Arial"/>
                <a:cs typeface="Arial"/>
              </a:defRPr>
            </a:lvl8pPr>
            <a:lvl9pPr>
              <a:defRPr sz="1500" b="0">
                <a:solidFill>
                  <a:srgbClr val="50616A"/>
                </a:solidFill>
                <a:latin typeface="Arial"/>
                <a:ea typeface="Arial"/>
                <a:cs typeface="Arial"/>
              </a:defRPr>
            </a:lvl9pPr>
          </a:lstStyle>
          <a:p xmlns:a="http://schemas.openxmlformats.org/drawingml/2006/main">
            <a:pPr>
              <a:defRPr sz="1500" b="0">
                <a:solidFill>
                  <a:srgbClr val="50616A"/>
                </a:solidFill>
                <a:latin typeface="Arial"/>
                <a:ea typeface="Arial"/>
                <a:cs typeface="Arial"/>
              </a:defRPr>
            </a:pPr>
            <a:r>
              <a:rPr sz="1500" b="0">
                <a:solidFill>
                  <a:srgbClr val="50616A"/>
                </a:solidFill>
                <a:latin typeface="Arial"/>
                <a:ea typeface="Arial"/>
                <a:cs typeface="Arial"/>
              </a:rPr>
              <a:t>POST /_plugins/_ml/agents/{id}/_execute</a:t>
            </a:r>
          </a:p>
        </p:txBody>
      </p:sp>
      <p:sp>
        <p:nvSpPr>
          <p:cNvPr id="8" name="">
            <a:extLst xmlns:a="http://schemas.openxmlformats.org/drawingml/2006/main">
              <a:ext uri="{FF2B5EF4-FFF2-40B4-BE49-F238E27FC236}">
                <a16:creationId xmlns:a16="http://schemas.microsoft.com/office/drawing/2014/main" id="{BA973C6E-773F-48E7-BD94-FA7C0A3F2C2B}"/>
              </a:ext>
            </a:extLst>
          </p:cNvPr>
          <p:cNvSpPr>
            <a:spLocks xmlns:a="http://schemas.openxmlformats.org/drawingml/2006/main" noGrp="1"/>
          </p:cNvSpPr>
          <p:nvPr/>
        </p:nvSpPr>
        <p:spPr>
          <a:xfrm xmlns:a="http://schemas.openxmlformats.org/drawingml/2006/main">
            <a:off x="647700" y="5810250"/>
            <a:ext cx="10896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007F83"/>
                </a:solidFill>
                <a:latin typeface="Arial"/>
                <a:ea typeface="Arial"/>
                <a:cs typeface="Arial"/>
              </a:defRPr>
            </a:defPPr>
            <a:lvl1pPr>
              <a:defRPr sz="1800" b="1">
                <a:solidFill>
                  <a:srgbClr val="007F83"/>
                </a:solidFill>
                <a:latin typeface="Arial"/>
                <a:ea typeface="Arial"/>
                <a:cs typeface="Arial"/>
              </a:defRPr>
            </a:lvl1pPr>
            <a:lvl2pPr>
              <a:defRPr sz="1800" b="1">
                <a:solidFill>
                  <a:srgbClr val="007F83"/>
                </a:solidFill>
                <a:latin typeface="Arial"/>
                <a:ea typeface="Arial"/>
                <a:cs typeface="Arial"/>
              </a:defRPr>
            </a:lvl2pPr>
            <a:lvl3pPr>
              <a:defRPr sz="1800" b="1">
                <a:solidFill>
                  <a:srgbClr val="007F83"/>
                </a:solidFill>
                <a:latin typeface="Arial"/>
                <a:ea typeface="Arial"/>
                <a:cs typeface="Arial"/>
              </a:defRPr>
            </a:lvl3pPr>
            <a:lvl4pPr>
              <a:defRPr sz="1800" b="1">
                <a:solidFill>
                  <a:srgbClr val="007F83"/>
                </a:solidFill>
                <a:latin typeface="Arial"/>
                <a:ea typeface="Arial"/>
                <a:cs typeface="Arial"/>
              </a:defRPr>
            </a:lvl4pPr>
            <a:lvl5pPr>
              <a:defRPr sz="1800" b="1">
                <a:solidFill>
                  <a:srgbClr val="007F83"/>
                </a:solidFill>
                <a:latin typeface="Arial"/>
                <a:ea typeface="Arial"/>
                <a:cs typeface="Arial"/>
              </a:defRPr>
            </a:lvl5pPr>
            <a:lvl6pPr>
              <a:defRPr sz="1800" b="1">
                <a:solidFill>
                  <a:srgbClr val="007F83"/>
                </a:solidFill>
                <a:latin typeface="Arial"/>
                <a:ea typeface="Arial"/>
                <a:cs typeface="Arial"/>
              </a:defRPr>
            </a:lvl6pPr>
            <a:lvl7pPr>
              <a:defRPr sz="1800" b="1">
                <a:solidFill>
                  <a:srgbClr val="007F83"/>
                </a:solidFill>
                <a:latin typeface="Arial"/>
                <a:ea typeface="Arial"/>
                <a:cs typeface="Arial"/>
              </a:defRPr>
            </a:lvl7pPr>
            <a:lvl8pPr>
              <a:defRPr sz="1800" b="1">
                <a:solidFill>
                  <a:srgbClr val="007F83"/>
                </a:solidFill>
                <a:latin typeface="Arial"/>
                <a:ea typeface="Arial"/>
                <a:cs typeface="Arial"/>
              </a:defRPr>
            </a:lvl8pPr>
            <a:lvl9pPr>
              <a:defRPr sz="1800" b="1">
                <a:solidFill>
                  <a:srgbClr val="007F83"/>
                </a:solidFill>
                <a:latin typeface="Arial"/>
                <a:ea typeface="Arial"/>
                <a:cs typeface="Arial"/>
              </a:defRPr>
            </a:lvl9pPr>
          </a:lstStyle>
          <a:p xmlns:a="http://schemas.openxmlformats.org/drawingml/2006/main">
            <a:pPr>
              <a:defRPr sz="1800" b="1">
                <a:solidFill>
                  <a:srgbClr val="007F83"/>
                </a:solidFill>
                <a:latin typeface="Arial"/>
                <a:ea typeface="Arial"/>
                <a:cs typeface="Arial"/>
              </a:defRPr>
            </a:pPr>
            <a:r>
              <a:rPr sz="1800" b="1">
                <a:solidFill>
                  <a:srgbClr val="007F83"/>
                </a:solidFill>
                <a:latin typeface="Arial"/>
                <a:ea typeface="Arial"/>
                <a:cs typeface="Arial"/>
              </a:rPr>
              <a:t>Yanıt: çalıştırılan sorgu + veri kapsamı + kanıt kimlikleri + belirsizlik.</a:t>
            </a:r>
          </a:p>
        </p:txBody>
      </p:sp>
      <p:sp>
        <p:nvSpPr>
          <p:cNvPr id="9" name="">
            <a:extLst xmlns:a="http://schemas.openxmlformats.org/drawingml/2006/main">
              <a:ext uri="{FF2B5EF4-FFF2-40B4-BE49-F238E27FC236}">
                <a16:creationId xmlns:a16="http://schemas.microsoft.com/office/drawing/2014/main" id="{9729736C-77AF-45EA-AE7D-F109432252A6}"/>
              </a:ext>
            </a:extLst>
          </p:cNvPr>
          <p:cNvSpPr>
            <a:spLocks xmlns:a="http://schemas.openxmlformats.org/drawingml/2006/main" noGrp="1"/>
          </p:cNvSpPr>
          <p:nvPr/>
        </p:nvSpPr>
        <p:spPr>
          <a:xfrm xmlns:a="http://schemas.openxmlformats.org/drawingml/2006/main">
            <a:off x="10858500" y="6429375"/>
            <a:ext cx="714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0616A"/>
                </a:solidFill>
                <a:latin typeface="Arial"/>
                <a:ea typeface="Arial"/>
                <a:cs typeface="Arial"/>
              </a:defRPr>
            </a:defPPr>
            <a:lvl1pPr>
              <a:defRPr sz="1200" b="0">
                <a:solidFill>
                  <a:srgbClr val="50616A"/>
                </a:solidFill>
                <a:latin typeface="Arial"/>
                <a:ea typeface="Arial"/>
                <a:cs typeface="Arial"/>
              </a:defRPr>
            </a:lvl1pPr>
            <a:lvl2pPr>
              <a:defRPr sz="1200" b="0">
                <a:solidFill>
                  <a:srgbClr val="50616A"/>
                </a:solidFill>
                <a:latin typeface="Arial"/>
                <a:ea typeface="Arial"/>
                <a:cs typeface="Arial"/>
              </a:defRPr>
            </a:lvl2pPr>
            <a:lvl3pPr>
              <a:defRPr sz="1200" b="0">
                <a:solidFill>
                  <a:srgbClr val="50616A"/>
                </a:solidFill>
                <a:latin typeface="Arial"/>
                <a:ea typeface="Arial"/>
                <a:cs typeface="Arial"/>
              </a:defRPr>
            </a:lvl3pPr>
            <a:lvl4pPr>
              <a:defRPr sz="1200" b="0">
                <a:solidFill>
                  <a:srgbClr val="50616A"/>
                </a:solidFill>
                <a:latin typeface="Arial"/>
                <a:ea typeface="Arial"/>
                <a:cs typeface="Arial"/>
              </a:defRPr>
            </a:lvl4pPr>
            <a:lvl5pPr>
              <a:defRPr sz="1200" b="0">
                <a:solidFill>
                  <a:srgbClr val="50616A"/>
                </a:solidFill>
                <a:latin typeface="Arial"/>
                <a:ea typeface="Arial"/>
                <a:cs typeface="Arial"/>
              </a:defRPr>
            </a:lvl5pPr>
            <a:lvl6pPr>
              <a:defRPr sz="1200" b="0">
                <a:solidFill>
                  <a:srgbClr val="50616A"/>
                </a:solidFill>
                <a:latin typeface="Arial"/>
                <a:ea typeface="Arial"/>
                <a:cs typeface="Arial"/>
              </a:defRPr>
            </a:lvl6pPr>
            <a:lvl7pPr>
              <a:defRPr sz="1200" b="0">
                <a:solidFill>
                  <a:srgbClr val="50616A"/>
                </a:solidFill>
                <a:latin typeface="Arial"/>
                <a:ea typeface="Arial"/>
                <a:cs typeface="Arial"/>
              </a:defRPr>
            </a:lvl7pPr>
            <a:lvl8pPr>
              <a:defRPr sz="1200" b="0">
                <a:solidFill>
                  <a:srgbClr val="50616A"/>
                </a:solidFill>
                <a:latin typeface="Arial"/>
                <a:ea typeface="Arial"/>
                <a:cs typeface="Arial"/>
              </a:defRPr>
            </a:lvl8pPr>
            <a:lvl9pPr>
              <a:defRPr sz="1200" b="0">
                <a:solidFill>
                  <a:srgbClr val="50616A"/>
                </a:solidFill>
                <a:latin typeface="Arial"/>
                <a:ea typeface="Arial"/>
                <a:cs typeface="Arial"/>
              </a:defRPr>
            </a:lvl9pPr>
          </a:lstStyle>
          <a:p xmlns:a="http://schemas.openxmlformats.org/drawingml/2006/main">
            <a:pPr>
              <a:defRPr sz="1200" b="0">
                <a:solidFill>
                  <a:srgbClr val="50616A"/>
                </a:solidFill>
                <a:latin typeface="Arial"/>
                <a:ea typeface="Arial"/>
                <a:cs typeface="Arial"/>
              </a:defRPr>
            </a:pPr>
            <a:r>
              <a:rPr sz="1200" b="0">
                <a:solidFill>
                  <a:srgbClr val="50616A"/>
                </a:solidFill>
                <a:latin typeface="Arial"/>
                <a:ea typeface="Arial"/>
                <a:cs typeface="Arial"/>
              </a:rPr>
              <a:t>22 / 26</a:t>
            </a:r>
          </a:p>
        </p:txBody>
      </p:sp>
      <p:sp>
        <p:nvSpPr>
          <p:cNvPr id="10" name="">
            <a:extLst xmlns:a="http://schemas.openxmlformats.org/drawingml/2006/main">
              <a:ext uri="{FF2B5EF4-FFF2-40B4-BE49-F238E27FC236}">
                <a16:creationId xmlns:a16="http://schemas.microsoft.com/office/drawing/2014/main" id="{F9E67B30-036E-4BA6-92AF-5C9F79F15C52}"/>
              </a:ext>
            </a:extLst>
          </p:cNvPr>
          <p:cNvSpPr>
            <a:spLocks xmlns:a="http://schemas.openxmlformats.org/drawingml/2006/main" noGrp="1"/>
          </p:cNvSpPr>
          <p:nvPr/>
        </p:nvSpPr>
        <p:spPr>
          <a:xfrm xmlns:a="http://schemas.openxmlformats.org/drawingml/2006/main">
            <a:off x="647700" y="6438900"/>
            <a:ext cx="98583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0616A"/>
                </a:solidFill>
                <a:latin typeface="Arial"/>
                <a:ea typeface="Arial"/>
                <a:cs typeface="Arial"/>
              </a:defRPr>
            </a:defPPr>
            <a:lvl1pPr>
              <a:defRPr sz="1050" b="0">
                <a:solidFill>
                  <a:srgbClr val="50616A"/>
                </a:solidFill>
                <a:latin typeface="Arial"/>
                <a:ea typeface="Arial"/>
                <a:cs typeface="Arial"/>
              </a:defRPr>
            </a:lvl1pPr>
            <a:lvl2pPr>
              <a:defRPr sz="1050" b="0">
                <a:solidFill>
                  <a:srgbClr val="50616A"/>
                </a:solidFill>
                <a:latin typeface="Arial"/>
                <a:ea typeface="Arial"/>
                <a:cs typeface="Arial"/>
              </a:defRPr>
            </a:lvl2pPr>
            <a:lvl3pPr>
              <a:defRPr sz="1050" b="0">
                <a:solidFill>
                  <a:srgbClr val="50616A"/>
                </a:solidFill>
                <a:latin typeface="Arial"/>
                <a:ea typeface="Arial"/>
                <a:cs typeface="Arial"/>
              </a:defRPr>
            </a:lvl3pPr>
            <a:lvl4pPr>
              <a:defRPr sz="1050" b="0">
                <a:solidFill>
                  <a:srgbClr val="50616A"/>
                </a:solidFill>
                <a:latin typeface="Arial"/>
                <a:ea typeface="Arial"/>
                <a:cs typeface="Arial"/>
              </a:defRPr>
            </a:lvl4pPr>
            <a:lvl5pPr>
              <a:defRPr sz="1050" b="0">
                <a:solidFill>
                  <a:srgbClr val="50616A"/>
                </a:solidFill>
                <a:latin typeface="Arial"/>
                <a:ea typeface="Arial"/>
                <a:cs typeface="Arial"/>
              </a:defRPr>
            </a:lvl5pPr>
            <a:lvl6pPr>
              <a:defRPr sz="1050" b="0">
                <a:solidFill>
                  <a:srgbClr val="50616A"/>
                </a:solidFill>
                <a:latin typeface="Arial"/>
                <a:ea typeface="Arial"/>
                <a:cs typeface="Arial"/>
              </a:defRPr>
            </a:lvl6pPr>
            <a:lvl7pPr>
              <a:defRPr sz="1050" b="0">
                <a:solidFill>
                  <a:srgbClr val="50616A"/>
                </a:solidFill>
                <a:latin typeface="Arial"/>
                <a:ea typeface="Arial"/>
                <a:cs typeface="Arial"/>
              </a:defRPr>
            </a:lvl7pPr>
            <a:lvl8pPr>
              <a:defRPr sz="1050" b="0">
                <a:solidFill>
                  <a:srgbClr val="50616A"/>
                </a:solidFill>
                <a:latin typeface="Arial"/>
                <a:ea typeface="Arial"/>
                <a:cs typeface="Arial"/>
              </a:defRPr>
            </a:lvl8pPr>
            <a:lvl9pPr>
              <a:defRPr sz="1050" b="0">
                <a:solidFill>
                  <a:srgbClr val="50616A"/>
                </a:solidFill>
                <a:latin typeface="Arial"/>
                <a:ea typeface="Arial"/>
                <a:cs typeface="Arial"/>
              </a:defRPr>
            </a:lvl9pPr>
          </a:lstStyle>
          <a:p xmlns:a="http://schemas.openxmlformats.org/drawingml/2006/main">
            <a:pPr>
              <a:defRPr sz="1050" b="0">
                <a:solidFill>
                  <a:srgbClr val="50616A"/>
                </a:solidFill>
                <a:latin typeface="Arial"/>
                <a:ea typeface="Arial"/>
                <a:cs typeface="Arial"/>
              </a:defRPr>
            </a:pPr>
            <a:r>
              <a:rPr sz="1050">
                <a:solidFill>
                  <a:srgbClr val="50616A"/>
                </a:solidFill>
                <a:latin typeface="Arial"/>
                <a:ea typeface="Arial"/>
                <a:cs typeface="Arial"/>
              </a:rPr>
              <a:t>Kaynaklar: </a:t>
            </a:r>
            <a:r>
              <a:rPr sz="1050">
                <a:solidFill>
                  <a:srgbClr val="50616A"/>
                </a:solidFill>
                <a:latin typeface="Arial"/>
                <a:ea typeface="Arial"/>
                <a:cs typeface="Arial"/>
                <a:hlinkClick xmlns:r="http://schemas.openxmlformats.org/officeDocument/2006/relationships" r:id="Rcf86e101abff44a9"/>
              </a:rPr>
              <a:t>S23  </a:t>
            </a:r>
            <a:r>
              <a:rPr sz="1050">
                <a:solidFill>
                  <a:srgbClr val="50616A"/>
                </a:solidFill>
                <a:latin typeface="Arial"/>
                <a:ea typeface="Arial"/>
                <a:cs typeface="Arial"/>
                <a:hlinkClick xmlns:r="http://schemas.openxmlformats.org/officeDocument/2006/relationships" r:id="R6448b80fe6ae42d6"/>
              </a:rPr>
              <a:t>S28  </a:t>
            </a:r>
            <a:r>
              <a:rPr sz="1050">
                <a:solidFill>
                  <a:srgbClr val="50616A"/>
                </a:solidFill>
                <a:latin typeface="Arial"/>
                <a:ea typeface="Arial"/>
                <a:cs typeface="Arial"/>
                <a:hlinkClick xmlns:r="http://schemas.openxmlformats.org/officeDocument/2006/relationships" r:id="R48097c5be3aa4cae"/>
              </a:rPr>
              <a:t>S29  </a:t>
            </a:r>
            <a:r>
              <a:rPr sz="1050">
                <a:solidFill>
                  <a:srgbClr val="50616A"/>
                </a:solidFill>
                <a:latin typeface="Arial"/>
                <a:ea typeface="Arial"/>
                <a:cs typeface="Arial"/>
                <a:hlinkClick xmlns:r="http://schemas.openxmlformats.org/officeDocument/2006/relationships" r:id="Rec8da5da5bc34a03"/>
              </a:rPr>
              <a:t>S31  </a:t>
            </a:r>
          </a:p>
        </p:txBody>
      </p:sp>
    </p:spTree>
    <p:extLst>
      <p:ext uri="{BB962C8B-B14F-4D97-AF65-F5344CB8AC3E}">
        <p14:creationId xmlns:p14="http://schemas.microsoft.com/office/powerpoint/2010/main" val="1038449949"/>
      </p:ext>
    </p:extLst>
  </p:cSld>
</p:sld>
</file>

<file path=ppt/slides/slide23.xml><?xml version="1.0" encoding="utf-8"?>
<p:sld xmlns:p="http://schemas.openxmlformats.org/presentationml/2006/main">
  <p:cSld>
    <p:bg>
      <p:bgPr>
        <a:solidFill xmlns:a="http://schemas.openxmlformats.org/drawingml/2006/main">
          <a:srgbClr val="F5F4F0"/>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D957CFD6-D84D-4959-8FB2-541CF328FA38}"/>
              </a:ext>
            </a:extLst>
          </p:cNvPr>
          <p:cNvSpPr>
            <a:spLocks xmlns:a="http://schemas.openxmlformats.org/drawingml/2006/main" noGrp="1"/>
          </p:cNvSpPr>
          <p:nvPr/>
        </p:nvSpPr>
        <p:spPr>
          <a:xfrm xmlns:a="http://schemas.openxmlformats.org/drawingml/2006/main">
            <a:off x="647700" y="49530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52E3D"/>
                </a:solidFill>
                <a:latin typeface="Arial"/>
                <a:ea typeface="Arial"/>
                <a:cs typeface="Arial"/>
              </a:defRPr>
            </a:defPPr>
            <a:lvl1pPr>
              <a:defRPr sz="3300" b="1">
                <a:solidFill>
                  <a:srgbClr val="152E3D"/>
                </a:solidFill>
                <a:latin typeface="Arial"/>
                <a:ea typeface="Arial"/>
                <a:cs typeface="Arial"/>
              </a:defRPr>
            </a:lvl1pPr>
            <a:lvl2pPr>
              <a:defRPr sz="3300" b="1">
                <a:solidFill>
                  <a:srgbClr val="152E3D"/>
                </a:solidFill>
                <a:latin typeface="Arial"/>
                <a:ea typeface="Arial"/>
                <a:cs typeface="Arial"/>
              </a:defRPr>
            </a:lvl2pPr>
            <a:lvl3pPr>
              <a:defRPr sz="3300" b="1">
                <a:solidFill>
                  <a:srgbClr val="152E3D"/>
                </a:solidFill>
                <a:latin typeface="Arial"/>
                <a:ea typeface="Arial"/>
                <a:cs typeface="Arial"/>
              </a:defRPr>
            </a:lvl3pPr>
            <a:lvl4pPr>
              <a:defRPr sz="3300" b="1">
                <a:solidFill>
                  <a:srgbClr val="152E3D"/>
                </a:solidFill>
                <a:latin typeface="Arial"/>
                <a:ea typeface="Arial"/>
                <a:cs typeface="Arial"/>
              </a:defRPr>
            </a:lvl4pPr>
            <a:lvl5pPr>
              <a:defRPr sz="3300" b="1">
                <a:solidFill>
                  <a:srgbClr val="152E3D"/>
                </a:solidFill>
                <a:latin typeface="Arial"/>
                <a:ea typeface="Arial"/>
                <a:cs typeface="Arial"/>
              </a:defRPr>
            </a:lvl5pPr>
            <a:lvl6pPr>
              <a:defRPr sz="3300" b="1">
                <a:solidFill>
                  <a:srgbClr val="152E3D"/>
                </a:solidFill>
                <a:latin typeface="Arial"/>
                <a:ea typeface="Arial"/>
                <a:cs typeface="Arial"/>
              </a:defRPr>
            </a:lvl6pPr>
            <a:lvl7pPr>
              <a:defRPr sz="3300" b="1">
                <a:solidFill>
                  <a:srgbClr val="152E3D"/>
                </a:solidFill>
                <a:latin typeface="Arial"/>
                <a:ea typeface="Arial"/>
                <a:cs typeface="Arial"/>
              </a:defRPr>
            </a:lvl7pPr>
            <a:lvl8pPr>
              <a:defRPr sz="3300" b="1">
                <a:solidFill>
                  <a:srgbClr val="152E3D"/>
                </a:solidFill>
                <a:latin typeface="Arial"/>
                <a:ea typeface="Arial"/>
                <a:cs typeface="Arial"/>
              </a:defRPr>
            </a:lvl8pPr>
            <a:lvl9pPr>
              <a:defRPr sz="3300" b="1">
                <a:solidFill>
                  <a:srgbClr val="152E3D"/>
                </a:solidFill>
                <a:latin typeface="Arial"/>
                <a:ea typeface="Arial"/>
                <a:cs typeface="Arial"/>
              </a:defRPr>
            </a:lvl9pPr>
          </a:lstStyle>
          <a:p xmlns:a="http://schemas.openxmlformats.org/drawingml/2006/main">
            <a:pPr>
              <a:defRPr sz="3300" b="1">
                <a:solidFill>
                  <a:srgbClr val="152E3D"/>
                </a:solidFill>
                <a:latin typeface="Arial"/>
                <a:ea typeface="Arial"/>
                <a:cs typeface="Arial"/>
              </a:defRPr>
            </a:pPr>
            <a:r>
              <a:rPr sz="3300" b="1">
                <a:solidFill>
                  <a:srgbClr val="152E3D"/>
                </a:solidFill>
                <a:latin typeface="Arial"/>
                <a:ea typeface="Arial"/>
                <a:cs typeface="Arial"/>
              </a:rPr>
              <a:t>Ek G · Sonuçları yorumlarken teknik sınırlar</a:t>
            </a:r>
          </a:p>
        </p:txBody>
      </p:sp>
      <p:sp>
        <p:nvSpPr>
          <p:cNvPr id="2" name="">
            <a:extLst xmlns:a="http://schemas.openxmlformats.org/drawingml/2006/main">
              <a:ext uri="{FF2B5EF4-FFF2-40B4-BE49-F238E27FC236}">
                <a16:creationId xmlns:a16="http://schemas.microsoft.com/office/drawing/2014/main" id="{A14C0973-4989-4843-8554-2BB35A954B49}"/>
              </a:ext>
            </a:extLst>
          </p:cNvPr>
          <p:cNvSpPr>
            <a:spLocks xmlns:a="http://schemas.openxmlformats.org/drawingml/2006/main" noGrp="1"/>
          </p:cNvSpPr>
          <p:nvPr/>
        </p:nvSpPr>
        <p:spPr>
          <a:xfrm xmlns:a="http://schemas.openxmlformats.org/drawingml/2006/main">
            <a:off x="647700" y="1514475"/>
            <a:ext cx="1762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1">
                <a:solidFill>
                  <a:srgbClr val="007F83"/>
                </a:solidFill>
                <a:latin typeface="Arial"/>
                <a:ea typeface="Arial"/>
                <a:cs typeface="Arial"/>
              </a:defRPr>
            </a:defPPr>
            <a:lvl1pPr>
              <a:defRPr sz="1875" b="1">
                <a:solidFill>
                  <a:srgbClr val="007F83"/>
                </a:solidFill>
                <a:latin typeface="Arial"/>
                <a:ea typeface="Arial"/>
                <a:cs typeface="Arial"/>
              </a:defRPr>
            </a:lvl1pPr>
            <a:lvl2pPr>
              <a:defRPr sz="1875" b="1">
                <a:solidFill>
                  <a:srgbClr val="007F83"/>
                </a:solidFill>
                <a:latin typeface="Arial"/>
                <a:ea typeface="Arial"/>
                <a:cs typeface="Arial"/>
              </a:defRPr>
            </a:lvl2pPr>
            <a:lvl3pPr>
              <a:defRPr sz="1875" b="1">
                <a:solidFill>
                  <a:srgbClr val="007F83"/>
                </a:solidFill>
                <a:latin typeface="Arial"/>
                <a:ea typeface="Arial"/>
                <a:cs typeface="Arial"/>
              </a:defRPr>
            </a:lvl3pPr>
            <a:lvl4pPr>
              <a:defRPr sz="1875" b="1">
                <a:solidFill>
                  <a:srgbClr val="007F83"/>
                </a:solidFill>
                <a:latin typeface="Arial"/>
                <a:ea typeface="Arial"/>
                <a:cs typeface="Arial"/>
              </a:defRPr>
            </a:lvl4pPr>
            <a:lvl5pPr>
              <a:defRPr sz="1875" b="1">
                <a:solidFill>
                  <a:srgbClr val="007F83"/>
                </a:solidFill>
                <a:latin typeface="Arial"/>
                <a:ea typeface="Arial"/>
                <a:cs typeface="Arial"/>
              </a:defRPr>
            </a:lvl5pPr>
            <a:lvl6pPr>
              <a:defRPr sz="1875" b="1">
                <a:solidFill>
                  <a:srgbClr val="007F83"/>
                </a:solidFill>
                <a:latin typeface="Arial"/>
                <a:ea typeface="Arial"/>
                <a:cs typeface="Arial"/>
              </a:defRPr>
            </a:lvl6pPr>
            <a:lvl7pPr>
              <a:defRPr sz="1875" b="1">
                <a:solidFill>
                  <a:srgbClr val="007F83"/>
                </a:solidFill>
                <a:latin typeface="Arial"/>
                <a:ea typeface="Arial"/>
                <a:cs typeface="Arial"/>
              </a:defRPr>
            </a:lvl7pPr>
            <a:lvl8pPr>
              <a:defRPr sz="1875" b="1">
                <a:solidFill>
                  <a:srgbClr val="007F83"/>
                </a:solidFill>
                <a:latin typeface="Arial"/>
                <a:ea typeface="Arial"/>
                <a:cs typeface="Arial"/>
              </a:defRPr>
            </a:lvl8pPr>
            <a:lvl9pPr>
              <a:defRPr sz="1875" b="1">
                <a:solidFill>
                  <a:srgbClr val="007F83"/>
                </a:solidFill>
                <a:latin typeface="Arial"/>
                <a:ea typeface="Arial"/>
                <a:cs typeface="Arial"/>
              </a:defRPr>
            </a:lvl9pPr>
          </a:lstStyle>
          <a:p xmlns:a="http://schemas.openxmlformats.org/drawingml/2006/main">
            <a:pPr>
              <a:defRPr sz="1875" b="1">
                <a:solidFill>
                  <a:srgbClr val="007F83"/>
                </a:solidFill>
                <a:latin typeface="Arial"/>
                <a:ea typeface="Arial"/>
                <a:cs typeface="Arial"/>
              </a:defRPr>
            </a:pPr>
            <a:r>
              <a:rPr sz="1875" b="1">
                <a:solidFill>
                  <a:srgbClr val="007F83"/>
                </a:solidFill>
                <a:latin typeface="Arial"/>
                <a:ea typeface="Arial"/>
                <a:cs typeface="Arial"/>
              </a:rPr>
              <a:t>Mapping</a:t>
            </a:r>
          </a:p>
        </p:txBody>
      </p:sp>
      <p:sp>
        <p:nvSpPr>
          <p:cNvPr id="3" name="">
            <a:extLst xmlns:a="http://schemas.openxmlformats.org/drawingml/2006/main">
              <a:ext uri="{FF2B5EF4-FFF2-40B4-BE49-F238E27FC236}">
                <a16:creationId xmlns:a16="http://schemas.microsoft.com/office/drawing/2014/main" id="{D77DE098-C25B-4E4C-A1EC-35B512AD95F9}"/>
              </a:ext>
            </a:extLst>
          </p:cNvPr>
          <p:cNvSpPr>
            <a:spLocks xmlns:a="http://schemas.openxmlformats.org/drawingml/2006/main" noGrp="1"/>
          </p:cNvSpPr>
          <p:nvPr/>
        </p:nvSpPr>
        <p:spPr>
          <a:xfrm xmlns:a="http://schemas.openxmlformats.org/drawingml/2006/main">
            <a:off x="2571750" y="1514475"/>
            <a:ext cx="89725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52E3D"/>
                </a:solidFill>
                <a:latin typeface="Arial"/>
                <a:ea typeface="Arial"/>
                <a:cs typeface="Arial"/>
              </a:defRPr>
            </a:defPPr>
            <a:lvl1pPr>
              <a:defRPr sz="1875" b="0">
                <a:solidFill>
                  <a:srgbClr val="152E3D"/>
                </a:solidFill>
                <a:latin typeface="Arial"/>
                <a:ea typeface="Arial"/>
                <a:cs typeface="Arial"/>
              </a:defRPr>
            </a:lvl1pPr>
            <a:lvl2pPr>
              <a:defRPr sz="1875" b="0">
                <a:solidFill>
                  <a:srgbClr val="152E3D"/>
                </a:solidFill>
                <a:latin typeface="Arial"/>
                <a:ea typeface="Arial"/>
                <a:cs typeface="Arial"/>
              </a:defRPr>
            </a:lvl2pPr>
            <a:lvl3pPr>
              <a:defRPr sz="1875" b="0">
                <a:solidFill>
                  <a:srgbClr val="152E3D"/>
                </a:solidFill>
                <a:latin typeface="Arial"/>
                <a:ea typeface="Arial"/>
                <a:cs typeface="Arial"/>
              </a:defRPr>
            </a:lvl3pPr>
            <a:lvl4pPr>
              <a:defRPr sz="1875" b="0">
                <a:solidFill>
                  <a:srgbClr val="152E3D"/>
                </a:solidFill>
                <a:latin typeface="Arial"/>
                <a:ea typeface="Arial"/>
                <a:cs typeface="Arial"/>
              </a:defRPr>
            </a:lvl4pPr>
            <a:lvl5pPr>
              <a:defRPr sz="1875" b="0">
                <a:solidFill>
                  <a:srgbClr val="152E3D"/>
                </a:solidFill>
                <a:latin typeface="Arial"/>
                <a:ea typeface="Arial"/>
                <a:cs typeface="Arial"/>
              </a:defRPr>
            </a:lvl5pPr>
            <a:lvl6pPr>
              <a:defRPr sz="1875" b="0">
                <a:solidFill>
                  <a:srgbClr val="152E3D"/>
                </a:solidFill>
                <a:latin typeface="Arial"/>
                <a:ea typeface="Arial"/>
                <a:cs typeface="Arial"/>
              </a:defRPr>
            </a:lvl6pPr>
            <a:lvl7pPr>
              <a:defRPr sz="1875" b="0">
                <a:solidFill>
                  <a:srgbClr val="152E3D"/>
                </a:solidFill>
                <a:latin typeface="Arial"/>
                <a:ea typeface="Arial"/>
                <a:cs typeface="Arial"/>
              </a:defRPr>
            </a:lvl7pPr>
            <a:lvl8pPr>
              <a:defRPr sz="1875" b="0">
                <a:solidFill>
                  <a:srgbClr val="152E3D"/>
                </a:solidFill>
                <a:latin typeface="Arial"/>
                <a:ea typeface="Arial"/>
                <a:cs typeface="Arial"/>
              </a:defRPr>
            </a:lvl8pPr>
            <a:lvl9pPr>
              <a:defRPr sz="1875" b="0">
                <a:solidFill>
                  <a:srgbClr val="152E3D"/>
                </a:solidFill>
                <a:latin typeface="Arial"/>
                <a:ea typeface="Arial"/>
                <a:cs typeface="Arial"/>
              </a:defRPr>
            </a:lvl9pPr>
          </a:lstStyle>
          <a:p xmlns:a="http://schemas.openxmlformats.org/drawingml/2006/main">
            <a:pPr>
              <a:defRPr sz="1875" b="0">
                <a:solidFill>
                  <a:srgbClr val="152E3D"/>
                </a:solidFill>
                <a:latin typeface="Arial"/>
                <a:ea typeface="Arial"/>
                <a:cs typeface="Arial"/>
              </a:defRPr>
            </a:pPr>
            <a:r>
              <a:rPr sz="1875" b="0">
                <a:solidFill>
                  <a:srgbClr val="152E3D"/>
                </a:solidFill>
                <a:latin typeface="Arial"/>
                <a:ea typeface="Arial"/>
                <a:cs typeface="Arial"/>
              </a:rPr>
              <a:t>strict yeni alanı reddeder. Şema değişikliği ve karantina akışı gerekir.</a:t>
            </a:r>
          </a:p>
        </p:txBody>
      </p:sp>
      <p:sp>
        <p:nvSpPr>
          <p:cNvPr id="4" name="">
            <a:extLst xmlns:a="http://schemas.openxmlformats.org/drawingml/2006/main">
              <a:ext uri="{FF2B5EF4-FFF2-40B4-BE49-F238E27FC236}">
                <a16:creationId xmlns:a16="http://schemas.microsoft.com/office/drawing/2014/main" id="{59C22412-5C19-476D-B472-FAE3074BF8EE}"/>
              </a:ext>
            </a:extLst>
          </p:cNvPr>
          <p:cNvSpPr>
            <a:spLocks xmlns:a="http://schemas.openxmlformats.org/drawingml/2006/main" noGrp="1"/>
          </p:cNvSpPr>
          <p:nvPr/>
        </p:nvSpPr>
        <p:spPr>
          <a:xfrm xmlns:a="http://schemas.openxmlformats.org/drawingml/2006/main">
            <a:off x="647700" y="2181225"/>
            <a:ext cx="1762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1">
                <a:solidFill>
                  <a:srgbClr val="007F83"/>
                </a:solidFill>
                <a:latin typeface="Arial"/>
                <a:ea typeface="Arial"/>
                <a:cs typeface="Arial"/>
              </a:defRPr>
            </a:defPPr>
            <a:lvl1pPr>
              <a:defRPr sz="1875" b="1">
                <a:solidFill>
                  <a:srgbClr val="007F83"/>
                </a:solidFill>
                <a:latin typeface="Arial"/>
                <a:ea typeface="Arial"/>
                <a:cs typeface="Arial"/>
              </a:defRPr>
            </a:lvl1pPr>
            <a:lvl2pPr>
              <a:defRPr sz="1875" b="1">
                <a:solidFill>
                  <a:srgbClr val="007F83"/>
                </a:solidFill>
                <a:latin typeface="Arial"/>
                <a:ea typeface="Arial"/>
                <a:cs typeface="Arial"/>
              </a:defRPr>
            </a:lvl2pPr>
            <a:lvl3pPr>
              <a:defRPr sz="1875" b="1">
                <a:solidFill>
                  <a:srgbClr val="007F83"/>
                </a:solidFill>
                <a:latin typeface="Arial"/>
                <a:ea typeface="Arial"/>
                <a:cs typeface="Arial"/>
              </a:defRPr>
            </a:lvl3pPr>
            <a:lvl4pPr>
              <a:defRPr sz="1875" b="1">
                <a:solidFill>
                  <a:srgbClr val="007F83"/>
                </a:solidFill>
                <a:latin typeface="Arial"/>
                <a:ea typeface="Arial"/>
                <a:cs typeface="Arial"/>
              </a:defRPr>
            </a:lvl4pPr>
            <a:lvl5pPr>
              <a:defRPr sz="1875" b="1">
                <a:solidFill>
                  <a:srgbClr val="007F83"/>
                </a:solidFill>
                <a:latin typeface="Arial"/>
                <a:ea typeface="Arial"/>
                <a:cs typeface="Arial"/>
              </a:defRPr>
            </a:lvl5pPr>
            <a:lvl6pPr>
              <a:defRPr sz="1875" b="1">
                <a:solidFill>
                  <a:srgbClr val="007F83"/>
                </a:solidFill>
                <a:latin typeface="Arial"/>
                <a:ea typeface="Arial"/>
                <a:cs typeface="Arial"/>
              </a:defRPr>
            </a:lvl6pPr>
            <a:lvl7pPr>
              <a:defRPr sz="1875" b="1">
                <a:solidFill>
                  <a:srgbClr val="007F83"/>
                </a:solidFill>
                <a:latin typeface="Arial"/>
                <a:ea typeface="Arial"/>
                <a:cs typeface="Arial"/>
              </a:defRPr>
            </a:lvl7pPr>
            <a:lvl8pPr>
              <a:defRPr sz="1875" b="1">
                <a:solidFill>
                  <a:srgbClr val="007F83"/>
                </a:solidFill>
                <a:latin typeface="Arial"/>
                <a:ea typeface="Arial"/>
                <a:cs typeface="Arial"/>
              </a:defRPr>
            </a:lvl8pPr>
            <a:lvl9pPr>
              <a:defRPr sz="1875" b="1">
                <a:solidFill>
                  <a:srgbClr val="007F83"/>
                </a:solidFill>
                <a:latin typeface="Arial"/>
                <a:ea typeface="Arial"/>
                <a:cs typeface="Arial"/>
              </a:defRPr>
            </a:lvl9pPr>
          </a:lstStyle>
          <a:p xmlns:a="http://schemas.openxmlformats.org/drawingml/2006/main">
            <a:pPr>
              <a:defRPr sz="1875" b="1">
                <a:solidFill>
                  <a:srgbClr val="007F83"/>
                </a:solidFill>
                <a:latin typeface="Arial"/>
                <a:ea typeface="Arial"/>
                <a:cs typeface="Arial"/>
              </a:defRPr>
            </a:pPr>
            <a:r>
              <a:rPr sz="1875" b="1">
                <a:solidFill>
                  <a:srgbClr val="007F83"/>
                </a:solidFill>
                <a:latin typeface="Arial"/>
                <a:ea typeface="Arial"/>
                <a:cs typeface="Arial"/>
              </a:rPr>
              <a:t>Terms</a:t>
            </a:r>
          </a:p>
        </p:txBody>
      </p:sp>
      <p:sp>
        <p:nvSpPr>
          <p:cNvPr id="5" name="">
            <a:extLst xmlns:a="http://schemas.openxmlformats.org/drawingml/2006/main">
              <a:ext uri="{FF2B5EF4-FFF2-40B4-BE49-F238E27FC236}">
                <a16:creationId xmlns:a16="http://schemas.microsoft.com/office/drawing/2014/main" id="{E870D965-94FB-4CDD-A77A-C22C85CD7EB7}"/>
              </a:ext>
            </a:extLst>
          </p:cNvPr>
          <p:cNvSpPr>
            <a:spLocks xmlns:a="http://schemas.openxmlformats.org/drawingml/2006/main" noGrp="1"/>
          </p:cNvSpPr>
          <p:nvPr/>
        </p:nvSpPr>
        <p:spPr>
          <a:xfrm xmlns:a="http://schemas.openxmlformats.org/drawingml/2006/main">
            <a:off x="2571750" y="2181225"/>
            <a:ext cx="89725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52E3D"/>
                </a:solidFill>
                <a:latin typeface="Arial"/>
                <a:ea typeface="Arial"/>
                <a:cs typeface="Arial"/>
              </a:defRPr>
            </a:defPPr>
            <a:lvl1pPr>
              <a:defRPr sz="1875" b="0">
                <a:solidFill>
                  <a:srgbClr val="152E3D"/>
                </a:solidFill>
                <a:latin typeface="Arial"/>
                <a:ea typeface="Arial"/>
                <a:cs typeface="Arial"/>
              </a:defRPr>
            </a:lvl1pPr>
            <a:lvl2pPr>
              <a:defRPr sz="1875" b="0">
                <a:solidFill>
                  <a:srgbClr val="152E3D"/>
                </a:solidFill>
                <a:latin typeface="Arial"/>
                <a:ea typeface="Arial"/>
                <a:cs typeface="Arial"/>
              </a:defRPr>
            </a:lvl2pPr>
            <a:lvl3pPr>
              <a:defRPr sz="1875" b="0">
                <a:solidFill>
                  <a:srgbClr val="152E3D"/>
                </a:solidFill>
                <a:latin typeface="Arial"/>
                <a:ea typeface="Arial"/>
                <a:cs typeface="Arial"/>
              </a:defRPr>
            </a:lvl3pPr>
            <a:lvl4pPr>
              <a:defRPr sz="1875" b="0">
                <a:solidFill>
                  <a:srgbClr val="152E3D"/>
                </a:solidFill>
                <a:latin typeface="Arial"/>
                <a:ea typeface="Arial"/>
                <a:cs typeface="Arial"/>
              </a:defRPr>
            </a:lvl4pPr>
            <a:lvl5pPr>
              <a:defRPr sz="1875" b="0">
                <a:solidFill>
                  <a:srgbClr val="152E3D"/>
                </a:solidFill>
                <a:latin typeface="Arial"/>
                <a:ea typeface="Arial"/>
                <a:cs typeface="Arial"/>
              </a:defRPr>
            </a:lvl5pPr>
            <a:lvl6pPr>
              <a:defRPr sz="1875" b="0">
                <a:solidFill>
                  <a:srgbClr val="152E3D"/>
                </a:solidFill>
                <a:latin typeface="Arial"/>
                <a:ea typeface="Arial"/>
                <a:cs typeface="Arial"/>
              </a:defRPr>
            </a:lvl6pPr>
            <a:lvl7pPr>
              <a:defRPr sz="1875" b="0">
                <a:solidFill>
                  <a:srgbClr val="152E3D"/>
                </a:solidFill>
                <a:latin typeface="Arial"/>
                <a:ea typeface="Arial"/>
                <a:cs typeface="Arial"/>
              </a:defRPr>
            </a:lvl7pPr>
            <a:lvl8pPr>
              <a:defRPr sz="1875" b="0">
                <a:solidFill>
                  <a:srgbClr val="152E3D"/>
                </a:solidFill>
                <a:latin typeface="Arial"/>
                <a:ea typeface="Arial"/>
                <a:cs typeface="Arial"/>
              </a:defRPr>
            </a:lvl8pPr>
            <a:lvl9pPr>
              <a:defRPr sz="1875" b="0">
                <a:solidFill>
                  <a:srgbClr val="152E3D"/>
                </a:solidFill>
                <a:latin typeface="Arial"/>
                <a:ea typeface="Arial"/>
                <a:cs typeface="Arial"/>
              </a:defRPr>
            </a:lvl9pPr>
          </a:lstStyle>
          <a:p xmlns:a="http://schemas.openxmlformats.org/drawingml/2006/main">
            <a:pPr>
              <a:defRPr sz="1875" b="0">
                <a:solidFill>
                  <a:srgbClr val="152E3D"/>
                </a:solidFill>
                <a:latin typeface="Arial"/>
                <a:ea typeface="Arial"/>
                <a:cs typeface="Arial"/>
              </a:defRPr>
            </a:pPr>
            <a:r>
              <a:rPr sz="1875" b="0">
                <a:solidFill>
                  <a:srgbClr val="152E3D"/>
                </a:solidFill>
                <a:latin typeface="Arial"/>
                <a:ea typeface="Arial"/>
                <a:cs typeface="Arial"/>
              </a:rPr>
              <a:t>Top-N tüm dağılım değildir. sum_other_doc_count ve hata sınırını incele.</a:t>
            </a:r>
          </a:p>
        </p:txBody>
      </p:sp>
      <p:sp>
        <p:nvSpPr>
          <p:cNvPr id="6" name="">
            <a:extLst xmlns:a="http://schemas.openxmlformats.org/drawingml/2006/main">
              <a:ext uri="{FF2B5EF4-FFF2-40B4-BE49-F238E27FC236}">
                <a16:creationId xmlns:a16="http://schemas.microsoft.com/office/drawing/2014/main" id="{0CB42539-3452-4BF9-AC2A-71865DA31042}"/>
              </a:ext>
            </a:extLst>
          </p:cNvPr>
          <p:cNvSpPr>
            <a:spLocks xmlns:a="http://schemas.openxmlformats.org/drawingml/2006/main" noGrp="1"/>
          </p:cNvSpPr>
          <p:nvPr/>
        </p:nvSpPr>
        <p:spPr>
          <a:xfrm xmlns:a="http://schemas.openxmlformats.org/drawingml/2006/main">
            <a:off x="647700" y="2847975"/>
            <a:ext cx="1762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1">
                <a:solidFill>
                  <a:srgbClr val="007F83"/>
                </a:solidFill>
                <a:latin typeface="Arial"/>
                <a:ea typeface="Arial"/>
                <a:cs typeface="Arial"/>
              </a:defRPr>
            </a:defPPr>
            <a:lvl1pPr>
              <a:defRPr sz="1875" b="1">
                <a:solidFill>
                  <a:srgbClr val="007F83"/>
                </a:solidFill>
                <a:latin typeface="Arial"/>
                <a:ea typeface="Arial"/>
                <a:cs typeface="Arial"/>
              </a:defRPr>
            </a:lvl1pPr>
            <a:lvl2pPr>
              <a:defRPr sz="1875" b="1">
                <a:solidFill>
                  <a:srgbClr val="007F83"/>
                </a:solidFill>
                <a:latin typeface="Arial"/>
                <a:ea typeface="Arial"/>
                <a:cs typeface="Arial"/>
              </a:defRPr>
            </a:lvl2pPr>
            <a:lvl3pPr>
              <a:defRPr sz="1875" b="1">
                <a:solidFill>
                  <a:srgbClr val="007F83"/>
                </a:solidFill>
                <a:latin typeface="Arial"/>
                <a:ea typeface="Arial"/>
                <a:cs typeface="Arial"/>
              </a:defRPr>
            </a:lvl3pPr>
            <a:lvl4pPr>
              <a:defRPr sz="1875" b="1">
                <a:solidFill>
                  <a:srgbClr val="007F83"/>
                </a:solidFill>
                <a:latin typeface="Arial"/>
                <a:ea typeface="Arial"/>
                <a:cs typeface="Arial"/>
              </a:defRPr>
            </a:lvl4pPr>
            <a:lvl5pPr>
              <a:defRPr sz="1875" b="1">
                <a:solidFill>
                  <a:srgbClr val="007F83"/>
                </a:solidFill>
                <a:latin typeface="Arial"/>
                <a:ea typeface="Arial"/>
                <a:cs typeface="Arial"/>
              </a:defRPr>
            </a:lvl5pPr>
            <a:lvl6pPr>
              <a:defRPr sz="1875" b="1">
                <a:solidFill>
                  <a:srgbClr val="007F83"/>
                </a:solidFill>
                <a:latin typeface="Arial"/>
                <a:ea typeface="Arial"/>
                <a:cs typeface="Arial"/>
              </a:defRPr>
            </a:lvl6pPr>
            <a:lvl7pPr>
              <a:defRPr sz="1875" b="1">
                <a:solidFill>
                  <a:srgbClr val="007F83"/>
                </a:solidFill>
                <a:latin typeface="Arial"/>
                <a:ea typeface="Arial"/>
                <a:cs typeface="Arial"/>
              </a:defRPr>
            </a:lvl7pPr>
            <a:lvl8pPr>
              <a:defRPr sz="1875" b="1">
                <a:solidFill>
                  <a:srgbClr val="007F83"/>
                </a:solidFill>
                <a:latin typeface="Arial"/>
                <a:ea typeface="Arial"/>
                <a:cs typeface="Arial"/>
              </a:defRPr>
            </a:lvl8pPr>
            <a:lvl9pPr>
              <a:defRPr sz="1875" b="1">
                <a:solidFill>
                  <a:srgbClr val="007F83"/>
                </a:solidFill>
                <a:latin typeface="Arial"/>
                <a:ea typeface="Arial"/>
                <a:cs typeface="Arial"/>
              </a:defRPr>
            </a:lvl9pPr>
          </a:lstStyle>
          <a:p xmlns:a="http://schemas.openxmlformats.org/drawingml/2006/main">
            <a:pPr>
              <a:defRPr sz="1875" b="1">
                <a:solidFill>
                  <a:srgbClr val="007F83"/>
                </a:solidFill>
                <a:latin typeface="Arial"/>
                <a:ea typeface="Arial"/>
                <a:cs typeface="Arial"/>
              </a:defRPr>
            </a:pPr>
            <a:r>
              <a:rPr sz="1875" b="1">
                <a:solidFill>
                  <a:srgbClr val="007F83"/>
                </a:solidFill>
                <a:latin typeface="Arial"/>
                <a:ea typeface="Arial"/>
                <a:cs typeface="Arial"/>
              </a:rPr>
              <a:t>PIT</a:t>
            </a:r>
          </a:p>
        </p:txBody>
      </p:sp>
      <p:sp>
        <p:nvSpPr>
          <p:cNvPr id="7" name="">
            <a:extLst xmlns:a="http://schemas.openxmlformats.org/drawingml/2006/main">
              <a:ext uri="{FF2B5EF4-FFF2-40B4-BE49-F238E27FC236}">
                <a16:creationId xmlns:a16="http://schemas.microsoft.com/office/drawing/2014/main" id="{BD30CC02-E4C8-4F5C-9E9D-D020F23CCC75}"/>
              </a:ext>
            </a:extLst>
          </p:cNvPr>
          <p:cNvSpPr>
            <a:spLocks xmlns:a="http://schemas.openxmlformats.org/drawingml/2006/main" noGrp="1"/>
          </p:cNvSpPr>
          <p:nvPr/>
        </p:nvSpPr>
        <p:spPr>
          <a:xfrm xmlns:a="http://schemas.openxmlformats.org/drawingml/2006/main">
            <a:off x="2571750" y="2847975"/>
            <a:ext cx="89725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52E3D"/>
                </a:solidFill>
                <a:latin typeface="Arial"/>
                <a:ea typeface="Arial"/>
                <a:cs typeface="Arial"/>
              </a:defRPr>
            </a:defPPr>
            <a:lvl1pPr>
              <a:defRPr sz="1875" b="0">
                <a:solidFill>
                  <a:srgbClr val="152E3D"/>
                </a:solidFill>
                <a:latin typeface="Arial"/>
                <a:ea typeface="Arial"/>
                <a:cs typeface="Arial"/>
              </a:defRPr>
            </a:lvl1pPr>
            <a:lvl2pPr>
              <a:defRPr sz="1875" b="0">
                <a:solidFill>
                  <a:srgbClr val="152E3D"/>
                </a:solidFill>
                <a:latin typeface="Arial"/>
                <a:ea typeface="Arial"/>
                <a:cs typeface="Arial"/>
              </a:defRPr>
            </a:lvl2pPr>
            <a:lvl3pPr>
              <a:defRPr sz="1875" b="0">
                <a:solidFill>
                  <a:srgbClr val="152E3D"/>
                </a:solidFill>
                <a:latin typeface="Arial"/>
                <a:ea typeface="Arial"/>
                <a:cs typeface="Arial"/>
              </a:defRPr>
            </a:lvl3pPr>
            <a:lvl4pPr>
              <a:defRPr sz="1875" b="0">
                <a:solidFill>
                  <a:srgbClr val="152E3D"/>
                </a:solidFill>
                <a:latin typeface="Arial"/>
                <a:ea typeface="Arial"/>
                <a:cs typeface="Arial"/>
              </a:defRPr>
            </a:lvl4pPr>
            <a:lvl5pPr>
              <a:defRPr sz="1875" b="0">
                <a:solidFill>
                  <a:srgbClr val="152E3D"/>
                </a:solidFill>
                <a:latin typeface="Arial"/>
                <a:ea typeface="Arial"/>
                <a:cs typeface="Arial"/>
              </a:defRPr>
            </a:lvl5pPr>
            <a:lvl6pPr>
              <a:defRPr sz="1875" b="0">
                <a:solidFill>
                  <a:srgbClr val="152E3D"/>
                </a:solidFill>
                <a:latin typeface="Arial"/>
                <a:ea typeface="Arial"/>
                <a:cs typeface="Arial"/>
              </a:defRPr>
            </a:lvl6pPr>
            <a:lvl7pPr>
              <a:defRPr sz="1875" b="0">
                <a:solidFill>
                  <a:srgbClr val="152E3D"/>
                </a:solidFill>
                <a:latin typeface="Arial"/>
                <a:ea typeface="Arial"/>
                <a:cs typeface="Arial"/>
              </a:defRPr>
            </a:lvl7pPr>
            <a:lvl8pPr>
              <a:defRPr sz="1875" b="0">
                <a:solidFill>
                  <a:srgbClr val="152E3D"/>
                </a:solidFill>
                <a:latin typeface="Arial"/>
                <a:ea typeface="Arial"/>
                <a:cs typeface="Arial"/>
              </a:defRPr>
            </a:lvl8pPr>
            <a:lvl9pPr>
              <a:defRPr sz="1875" b="0">
                <a:solidFill>
                  <a:srgbClr val="152E3D"/>
                </a:solidFill>
                <a:latin typeface="Arial"/>
                <a:ea typeface="Arial"/>
                <a:cs typeface="Arial"/>
              </a:defRPr>
            </a:lvl9pPr>
          </a:lstStyle>
          <a:p xmlns:a="http://schemas.openxmlformats.org/drawingml/2006/main">
            <a:pPr>
              <a:defRPr sz="1875" b="0">
                <a:solidFill>
                  <a:srgbClr val="152E3D"/>
                </a:solidFill>
                <a:latin typeface="Arial"/>
                <a:ea typeface="Arial"/>
                <a:cs typeface="Arial"/>
              </a:defRPr>
            </a:pPr>
            <a:r>
              <a:rPr sz="1875" b="0">
                <a:solidFill>
                  <a:srgbClr val="152E3D"/>
                </a:solidFill>
                <a:latin typeface="Arial"/>
                <a:ea typeface="Arial"/>
                <a:cs typeface="Arial"/>
              </a:rPr>
              <a:t>Sabit veri görünümü sağlar. Kaynak tutar, iş bitince kimliği kapat.</a:t>
            </a:r>
          </a:p>
        </p:txBody>
      </p:sp>
      <p:sp>
        <p:nvSpPr>
          <p:cNvPr id="8" name="">
            <a:extLst xmlns:a="http://schemas.openxmlformats.org/drawingml/2006/main">
              <a:ext uri="{FF2B5EF4-FFF2-40B4-BE49-F238E27FC236}">
                <a16:creationId xmlns:a16="http://schemas.microsoft.com/office/drawing/2014/main" id="{2C6BD79B-D1E9-4D46-A348-6006BC4531C0}"/>
              </a:ext>
            </a:extLst>
          </p:cNvPr>
          <p:cNvSpPr>
            <a:spLocks xmlns:a="http://schemas.openxmlformats.org/drawingml/2006/main" noGrp="1"/>
          </p:cNvSpPr>
          <p:nvPr/>
        </p:nvSpPr>
        <p:spPr>
          <a:xfrm xmlns:a="http://schemas.openxmlformats.org/drawingml/2006/main">
            <a:off x="647700" y="3514725"/>
            <a:ext cx="1762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1">
                <a:solidFill>
                  <a:srgbClr val="007F83"/>
                </a:solidFill>
                <a:latin typeface="Arial"/>
                <a:ea typeface="Arial"/>
                <a:cs typeface="Arial"/>
              </a:defRPr>
            </a:defPPr>
            <a:lvl1pPr>
              <a:defRPr sz="1875" b="1">
                <a:solidFill>
                  <a:srgbClr val="007F83"/>
                </a:solidFill>
                <a:latin typeface="Arial"/>
                <a:ea typeface="Arial"/>
                <a:cs typeface="Arial"/>
              </a:defRPr>
            </a:lvl1pPr>
            <a:lvl2pPr>
              <a:defRPr sz="1875" b="1">
                <a:solidFill>
                  <a:srgbClr val="007F83"/>
                </a:solidFill>
                <a:latin typeface="Arial"/>
                <a:ea typeface="Arial"/>
                <a:cs typeface="Arial"/>
              </a:defRPr>
            </a:lvl2pPr>
            <a:lvl3pPr>
              <a:defRPr sz="1875" b="1">
                <a:solidFill>
                  <a:srgbClr val="007F83"/>
                </a:solidFill>
                <a:latin typeface="Arial"/>
                <a:ea typeface="Arial"/>
                <a:cs typeface="Arial"/>
              </a:defRPr>
            </a:lvl3pPr>
            <a:lvl4pPr>
              <a:defRPr sz="1875" b="1">
                <a:solidFill>
                  <a:srgbClr val="007F83"/>
                </a:solidFill>
                <a:latin typeface="Arial"/>
                <a:ea typeface="Arial"/>
                <a:cs typeface="Arial"/>
              </a:defRPr>
            </a:lvl4pPr>
            <a:lvl5pPr>
              <a:defRPr sz="1875" b="1">
                <a:solidFill>
                  <a:srgbClr val="007F83"/>
                </a:solidFill>
                <a:latin typeface="Arial"/>
                <a:ea typeface="Arial"/>
                <a:cs typeface="Arial"/>
              </a:defRPr>
            </a:lvl5pPr>
            <a:lvl6pPr>
              <a:defRPr sz="1875" b="1">
                <a:solidFill>
                  <a:srgbClr val="007F83"/>
                </a:solidFill>
                <a:latin typeface="Arial"/>
                <a:ea typeface="Arial"/>
                <a:cs typeface="Arial"/>
              </a:defRPr>
            </a:lvl6pPr>
            <a:lvl7pPr>
              <a:defRPr sz="1875" b="1">
                <a:solidFill>
                  <a:srgbClr val="007F83"/>
                </a:solidFill>
                <a:latin typeface="Arial"/>
                <a:ea typeface="Arial"/>
                <a:cs typeface="Arial"/>
              </a:defRPr>
            </a:lvl7pPr>
            <a:lvl8pPr>
              <a:defRPr sz="1875" b="1">
                <a:solidFill>
                  <a:srgbClr val="007F83"/>
                </a:solidFill>
                <a:latin typeface="Arial"/>
                <a:ea typeface="Arial"/>
                <a:cs typeface="Arial"/>
              </a:defRPr>
            </a:lvl8pPr>
            <a:lvl9pPr>
              <a:defRPr sz="1875" b="1">
                <a:solidFill>
                  <a:srgbClr val="007F83"/>
                </a:solidFill>
                <a:latin typeface="Arial"/>
                <a:ea typeface="Arial"/>
                <a:cs typeface="Arial"/>
              </a:defRPr>
            </a:lvl9pPr>
          </a:lstStyle>
          <a:p xmlns:a="http://schemas.openxmlformats.org/drawingml/2006/main">
            <a:pPr>
              <a:defRPr sz="1875" b="1">
                <a:solidFill>
                  <a:srgbClr val="007F83"/>
                </a:solidFill>
                <a:latin typeface="Arial"/>
                <a:ea typeface="Arial"/>
                <a:cs typeface="Arial"/>
              </a:defRPr>
            </a:pPr>
            <a:r>
              <a:rPr sz="1875" b="1">
                <a:solidFill>
                  <a:srgbClr val="007F83"/>
                </a:solidFill>
                <a:latin typeface="Arial"/>
                <a:ea typeface="Arial"/>
                <a:cs typeface="Arial"/>
              </a:rPr>
              <a:t>ISM</a:t>
            </a:r>
          </a:p>
        </p:txBody>
      </p:sp>
      <p:sp>
        <p:nvSpPr>
          <p:cNvPr id="9" name="">
            <a:extLst xmlns:a="http://schemas.openxmlformats.org/drawingml/2006/main">
              <a:ext uri="{FF2B5EF4-FFF2-40B4-BE49-F238E27FC236}">
                <a16:creationId xmlns:a16="http://schemas.microsoft.com/office/drawing/2014/main" id="{5658CB5F-7ECD-4E70-A8C9-3FDBBC047FC1}"/>
              </a:ext>
            </a:extLst>
          </p:cNvPr>
          <p:cNvSpPr>
            <a:spLocks xmlns:a="http://schemas.openxmlformats.org/drawingml/2006/main" noGrp="1"/>
          </p:cNvSpPr>
          <p:nvPr/>
        </p:nvSpPr>
        <p:spPr>
          <a:xfrm xmlns:a="http://schemas.openxmlformats.org/drawingml/2006/main">
            <a:off x="2571750" y="3514725"/>
            <a:ext cx="89725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52E3D"/>
                </a:solidFill>
                <a:latin typeface="Arial"/>
                <a:ea typeface="Arial"/>
                <a:cs typeface="Arial"/>
              </a:defRPr>
            </a:defPPr>
            <a:lvl1pPr>
              <a:defRPr sz="1875" b="0">
                <a:solidFill>
                  <a:srgbClr val="152E3D"/>
                </a:solidFill>
                <a:latin typeface="Arial"/>
                <a:ea typeface="Arial"/>
                <a:cs typeface="Arial"/>
              </a:defRPr>
            </a:lvl1pPr>
            <a:lvl2pPr>
              <a:defRPr sz="1875" b="0">
                <a:solidFill>
                  <a:srgbClr val="152E3D"/>
                </a:solidFill>
                <a:latin typeface="Arial"/>
                <a:ea typeface="Arial"/>
                <a:cs typeface="Arial"/>
              </a:defRPr>
            </a:lvl2pPr>
            <a:lvl3pPr>
              <a:defRPr sz="1875" b="0">
                <a:solidFill>
                  <a:srgbClr val="152E3D"/>
                </a:solidFill>
                <a:latin typeface="Arial"/>
                <a:ea typeface="Arial"/>
                <a:cs typeface="Arial"/>
              </a:defRPr>
            </a:lvl3pPr>
            <a:lvl4pPr>
              <a:defRPr sz="1875" b="0">
                <a:solidFill>
                  <a:srgbClr val="152E3D"/>
                </a:solidFill>
                <a:latin typeface="Arial"/>
                <a:ea typeface="Arial"/>
                <a:cs typeface="Arial"/>
              </a:defRPr>
            </a:lvl4pPr>
            <a:lvl5pPr>
              <a:defRPr sz="1875" b="0">
                <a:solidFill>
                  <a:srgbClr val="152E3D"/>
                </a:solidFill>
                <a:latin typeface="Arial"/>
                <a:ea typeface="Arial"/>
                <a:cs typeface="Arial"/>
              </a:defRPr>
            </a:lvl5pPr>
            <a:lvl6pPr>
              <a:defRPr sz="1875" b="0">
                <a:solidFill>
                  <a:srgbClr val="152E3D"/>
                </a:solidFill>
                <a:latin typeface="Arial"/>
                <a:ea typeface="Arial"/>
                <a:cs typeface="Arial"/>
              </a:defRPr>
            </a:lvl6pPr>
            <a:lvl7pPr>
              <a:defRPr sz="1875" b="0">
                <a:solidFill>
                  <a:srgbClr val="152E3D"/>
                </a:solidFill>
                <a:latin typeface="Arial"/>
                <a:ea typeface="Arial"/>
                <a:cs typeface="Arial"/>
              </a:defRPr>
            </a:lvl7pPr>
            <a:lvl8pPr>
              <a:defRPr sz="1875" b="0">
                <a:solidFill>
                  <a:srgbClr val="152E3D"/>
                </a:solidFill>
                <a:latin typeface="Arial"/>
                <a:ea typeface="Arial"/>
                <a:cs typeface="Arial"/>
              </a:defRPr>
            </a:lvl8pPr>
            <a:lvl9pPr>
              <a:defRPr sz="1875" b="0">
                <a:solidFill>
                  <a:srgbClr val="152E3D"/>
                </a:solidFill>
                <a:latin typeface="Arial"/>
                <a:ea typeface="Arial"/>
                <a:cs typeface="Arial"/>
              </a:defRPr>
            </a:lvl9pPr>
          </a:lstStyle>
          <a:p xmlns:a="http://schemas.openxmlformats.org/drawingml/2006/main">
            <a:pPr>
              <a:defRPr sz="1875" b="0">
                <a:solidFill>
                  <a:srgbClr val="152E3D"/>
                </a:solidFill>
                <a:latin typeface="Arial"/>
                <a:ea typeface="Arial"/>
                <a:cs typeface="Arial"/>
              </a:defRPr>
            </a:pPr>
            <a:r>
              <a:rPr sz="1875" b="0">
                <a:solidFill>
                  <a:srgbClr val="152E3D"/>
                </a:solidFill>
                <a:latin typeface="Arial"/>
                <a:ea typeface="Arial"/>
                <a:cs typeface="Arial"/>
              </a:rPr>
              <a:t>min_size tüm primary’ler, min_primary_shard_size tek primary içindir.</a:t>
            </a:r>
          </a:p>
        </p:txBody>
      </p:sp>
      <p:sp>
        <p:nvSpPr>
          <p:cNvPr id="10" name="">
            <a:extLst xmlns:a="http://schemas.openxmlformats.org/drawingml/2006/main">
              <a:ext uri="{FF2B5EF4-FFF2-40B4-BE49-F238E27FC236}">
                <a16:creationId xmlns:a16="http://schemas.microsoft.com/office/drawing/2014/main" id="{EDF39B9C-65AA-429A-A054-D22E4B96B477}"/>
              </a:ext>
            </a:extLst>
          </p:cNvPr>
          <p:cNvSpPr>
            <a:spLocks xmlns:a="http://schemas.openxmlformats.org/drawingml/2006/main" noGrp="1"/>
          </p:cNvSpPr>
          <p:nvPr/>
        </p:nvSpPr>
        <p:spPr>
          <a:xfrm xmlns:a="http://schemas.openxmlformats.org/drawingml/2006/main">
            <a:off x="647700" y="4181475"/>
            <a:ext cx="1762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1">
                <a:solidFill>
                  <a:srgbClr val="007F83"/>
                </a:solidFill>
                <a:latin typeface="Arial"/>
                <a:ea typeface="Arial"/>
                <a:cs typeface="Arial"/>
              </a:defRPr>
            </a:defPPr>
            <a:lvl1pPr>
              <a:defRPr sz="1875" b="1">
                <a:solidFill>
                  <a:srgbClr val="007F83"/>
                </a:solidFill>
                <a:latin typeface="Arial"/>
                <a:ea typeface="Arial"/>
                <a:cs typeface="Arial"/>
              </a:defRPr>
            </a:lvl1pPr>
            <a:lvl2pPr>
              <a:defRPr sz="1875" b="1">
                <a:solidFill>
                  <a:srgbClr val="007F83"/>
                </a:solidFill>
                <a:latin typeface="Arial"/>
                <a:ea typeface="Arial"/>
                <a:cs typeface="Arial"/>
              </a:defRPr>
            </a:lvl2pPr>
            <a:lvl3pPr>
              <a:defRPr sz="1875" b="1">
                <a:solidFill>
                  <a:srgbClr val="007F83"/>
                </a:solidFill>
                <a:latin typeface="Arial"/>
                <a:ea typeface="Arial"/>
                <a:cs typeface="Arial"/>
              </a:defRPr>
            </a:lvl3pPr>
            <a:lvl4pPr>
              <a:defRPr sz="1875" b="1">
                <a:solidFill>
                  <a:srgbClr val="007F83"/>
                </a:solidFill>
                <a:latin typeface="Arial"/>
                <a:ea typeface="Arial"/>
                <a:cs typeface="Arial"/>
              </a:defRPr>
            </a:lvl4pPr>
            <a:lvl5pPr>
              <a:defRPr sz="1875" b="1">
                <a:solidFill>
                  <a:srgbClr val="007F83"/>
                </a:solidFill>
                <a:latin typeface="Arial"/>
                <a:ea typeface="Arial"/>
                <a:cs typeface="Arial"/>
              </a:defRPr>
            </a:lvl5pPr>
            <a:lvl6pPr>
              <a:defRPr sz="1875" b="1">
                <a:solidFill>
                  <a:srgbClr val="007F83"/>
                </a:solidFill>
                <a:latin typeface="Arial"/>
                <a:ea typeface="Arial"/>
                <a:cs typeface="Arial"/>
              </a:defRPr>
            </a:lvl6pPr>
            <a:lvl7pPr>
              <a:defRPr sz="1875" b="1">
                <a:solidFill>
                  <a:srgbClr val="007F83"/>
                </a:solidFill>
                <a:latin typeface="Arial"/>
                <a:ea typeface="Arial"/>
                <a:cs typeface="Arial"/>
              </a:defRPr>
            </a:lvl7pPr>
            <a:lvl8pPr>
              <a:defRPr sz="1875" b="1">
                <a:solidFill>
                  <a:srgbClr val="007F83"/>
                </a:solidFill>
                <a:latin typeface="Arial"/>
                <a:ea typeface="Arial"/>
                <a:cs typeface="Arial"/>
              </a:defRPr>
            </a:lvl8pPr>
            <a:lvl9pPr>
              <a:defRPr sz="1875" b="1">
                <a:solidFill>
                  <a:srgbClr val="007F83"/>
                </a:solidFill>
                <a:latin typeface="Arial"/>
                <a:ea typeface="Arial"/>
                <a:cs typeface="Arial"/>
              </a:defRPr>
            </a:lvl9pPr>
          </a:lstStyle>
          <a:p xmlns:a="http://schemas.openxmlformats.org/drawingml/2006/main">
            <a:pPr>
              <a:defRPr sz="1875" b="1">
                <a:solidFill>
                  <a:srgbClr val="007F83"/>
                </a:solidFill>
                <a:latin typeface="Arial"/>
                <a:ea typeface="Arial"/>
                <a:cs typeface="Arial"/>
              </a:defRPr>
            </a:pPr>
            <a:r>
              <a:rPr sz="1875" b="1">
                <a:solidFill>
                  <a:srgbClr val="007F83"/>
                </a:solidFill>
                <a:latin typeface="Arial"/>
                <a:ea typeface="Arial"/>
                <a:cs typeface="Arial"/>
              </a:rPr>
              <a:t>Zaman</a:t>
            </a:r>
          </a:p>
        </p:txBody>
      </p:sp>
      <p:sp>
        <p:nvSpPr>
          <p:cNvPr id="11" name="">
            <a:extLst xmlns:a="http://schemas.openxmlformats.org/drawingml/2006/main">
              <a:ext uri="{FF2B5EF4-FFF2-40B4-BE49-F238E27FC236}">
                <a16:creationId xmlns:a16="http://schemas.microsoft.com/office/drawing/2014/main" id="{23C29FD1-C198-4612-89E6-EDABE2B87DB2}"/>
              </a:ext>
            </a:extLst>
          </p:cNvPr>
          <p:cNvSpPr>
            <a:spLocks xmlns:a="http://schemas.openxmlformats.org/drawingml/2006/main" noGrp="1"/>
          </p:cNvSpPr>
          <p:nvPr/>
        </p:nvSpPr>
        <p:spPr>
          <a:xfrm xmlns:a="http://schemas.openxmlformats.org/drawingml/2006/main">
            <a:off x="2571750" y="4181475"/>
            <a:ext cx="89725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52E3D"/>
                </a:solidFill>
                <a:latin typeface="Arial"/>
                <a:ea typeface="Arial"/>
                <a:cs typeface="Arial"/>
              </a:defRPr>
            </a:defPPr>
            <a:lvl1pPr>
              <a:defRPr sz="1875" b="0">
                <a:solidFill>
                  <a:srgbClr val="152E3D"/>
                </a:solidFill>
                <a:latin typeface="Arial"/>
                <a:ea typeface="Arial"/>
                <a:cs typeface="Arial"/>
              </a:defRPr>
            </a:lvl1pPr>
            <a:lvl2pPr>
              <a:defRPr sz="1875" b="0">
                <a:solidFill>
                  <a:srgbClr val="152E3D"/>
                </a:solidFill>
                <a:latin typeface="Arial"/>
                <a:ea typeface="Arial"/>
                <a:cs typeface="Arial"/>
              </a:defRPr>
            </a:lvl2pPr>
            <a:lvl3pPr>
              <a:defRPr sz="1875" b="0">
                <a:solidFill>
                  <a:srgbClr val="152E3D"/>
                </a:solidFill>
                <a:latin typeface="Arial"/>
                <a:ea typeface="Arial"/>
                <a:cs typeface="Arial"/>
              </a:defRPr>
            </a:lvl3pPr>
            <a:lvl4pPr>
              <a:defRPr sz="1875" b="0">
                <a:solidFill>
                  <a:srgbClr val="152E3D"/>
                </a:solidFill>
                <a:latin typeface="Arial"/>
                <a:ea typeface="Arial"/>
                <a:cs typeface="Arial"/>
              </a:defRPr>
            </a:lvl4pPr>
            <a:lvl5pPr>
              <a:defRPr sz="1875" b="0">
                <a:solidFill>
                  <a:srgbClr val="152E3D"/>
                </a:solidFill>
                <a:latin typeface="Arial"/>
                <a:ea typeface="Arial"/>
                <a:cs typeface="Arial"/>
              </a:defRPr>
            </a:lvl5pPr>
            <a:lvl6pPr>
              <a:defRPr sz="1875" b="0">
                <a:solidFill>
                  <a:srgbClr val="152E3D"/>
                </a:solidFill>
                <a:latin typeface="Arial"/>
                <a:ea typeface="Arial"/>
                <a:cs typeface="Arial"/>
              </a:defRPr>
            </a:lvl6pPr>
            <a:lvl7pPr>
              <a:defRPr sz="1875" b="0">
                <a:solidFill>
                  <a:srgbClr val="152E3D"/>
                </a:solidFill>
                <a:latin typeface="Arial"/>
                <a:ea typeface="Arial"/>
                <a:cs typeface="Arial"/>
              </a:defRPr>
            </a:lvl7pPr>
            <a:lvl8pPr>
              <a:defRPr sz="1875" b="0">
                <a:solidFill>
                  <a:srgbClr val="152E3D"/>
                </a:solidFill>
                <a:latin typeface="Arial"/>
                <a:ea typeface="Arial"/>
                <a:cs typeface="Arial"/>
              </a:defRPr>
            </a:lvl8pPr>
            <a:lvl9pPr>
              <a:defRPr sz="1875" b="0">
                <a:solidFill>
                  <a:srgbClr val="152E3D"/>
                </a:solidFill>
                <a:latin typeface="Arial"/>
                <a:ea typeface="Arial"/>
                <a:cs typeface="Arial"/>
              </a:defRPr>
            </a:lvl9pPr>
          </a:lstStyle>
          <a:p xmlns:a="http://schemas.openxmlformats.org/drawingml/2006/main">
            <a:pPr>
              <a:defRPr sz="1875" b="0">
                <a:solidFill>
                  <a:srgbClr val="152E3D"/>
                </a:solidFill>
                <a:latin typeface="Arial"/>
                <a:ea typeface="Arial"/>
                <a:cs typeface="Arial"/>
              </a:defRPr>
            </a:pPr>
            <a:r>
              <a:rPr sz="1875" b="0">
                <a:solidFill>
                  <a:srgbClr val="152E3D"/>
                </a:solidFill>
                <a:latin typeface="Arial"/>
                <a:ea typeface="Arial"/>
                <a:cs typeface="Arial"/>
              </a:rPr>
              <a:t>Olay ve gözlem zamanı farklıdır. Retention belge başına kesin TTL değildir.</a:t>
            </a:r>
          </a:p>
        </p:txBody>
      </p:sp>
      <p:sp>
        <p:nvSpPr>
          <p:cNvPr id="12" name="">
            <a:extLst xmlns:a="http://schemas.openxmlformats.org/drawingml/2006/main">
              <a:ext uri="{FF2B5EF4-FFF2-40B4-BE49-F238E27FC236}">
                <a16:creationId xmlns:a16="http://schemas.microsoft.com/office/drawing/2014/main" id="{D9FAA990-D46E-4ABB-A95E-2F13821FB8C4}"/>
              </a:ext>
            </a:extLst>
          </p:cNvPr>
          <p:cNvSpPr>
            <a:spLocks xmlns:a="http://schemas.openxmlformats.org/drawingml/2006/main" noGrp="1"/>
          </p:cNvSpPr>
          <p:nvPr/>
        </p:nvSpPr>
        <p:spPr>
          <a:xfrm xmlns:a="http://schemas.openxmlformats.org/drawingml/2006/main">
            <a:off x="647700" y="4848225"/>
            <a:ext cx="1762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1">
                <a:solidFill>
                  <a:srgbClr val="007F83"/>
                </a:solidFill>
                <a:latin typeface="Arial"/>
                <a:ea typeface="Arial"/>
                <a:cs typeface="Arial"/>
              </a:defRPr>
            </a:defPPr>
            <a:lvl1pPr>
              <a:defRPr sz="1875" b="1">
                <a:solidFill>
                  <a:srgbClr val="007F83"/>
                </a:solidFill>
                <a:latin typeface="Arial"/>
                <a:ea typeface="Arial"/>
                <a:cs typeface="Arial"/>
              </a:defRPr>
            </a:lvl1pPr>
            <a:lvl2pPr>
              <a:defRPr sz="1875" b="1">
                <a:solidFill>
                  <a:srgbClr val="007F83"/>
                </a:solidFill>
                <a:latin typeface="Arial"/>
                <a:ea typeface="Arial"/>
                <a:cs typeface="Arial"/>
              </a:defRPr>
            </a:lvl2pPr>
            <a:lvl3pPr>
              <a:defRPr sz="1875" b="1">
                <a:solidFill>
                  <a:srgbClr val="007F83"/>
                </a:solidFill>
                <a:latin typeface="Arial"/>
                <a:ea typeface="Arial"/>
                <a:cs typeface="Arial"/>
              </a:defRPr>
            </a:lvl3pPr>
            <a:lvl4pPr>
              <a:defRPr sz="1875" b="1">
                <a:solidFill>
                  <a:srgbClr val="007F83"/>
                </a:solidFill>
                <a:latin typeface="Arial"/>
                <a:ea typeface="Arial"/>
                <a:cs typeface="Arial"/>
              </a:defRPr>
            </a:lvl4pPr>
            <a:lvl5pPr>
              <a:defRPr sz="1875" b="1">
                <a:solidFill>
                  <a:srgbClr val="007F83"/>
                </a:solidFill>
                <a:latin typeface="Arial"/>
                <a:ea typeface="Arial"/>
                <a:cs typeface="Arial"/>
              </a:defRPr>
            </a:lvl5pPr>
            <a:lvl6pPr>
              <a:defRPr sz="1875" b="1">
                <a:solidFill>
                  <a:srgbClr val="007F83"/>
                </a:solidFill>
                <a:latin typeface="Arial"/>
                <a:ea typeface="Arial"/>
                <a:cs typeface="Arial"/>
              </a:defRPr>
            </a:lvl6pPr>
            <a:lvl7pPr>
              <a:defRPr sz="1875" b="1">
                <a:solidFill>
                  <a:srgbClr val="007F83"/>
                </a:solidFill>
                <a:latin typeface="Arial"/>
                <a:ea typeface="Arial"/>
                <a:cs typeface="Arial"/>
              </a:defRPr>
            </a:lvl7pPr>
            <a:lvl8pPr>
              <a:defRPr sz="1875" b="1">
                <a:solidFill>
                  <a:srgbClr val="007F83"/>
                </a:solidFill>
                <a:latin typeface="Arial"/>
                <a:ea typeface="Arial"/>
                <a:cs typeface="Arial"/>
              </a:defRPr>
            </a:lvl8pPr>
            <a:lvl9pPr>
              <a:defRPr sz="1875" b="1">
                <a:solidFill>
                  <a:srgbClr val="007F83"/>
                </a:solidFill>
                <a:latin typeface="Arial"/>
                <a:ea typeface="Arial"/>
                <a:cs typeface="Arial"/>
              </a:defRPr>
            </a:lvl9pPr>
          </a:lstStyle>
          <a:p xmlns:a="http://schemas.openxmlformats.org/drawingml/2006/main">
            <a:pPr>
              <a:defRPr sz="1875" b="1">
                <a:solidFill>
                  <a:srgbClr val="007F83"/>
                </a:solidFill>
                <a:latin typeface="Arial"/>
                <a:ea typeface="Arial"/>
                <a:cs typeface="Arial"/>
              </a:defRPr>
            </a:pPr>
            <a:r>
              <a:rPr sz="1875" b="1">
                <a:solidFill>
                  <a:srgbClr val="007F83"/>
                </a:solidFill>
                <a:latin typeface="Arial"/>
                <a:ea typeface="Arial"/>
                <a:cs typeface="Arial"/>
              </a:rPr>
              <a:t>Profile</a:t>
            </a:r>
          </a:p>
        </p:txBody>
      </p:sp>
      <p:sp>
        <p:nvSpPr>
          <p:cNvPr id="13" name="">
            <a:extLst xmlns:a="http://schemas.openxmlformats.org/drawingml/2006/main">
              <a:ext uri="{FF2B5EF4-FFF2-40B4-BE49-F238E27FC236}">
                <a16:creationId xmlns:a16="http://schemas.microsoft.com/office/drawing/2014/main" id="{6298EA99-A7B4-4F5B-A9C7-0E15E2836AF8}"/>
              </a:ext>
            </a:extLst>
          </p:cNvPr>
          <p:cNvSpPr>
            <a:spLocks xmlns:a="http://schemas.openxmlformats.org/drawingml/2006/main" noGrp="1"/>
          </p:cNvSpPr>
          <p:nvPr/>
        </p:nvSpPr>
        <p:spPr>
          <a:xfrm xmlns:a="http://schemas.openxmlformats.org/drawingml/2006/main">
            <a:off x="2571750" y="4848225"/>
            <a:ext cx="89725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52E3D"/>
                </a:solidFill>
                <a:latin typeface="Arial"/>
                <a:ea typeface="Arial"/>
                <a:cs typeface="Arial"/>
              </a:defRPr>
            </a:defPPr>
            <a:lvl1pPr>
              <a:defRPr sz="1875" b="0">
                <a:solidFill>
                  <a:srgbClr val="152E3D"/>
                </a:solidFill>
                <a:latin typeface="Arial"/>
                <a:ea typeface="Arial"/>
                <a:cs typeface="Arial"/>
              </a:defRPr>
            </a:lvl1pPr>
            <a:lvl2pPr>
              <a:defRPr sz="1875" b="0">
                <a:solidFill>
                  <a:srgbClr val="152E3D"/>
                </a:solidFill>
                <a:latin typeface="Arial"/>
                <a:ea typeface="Arial"/>
                <a:cs typeface="Arial"/>
              </a:defRPr>
            </a:lvl2pPr>
            <a:lvl3pPr>
              <a:defRPr sz="1875" b="0">
                <a:solidFill>
                  <a:srgbClr val="152E3D"/>
                </a:solidFill>
                <a:latin typeface="Arial"/>
                <a:ea typeface="Arial"/>
                <a:cs typeface="Arial"/>
              </a:defRPr>
            </a:lvl3pPr>
            <a:lvl4pPr>
              <a:defRPr sz="1875" b="0">
                <a:solidFill>
                  <a:srgbClr val="152E3D"/>
                </a:solidFill>
                <a:latin typeface="Arial"/>
                <a:ea typeface="Arial"/>
                <a:cs typeface="Arial"/>
              </a:defRPr>
            </a:lvl4pPr>
            <a:lvl5pPr>
              <a:defRPr sz="1875" b="0">
                <a:solidFill>
                  <a:srgbClr val="152E3D"/>
                </a:solidFill>
                <a:latin typeface="Arial"/>
                <a:ea typeface="Arial"/>
                <a:cs typeface="Arial"/>
              </a:defRPr>
            </a:lvl5pPr>
            <a:lvl6pPr>
              <a:defRPr sz="1875" b="0">
                <a:solidFill>
                  <a:srgbClr val="152E3D"/>
                </a:solidFill>
                <a:latin typeface="Arial"/>
                <a:ea typeface="Arial"/>
                <a:cs typeface="Arial"/>
              </a:defRPr>
            </a:lvl6pPr>
            <a:lvl7pPr>
              <a:defRPr sz="1875" b="0">
                <a:solidFill>
                  <a:srgbClr val="152E3D"/>
                </a:solidFill>
                <a:latin typeface="Arial"/>
                <a:ea typeface="Arial"/>
                <a:cs typeface="Arial"/>
              </a:defRPr>
            </a:lvl7pPr>
            <a:lvl8pPr>
              <a:defRPr sz="1875" b="0">
                <a:solidFill>
                  <a:srgbClr val="152E3D"/>
                </a:solidFill>
                <a:latin typeface="Arial"/>
                <a:ea typeface="Arial"/>
                <a:cs typeface="Arial"/>
              </a:defRPr>
            </a:lvl8pPr>
            <a:lvl9pPr>
              <a:defRPr sz="1875" b="0">
                <a:solidFill>
                  <a:srgbClr val="152E3D"/>
                </a:solidFill>
                <a:latin typeface="Arial"/>
                <a:ea typeface="Arial"/>
                <a:cs typeface="Arial"/>
              </a:defRPr>
            </a:lvl9pPr>
          </a:lstStyle>
          <a:p xmlns:a="http://schemas.openxmlformats.org/drawingml/2006/main">
            <a:pPr>
              <a:defRPr sz="1875" b="0">
                <a:solidFill>
                  <a:srgbClr val="152E3D"/>
                </a:solidFill>
                <a:latin typeface="Arial"/>
                <a:ea typeface="Arial"/>
                <a:cs typeface="Arial"/>
              </a:defRPr>
            </a:pPr>
            <a:r>
              <a:rPr sz="1875" b="0">
                <a:solidFill>
                  <a:srgbClr val="152E3D"/>
                </a:solidFill>
                <a:latin typeface="Arial"/>
                <a:ea typeface="Arial"/>
                <a:cs typeface="Arial"/>
              </a:rPr>
              <a:t>Ek yük getirir. Ağ ve kuyruk süresini ölçmez.</a:t>
            </a:r>
          </a:p>
        </p:txBody>
      </p:sp>
      <p:sp>
        <p:nvSpPr>
          <p:cNvPr id="14" name="">
            <a:extLst xmlns:a="http://schemas.openxmlformats.org/drawingml/2006/main">
              <a:ext uri="{FF2B5EF4-FFF2-40B4-BE49-F238E27FC236}">
                <a16:creationId xmlns:a16="http://schemas.microsoft.com/office/drawing/2014/main" id="{5FA3D65F-C88E-41C3-A006-6C28306B3246}"/>
              </a:ext>
            </a:extLst>
          </p:cNvPr>
          <p:cNvSpPr>
            <a:spLocks xmlns:a="http://schemas.openxmlformats.org/drawingml/2006/main" noGrp="1"/>
          </p:cNvSpPr>
          <p:nvPr/>
        </p:nvSpPr>
        <p:spPr>
          <a:xfrm xmlns:a="http://schemas.openxmlformats.org/drawingml/2006/main">
            <a:off x="647700" y="5848350"/>
            <a:ext cx="10896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1">
                <a:solidFill>
                  <a:srgbClr val="007F83"/>
                </a:solidFill>
                <a:latin typeface="Arial"/>
                <a:ea typeface="Arial"/>
                <a:cs typeface="Arial"/>
              </a:defRPr>
            </a:defPPr>
            <a:lvl1pPr>
              <a:defRPr sz="1725" b="1">
                <a:solidFill>
                  <a:srgbClr val="007F83"/>
                </a:solidFill>
                <a:latin typeface="Arial"/>
                <a:ea typeface="Arial"/>
                <a:cs typeface="Arial"/>
              </a:defRPr>
            </a:lvl1pPr>
            <a:lvl2pPr>
              <a:defRPr sz="1725" b="1">
                <a:solidFill>
                  <a:srgbClr val="007F83"/>
                </a:solidFill>
                <a:latin typeface="Arial"/>
                <a:ea typeface="Arial"/>
                <a:cs typeface="Arial"/>
              </a:defRPr>
            </a:lvl2pPr>
            <a:lvl3pPr>
              <a:defRPr sz="1725" b="1">
                <a:solidFill>
                  <a:srgbClr val="007F83"/>
                </a:solidFill>
                <a:latin typeface="Arial"/>
                <a:ea typeface="Arial"/>
                <a:cs typeface="Arial"/>
              </a:defRPr>
            </a:lvl3pPr>
            <a:lvl4pPr>
              <a:defRPr sz="1725" b="1">
                <a:solidFill>
                  <a:srgbClr val="007F83"/>
                </a:solidFill>
                <a:latin typeface="Arial"/>
                <a:ea typeface="Arial"/>
                <a:cs typeface="Arial"/>
              </a:defRPr>
            </a:lvl4pPr>
            <a:lvl5pPr>
              <a:defRPr sz="1725" b="1">
                <a:solidFill>
                  <a:srgbClr val="007F83"/>
                </a:solidFill>
                <a:latin typeface="Arial"/>
                <a:ea typeface="Arial"/>
                <a:cs typeface="Arial"/>
              </a:defRPr>
            </a:lvl5pPr>
            <a:lvl6pPr>
              <a:defRPr sz="1725" b="1">
                <a:solidFill>
                  <a:srgbClr val="007F83"/>
                </a:solidFill>
                <a:latin typeface="Arial"/>
                <a:ea typeface="Arial"/>
                <a:cs typeface="Arial"/>
              </a:defRPr>
            </a:lvl6pPr>
            <a:lvl7pPr>
              <a:defRPr sz="1725" b="1">
                <a:solidFill>
                  <a:srgbClr val="007F83"/>
                </a:solidFill>
                <a:latin typeface="Arial"/>
                <a:ea typeface="Arial"/>
                <a:cs typeface="Arial"/>
              </a:defRPr>
            </a:lvl7pPr>
            <a:lvl8pPr>
              <a:defRPr sz="1725" b="1">
                <a:solidFill>
                  <a:srgbClr val="007F83"/>
                </a:solidFill>
                <a:latin typeface="Arial"/>
                <a:ea typeface="Arial"/>
                <a:cs typeface="Arial"/>
              </a:defRPr>
            </a:lvl8pPr>
            <a:lvl9pPr>
              <a:defRPr sz="1725" b="1">
                <a:solidFill>
                  <a:srgbClr val="007F83"/>
                </a:solidFill>
                <a:latin typeface="Arial"/>
                <a:ea typeface="Arial"/>
                <a:cs typeface="Arial"/>
              </a:defRPr>
            </a:lvl9pPr>
          </a:lstStyle>
          <a:p xmlns:a="http://schemas.openxmlformats.org/drawingml/2006/main">
            <a:pPr>
              <a:defRPr sz="1725" b="1">
                <a:solidFill>
                  <a:srgbClr val="007F83"/>
                </a:solidFill>
                <a:latin typeface="Arial"/>
                <a:ea typeface="Arial"/>
                <a:cs typeface="Arial"/>
              </a:defRPr>
            </a:pPr>
            <a:r>
              <a:rPr sz="1725" b="1">
                <a:solidFill>
                  <a:srgbClr val="007F83"/>
                </a:solidFill>
                <a:latin typeface="Arial"/>
                <a:ea typeface="Arial"/>
                <a:cs typeface="Arial"/>
              </a:rPr>
              <a:t>Sürüm, mapping, veri kapsamı ve hata durumu birlikte değerlendirilir.</a:t>
            </a:r>
          </a:p>
        </p:txBody>
      </p:sp>
      <p:sp>
        <p:nvSpPr>
          <p:cNvPr id="15" name="">
            <a:extLst xmlns:a="http://schemas.openxmlformats.org/drawingml/2006/main">
              <a:ext uri="{FF2B5EF4-FFF2-40B4-BE49-F238E27FC236}">
                <a16:creationId xmlns:a16="http://schemas.microsoft.com/office/drawing/2014/main" id="{48121D5A-B435-45F6-A6BD-A296EA7882E3}"/>
              </a:ext>
            </a:extLst>
          </p:cNvPr>
          <p:cNvSpPr>
            <a:spLocks xmlns:a="http://schemas.openxmlformats.org/drawingml/2006/main" noGrp="1"/>
          </p:cNvSpPr>
          <p:nvPr/>
        </p:nvSpPr>
        <p:spPr>
          <a:xfrm xmlns:a="http://schemas.openxmlformats.org/drawingml/2006/main">
            <a:off x="10858500" y="6429375"/>
            <a:ext cx="714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0616A"/>
                </a:solidFill>
                <a:latin typeface="Arial"/>
                <a:ea typeface="Arial"/>
                <a:cs typeface="Arial"/>
              </a:defRPr>
            </a:defPPr>
            <a:lvl1pPr>
              <a:defRPr sz="1200" b="0">
                <a:solidFill>
                  <a:srgbClr val="50616A"/>
                </a:solidFill>
                <a:latin typeface="Arial"/>
                <a:ea typeface="Arial"/>
                <a:cs typeface="Arial"/>
              </a:defRPr>
            </a:lvl1pPr>
            <a:lvl2pPr>
              <a:defRPr sz="1200" b="0">
                <a:solidFill>
                  <a:srgbClr val="50616A"/>
                </a:solidFill>
                <a:latin typeface="Arial"/>
                <a:ea typeface="Arial"/>
                <a:cs typeface="Arial"/>
              </a:defRPr>
            </a:lvl2pPr>
            <a:lvl3pPr>
              <a:defRPr sz="1200" b="0">
                <a:solidFill>
                  <a:srgbClr val="50616A"/>
                </a:solidFill>
                <a:latin typeface="Arial"/>
                <a:ea typeface="Arial"/>
                <a:cs typeface="Arial"/>
              </a:defRPr>
            </a:lvl3pPr>
            <a:lvl4pPr>
              <a:defRPr sz="1200" b="0">
                <a:solidFill>
                  <a:srgbClr val="50616A"/>
                </a:solidFill>
                <a:latin typeface="Arial"/>
                <a:ea typeface="Arial"/>
                <a:cs typeface="Arial"/>
              </a:defRPr>
            </a:lvl4pPr>
            <a:lvl5pPr>
              <a:defRPr sz="1200" b="0">
                <a:solidFill>
                  <a:srgbClr val="50616A"/>
                </a:solidFill>
                <a:latin typeface="Arial"/>
                <a:ea typeface="Arial"/>
                <a:cs typeface="Arial"/>
              </a:defRPr>
            </a:lvl5pPr>
            <a:lvl6pPr>
              <a:defRPr sz="1200" b="0">
                <a:solidFill>
                  <a:srgbClr val="50616A"/>
                </a:solidFill>
                <a:latin typeface="Arial"/>
                <a:ea typeface="Arial"/>
                <a:cs typeface="Arial"/>
              </a:defRPr>
            </a:lvl6pPr>
            <a:lvl7pPr>
              <a:defRPr sz="1200" b="0">
                <a:solidFill>
                  <a:srgbClr val="50616A"/>
                </a:solidFill>
                <a:latin typeface="Arial"/>
                <a:ea typeface="Arial"/>
                <a:cs typeface="Arial"/>
              </a:defRPr>
            </a:lvl7pPr>
            <a:lvl8pPr>
              <a:defRPr sz="1200" b="0">
                <a:solidFill>
                  <a:srgbClr val="50616A"/>
                </a:solidFill>
                <a:latin typeface="Arial"/>
                <a:ea typeface="Arial"/>
                <a:cs typeface="Arial"/>
              </a:defRPr>
            </a:lvl8pPr>
            <a:lvl9pPr>
              <a:defRPr sz="1200" b="0">
                <a:solidFill>
                  <a:srgbClr val="50616A"/>
                </a:solidFill>
                <a:latin typeface="Arial"/>
                <a:ea typeface="Arial"/>
                <a:cs typeface="Arial"/>
              </a:defRPr>
            </a:lvl9pPr>
          </a:lstStyle>
          <a:p xmlns:a="http://schemas.openxmlformats.org/drawingml/2006/main">
            <a:pPr>
              <a:defRPr sz="1200" b="0">
                <a:solidFill>
                  <a:srgbClr val="50616A"/>
                </a:solidFill>
                <a:latin typeface="Arial"/>
                <a:ea typeface="Arial"/>
                <a:cs typeface="Arial"/>
              </a:defRPr>
            </a:pPr>
            <a:r>
              <a:rPr sz="1200" b="0">
                <a:solidFill>
                  <a:srgbClr val="50616A"/>
                </a:solidFill>
                <a:latin typeface="Arial"/>
                <a:ea typeface="Arial"/>
                <a:cs typeface="Arial"/>
              </a:rPr>
              <a:t>23 / 26</a:t>
            </a:r>
          </a:p>
        </p:txBody>
      </p:sp>
      <p:sp>
        <p:nvSpPr>
          <p:cNvPr id="16" name="">
            <a:extLst xmlns:a="http://schemas.openxmlformats.org/drawingml/2006/main">
              <a:ext uri="{FF2B5EF4-FFF2-40B4-BE49-F238E27FC236}">
                <a16:creationId xmlns:a16="http://schemas.microsoft.com/office/drawing/2014/main" id="{ABC827A6-6B35-428D-AC5E-1F6DF08A8D2E}"/>
              </a:ext>
            </a:extLst>
          </p:cNvPr>
          <p:cNvSpPr>
            <a:spLocks xmlns:a="http://schemas.openxmlformats.org/drawingml/2006/main" noGrp="1"/>
          </p:cNvSpPr>
          <p:nvPr/>
        </p:nvSpPr>
        <p:spPr>
          <a:xfrm xmlns:a="http://schemas.openxmlformats.org/drawingml/2006/main">
            <a:off x="647700" y="6438900"/>
            <a:ext cx="98583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0616A"/>
                </a:solidFill>
                <a:latin typeface="Arial"/>
                <a:ea typeface="Arial"/>
                <a:cs typeface="Arial"/>
              </a:defRPr>
            </a:defPPr>
            <a:lvl1pPr>
              <a:defRPr sz="1050" b="0">
                <a:solidFill>
                  <a:srgbClr val="50616A"/>
                </a:solidFill>
                <a:latin typeface="Arial"/>
                <a:ea typeface="Arial"/>
                <a:cs typeface="Arial"/>
              </a:defRPr>
            </a:lvl1pPr>
            <a:lvl2pPr>
              <a:defRPr sz="1050" b="0">
                <a:solidFill>
                  <a:srgbClr val="50616A"/>
                </a:solidFill>
                <a:latin typeface="Arial"/>
                <a:ea typeface="Arial"/>
                <a:cs typeface="Arial"/>
              </a:defRPr>
            </a:lvl2pPr>
            <a:lvl3pPr>
              <a:defRPr sz="1050" b="0">
                <a:solidFill>
                  <a:srgbClr val="50616A"/>
                </a:solidFill>
                <a:latin typeface="Arial"/>
                <a:ea typeface="Arial"/>
                <a:cs typeface="Arial"/>
              </a:defRPr>
            </a:lvl3pPr>
            <a:lvl4pPr>
              <a:defRPr sz="1050" b="0">
                <a:solidFill>
                  <a:srgbClr val="50616A"/>
                </a:solidFill>
                <a:latin typeface="Arial"/>
                <a:ea typeface="Arial"/>
                <a:cs typeface="Arial"/>
              </a:defRPr>
            </a:lvl4pPr>
            <a:lvl5pPr>
              <a:defRPr sz="1050" b="0">
                <a:solidFill>
                  <a:srgbClr val="50616A"/>
                </a:solidFill>
                <a:latin typeface="Arial"/>
                <a:ea typeface="Arial"/>
                <a:cs typeface="Arial"/>
              </a:defRPr>
            </a:lvl5pPr>
            <a:lvl6pPr>
              <a:defRPr sz="1050" b="0">
                <a:solidFill>
                  <a:srgbClr val="50616A"/>
                </a:solidFill>
                <a:latin typeface="Arial"/>
                <a:ea typeface="Arial"/>
                <a:cs typeface="Arial"/>
              </a:defRPr>
            </a:lvl6pPr>
            <a:lvl7pPr>
              <a:defRPr sz="1050" b="0">
                <a:solidFill>
                  <a:srgbClr val="50616A"/>
                </a:solidFill>
                <a:latin typeface="Arial"/>
                <a:ea typeface="Arial"/>
                <a:cs typeface="Arial"/>
              </a:defRPr>
            </a:lvl7pPr>
            <a:lvl8pPr>
              <a:defRPr sz="1050" b="0">
                <a:solidFill>
                  <a:srgbClr val="50616A"/>
                </a:solidFill>
                <a:latin typeface="Arial"/>
                <a:ea typeface="Arial"/>
                <a:cs typeface="Arial"/>
              </a:defRPr>
            </a:lvl8pPr>
            <a:lvl9pPr>
              <a:defRPr sz="1050" b="0">
                <a:solidFill>
                  <a:srgbClr val="50616A"/>
                </a:solidFill>
                <a:latin typeface="Arial"/>
                <a:ea typeface="Arial"/>
                <a:cs typeface="Arial"/>
              </a:defRPr>
            </a:lvl9pPr>
          </a:lstStyle>
          <a:p xmlns:a="http://schemas.openxmlformats.org/drawingml/2006/main">
            <a:pPr>
              <a:defRPr sz="1050" b="0">
                <a:solidFill>
                  <a:srgbClr val="50616A"/>
                </a:solidFill>
                <a:latin typeface="Arial"/>
                <a:ea typeface="Arial"/>
                <a:cs typeface="Arial"/>
              </a:defRPr>
            </a:pPr>
            <a:r>
              <a:rPr sz="1050">
                <a:solidFill>
                  <a:srgbClr val="50616A"/>
                </a:solidFill>
                <a:latin typeface="Arial"/>
                <a:ea typeface="Arial"/>
                <a:cs typeface="Arial"/>
              </a:rPr>
              <a:t>Kaynaklar: </a:t>
            </a:r>
            <a:r>
              <a:rPr sz="1050">
                <a:solidFill>
                  <a:srgbClr val="50616A"/>
                </a:solidFill>
                <a:latin typeface="Arial"/>
                <a:ea typeface="Arial"/>
                <a:cs typeface="Arial"/>
                <a:hlinkClick xmlns:r="http://schemas.openxmlformats.org/officeDocument/2006/relationships" r:id="R8c9a4bd5a88645ac"/>
              </a:rPr>
              <a:t>S09  </a:t>
            </a:r>
            <a:r>
              <a:rPr sz="1050">
                <a:solidFill>
                  <a:srgbClr val="50616A"/>
                </a:solidFill>
                <a:latin typeface="Arial"/>
                <a:ea typeface="Arial"/>
                <a:cs typeface="Arial"/>
                <a:hlinkClick xmlns:r="http://schemas.openxmlformats.org/officeDocument/2006/relationships" r:id="R290c956a91df444b"/>
              </a:rPr>
              <a:t>S11  </a:t>
            </a:r>
            <a:r>
              <a:rPr sz="1050">
                <a:solidFill>
                  <a:srgbClr val="50616A"/>
                </a:solidFill>
                <a:latin typeface="Arial"/>
                <a:ea typeface="Arial"/>
                <a:cs typeface="Arial"/>
                <a:hlinkClick xmlns:r="http://schemas.openxmlformats.org/officeDocument/2006/relationships" r:id="Rc5d3eb040ea54550"/>
              </a:rPr>
              <a:t>S12  </a:t>
            </a:r>
            <a:r>
              <a:rPr sz="1050">
                <a:solidFill>
                  <a:srgbClr val="50616A"/>
                </a:solidFill>
                <a:latin typeface="Arial"/>
                <a:ea typeface="Arial"/>
                <a:cs typeface="Arial"/>
                <a:hlinkClick xmlns:r="http://schemas.openxmlformats.org/officeDocument/2006/relationships" r:id="R3aaef225e6244e5c"/>
              </a:rPr>
              <a:t>S14  </a:t>
            </a:r>
            <a:r>
              <a:rPr sz="1050">
                <a:solidFill>
                  <a:srgbClr val="50616A"/>
                </a:solidFill>
                <a:latin typeface="Arial"/>
                <a:ea typeface="Arial"/>
                <a:cs typeface="Arial"/>
                <a:hlinkClick xmlns:r="http://schemas.openxmlformats.org/officeDocument/2006/relationships" r:id="R867c4e7b0015440f"/>
              </a:rPr>
              <a:t>S17  </a:t>
            </a:r>
            <a:r>
              <a:rPr sz="1050">
                <a:solidFill>
                  <a:srgbClr val="50616A"/>
                </a:solidFill>
                <a:latin typeface="Arial"/>
                <a:ea typeface="Arial"/>
                <a:cs typeface="Arial"/>
                <a:hlinkClick xmlns:r="http://schemas.openxmlformats.org/officeDocument/2006/relationships" r:id="R6446ca5db7e54a27"/>
              </a:rPr>
              <a:t>S19  </a:t>
            </a:r>
          </a:p>
        </p:txBody>
      </p:sp>
    </p:spTree>
    <p:extLst>
      <p:ext uri="{BB962C8B-B14F-4D97-AF65-F5344CB8AC3E}">
        <p14:creationId xmlns:p14="http://schemas.microsoft.com/office/powerpoint/2010/main" val="1300032575"/>
      </p:ext>
    </p:extLst>
  </p:cSld>
</p:sld>
</file>

<file path=ppt/slides/slide24.xml><?xml version="1.0" encoding="utf-8"?>
<p:sld xmlns:p="http://schemas.openxmlformats.org/presentationml/2006/main">
  <p:cSld>
    <p:bg>
      <p:bgPr>
        <a:solidFill xmlns:a="http://schemas.openxmlformats.org/drawingml/2006/main">
          <a:srgbClr val="F5F4F0"/>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8800ECD1-9043-4B7B-B502-939CF4CC0191}"/>
              </a:ext>
            </a:extLst>
          </p:cNvPr>
          <p:cNvSpPr>
            <a:spLocks xmlns:a="http://schemas.openxmlformats.org/drawingml/2006/main" noGrp="1"/>
          </p:cNvSpPr>
          <p:nvPr/>
        </p:nvSpPr>
        <p:spPr>
          <a:xfrm xmlns:a="http://schemas.openxmlformats.org/drawingml/2006/main">
            <a:off x="647700" y="49530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52E3D"/>
                </a:solidFill>
                <a:latin typeface="Arial"/>
                <a:ea typeface="Arial"/>
                <a:cs typeface="Arial"/>
              </a:defRPr>
            </a:defPPr>
            <a:lvl1pPr>
              <a:defRPr sz="3300" b="1">
                <a:solidFill>
                  <a:srgbClr val="152E3D"/>
                </a:solidFill>
                <a:latin typeface="Arial"/>
                <a:ea typeface="Arial"/>
                <a:cs typeface="Arial"/>
              </a:defRPr>
            </a:lvl1pPr>
            <a:lvl2pPr>
              <a:defRPr sz="3300" b="1">
                <a:solidFill>
                  <a:srgbClr val="152E3D"/>
                </a:solidFill>
                <a:latin typeface="Arial"/>
                <a:ea typeface="Arial"/>
                <a:cs typeface="Arial"/>
              </a:defRPr>
            </a:lvl2pPr>
            <a:lvl3pPr>
              <a:defRPr sz="3300" b="1">
                <a:solidFill>
                  <a:srgbClr val="152E3D"/>
                </a:solidFill>
                <a:latin typeface="Arial"/>
                <a:ea typeface="Arial"/>
                <a:cs typeface="Arial"/>
              </a:defRPr>
            </a:lvl3pPr>
            <a:lvl4pPr>
              <a:defRPr sz="3300" b="1">
                <a:solidFill>
                  <a:srgbClr val="152E3D"/>
                </a:solidFill>
                <a:latin typeface="Arial"/>
                <a:ea typeface="Arial"/>
                <a:cs typeface="Arial"/>
              </a:defRPr>
            </a:lvl4pPr>
            <a:lvl5pPr>
              <a:defRPr sz="3300" b="1">
                <a:solidFill>
                  <a:srgbClr val="152E3D"/>
                </a:solidFill>
                <a:latin typeface="Arial"/>
                <a:ea typeface="Arial"/>
                <a:cs typeface="Arial"/>
              </a:defRPr>
            </a:lvl5pPr>
            <a:lvl6pPr>
              <a:defRPr sz="3300" b="1">
                <a:solidFill>
                  <a:srgbClr val="152E3D"/>
                </a:solidFill>
                <a:latin typeface="Arial"/>
                <a:ea typeface="Arial"/>
                <a:cs typeface="Arial"/>
              </a:defRPr>
            </a:lvl6pPr>
            <a:lvl7pPr>
              <a:defRPr sz="3300" b="1">
                <a:solidFill>
                  <a:srgbClr val="152E3D"/>
                </a:solidFill>
                <a:latin typeface="Arial"/>
                <a:ea typeface="Arial"/>
                <a:cs typeface="Arial"/>
              </a:defRPr>
            </a:lvl7pPr>
            <a:lvl8pPr>
              <a:defRPr sz="3300" b="1">
                <a:solidFill>
                  <a:srgbClr val="152E3D"/>
                </a:solidFill>
                <a:latin typeface="Arial"/>
                <a:ea typeface="Arial"/>
                <a:cs typeface="Arial"/>
              </a:defRPr>
            </a:lvl8pPr>
            <a:lvl9pPr>
              <a:defRPr sz="3300" b="1">
                <a:solidFill>
                  <a:srgbClr val="152E3D"/>
                </a:solidFill>
                <a:latin typeface="Arial"/>
                <a:ea typeface="Arial"/>
                <a:cs typeface="Arial"/>
              </a:defRPr>
            </a:lvl9pPr>
          </a:lstStyle>
          <a:p xmlns:a="http://schemas.openxmlformats.org/drawingml/2006/main">
            <a:pPr>
              <a:defRPr sz="3300" b="1">
                <a:solidFill>
                  <a:srgbClr val="152E3D"/>
                </a:solidFill>
                <a:latin typeface="Arial"/>
                <a:ea typeface="Arial"/>
                <a:cs typeface="Arial"/>
              </a:defRPr>
            </a:pPr>
            <a:r>
              <a:rPr sz="3300" b="1">
                <a:solidFill>
                  <a:srgbClr val="152E3D"/>
                </a:solidFill>
                <a:latin typeface="Arial"/>
                <a:ea typeface="Arial"/>
                <a:cs typeface="Arial"/>
              </a:rPr>
              <a:t>Ek H · Örneklerin doğrulama kapsamı</a:t>
            </a:r>
          </a:p>
        </p:txBody>
      </p:sp>
      <p:sp>
        <p:nvSpPr>
          <p:cNvPr id="2" name="">
            <a:extLst xmlns:a="http://schemas.openxmlformats.org/drawingml/2006/main">
              <a:ext uri="{FF2B5EF4-FFF2-40B4-BE49-F238E27FC236}">
                <a16:creationId xmlns:a16="http://schemas.microsoft.com/office/drawing/2014/main" id="{0A690200-249F-4C57-9029-111EC1B10DC6}"/>
              </a:ext>
            </a:extLst>
          </p:cNvPr>
          <p:cNvSpPr>
            <a:spLocks xmlns:a="http://schemas.openxmlformats.org/drawingml/2006/main" noGrp="1"/>
          </p:cNvSpPr>
          <p:nvPr/>
        </p:nvSpPr>
        <p:spPr>
          <a:xfrm xmlns:a="http://schemas.openxmlformats.org/drawingml/2006/main">
            <a:off x="647700" y="1514475"/>
            <a:ext cx="1762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1">
                <a:solidFill>
                  <a:srgbClr val="007F83"/>
                </a:solidFill>
                <a:latin typeface="Arial"/>
                <a:ea typeface="Arial"/>
                <a:cs typeface="Arial"/>
              </a:defRPr>
            </a:defPPr>
            <a:lvl1pPr>
              <a:defRPr sz="1875" b="1">
                <a:solidFill>
                  <a:srgbClr val="007F83"/>
                </a:solidFill>
                <a:latin typeface="Arial"/>
                <a:ea typeface="Arial"/>
                <a:cs typeface="Arial"/>
              </a:defRPr>
            </a:lvl1pPr>
            <a:lvl2pPr>
              <a:defRPr sz="1875" b="1">
                <a:solidFill>
                  <a:srgbClr val="007F83"/>
                </a:solidFill>
                <a:latin typeface="Arial"/>
                <a:ea typeface="Arial"/>
                <a:cs typeface="Arial"/>
              </a:defRPr>
            </a:lvl2pPr>
            <a:lvl3pPr>
              <a:defRPr sz="1875" b="1">
                <a:solidFill>
                  <a:srgbClr val="007F83"/>
                </a:solidFill>
                <a:latin typeface="Arial"/>
                <a:ea typeface="Arial"/>
                <a:cs typeface="Arial"/>
              </a:defRPr>
            </a:lvl3pPr>
            <a:lvl4pPr>
              <a:defRPr sz="1875" b="1">
                <a:solidFill>
                  <a:srgbClr val="007F83"/>
                </a:solidFill>
                <a:latin typeface="Arial"/>
                <a:ea typeface="Arial"/>
                <a:cs typeface="Arial"/>
              </a:defRPr>
            </a:lvl4pPr>
            <a:lvl5pPr>
              <a:defRPr sz="1875" b="1">
                <a:solidFill>
                  <a:srgbClr val="007F83"/>
                </a:solidFill>
                <a:latin typeface="Arial"/>
                <a:ea typeface="Arial"/>
                <a:cs typeface="Arial"/>
              </a:defRPr>
            </a:lvl5pPr>
            <a:lvl6pPr>
              <a:defRPr sz="1875" b="1">
                <a:solidFill>
                  <a:srgbClr val="007F83"/>
                </a:solidFill>
                <a:latin typeface="Arial"/>
                <a:ea typeface="Arial"/>
                <a:cs typeface="Arial"/>
              </a:defRPr>
            </a:lvl6pPr>
            <a:lvl7pPr>
              <a:defRPr sz="1875" b="1">
                <a:solidFill>
                  <a:srgbClr val="007F83"/>
                </a:solidFill>
                <a:latin typeface="Arial"/>
                <a:ea typeface="Arial"/>
                <a:cs typeface="Arial"/>
              </a:defRPr>
            </a:lvl7pPr>
            <a:lvl8pPr>
              <a:defRPr sz="1875" b="1">
                <a:solidFill>
                  <a:srgbClr val="007F83"/>
                </a:solidFill>
                <a:latin typeface="Arial"/>
                <a:ea typeface="Arial"/>
                <a:cs typeface="Arial"/>
              </a:defRPr>
            </a:lvl8pPr>
            <a:lvl9pPr>
              <a:defRPr sz="1875" b="1">
                <a:solidFill>
                  <a:srgbClr val="007F83"/>
                </a:solidFill>
                <a:latin typeface="Arial"/>
                <a:ea typeface="Arial"/>
                <a:cs typeface="Arial"/>
              </a:defRPr>
            </a:lvl9pPr>
          </a:lstStyle>
          <a:p xmlns:a="http://schemas.openxmlformats.org/drawingml/2006/main">
            <a:pPr>
              <a:defRPr sz="1875" b="1">
                <a:solidFill>
                  <a:srgbClr val="007F83"/>
                </a:solidFill>
                <a:latin typeface="Arial"/>
                <a:ea typeface="Arial"/>
                <a:cs typeface="Arial"/>
              </a:defRPr>
            </a:pPr>
            <a:r>
              <a:rPr sz="1875" b="1">
                <a:solidFill>
                  <a:srgbClr val="007F83"/>
                </a:solidFill>
                <a:latin typeface="Arial"/>
                <a:ea typeface="Arial"/>
                <a:cs typeface="Arial"/>
              </a:rPr>
              <a:t>Veri</a:t>
            </a:r>
          </a:p>
        </p:txBody>
      </p:sp>
      <p:sp>
        <p:nvSpPr>
          <p:cNvPr id="3" name="">
            <a:extLst xmlns:a="http://schemas.openxmlformats.org/drawingml/2006/main">
              <a:ext uri="{FF2B5EF4-FFF2-40B4-BE49-F238E27FC236}">
                <a16:creationId xmlns:a16="http://schemas.microsoft.com/office/drawing/2014/main" id="{F64044F0-ABC5-490E-84B1-CAC9EC0AA99C}"/>
              </a:ext>
            </a:extLst>
          </p:cNvPr>
          <p:cNvSpPr>
            <a:spLocks xmlns:a="http://schemas.openxmlformats.org/drawingml/2006/main" noGrp="1"/>
          </p:cNvSpPr>
          <p:nvPr/>
        </p:nvSpPr>
        <p:spPr>
          <a:xfrm xmlns:a="http://schemas.openxmlformats.org/drawingml/2006/main">
            <a:off x="2571750" y="1514475"/>
            <a:ext cx="89725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52E3D"/>
                </a:solidFill>
                <a:latin typeface="Arial"/>
                <a:ea typeface="Arial"/>
                <a:cs typeface="Arial"/>
              </a:defRPr>
            </a:defPPr>
            <a:lvl1pPr>
              <a:defRPr sz="1875" b="0">
                <a:solidFill>
                  <a:srgbClr val="152E3D"/>
                </a:solidFill>
                <a:latin typeface="Arial"/>
                <a:ea typeface="Arial"/>
                <a:cs typeface="Arial"/>
              </a:defRPr>
            </a:lvl1pPr>
            <a:lvl2pPr>
              <a:defRPr sz="1875" b="0">
                <a:solidFill>
                  <a:srgbClr val="152E3D"/>
                </a:solidFill>
                <a:latin typeface="Arial"/>
                <a:ea typeface="Arial"/>
                <a:cs typeface="Arial"/>
              </a:defRPr>
            </a:lvl2pPr>
            <a:lvl3pPr>
              <a:defRPr sz="1875" b="0">
                <a:solidFill>
                  <a:srgbClr val="152E3D"/>
                </a:solidFill>
                <a:latin typeface="Arial"/>
                <a:ea typeface="Arial"/>
                <a:cs typeface="Arial"/>
              </a:defRPr>
            </a:lvl3pPr>
            <a:lvl4pPr>
              <a:defRPr sz="1875" b="0">
                <a:solidFill>
                  <a:srgbClr val="152E3D"/>
                </a:solidFill>
                <a:latin typeface="Arial"/>
                <a:ea typeface="Arial"/>
                <a:cs typeface="Arial"/>
              </a:defRPr>
            </a:lvl4pPr>
            <a:lvl5pPr>
              <a:defRPr sz="1875" b="0">
                <a:solidFill>
                  <a:srgbClr val="152E3D"/>
                </a:solidFill>
                <a:latin typeface="Arial"/>
                <a:ea typeface="Arial"/>
                <a:cs typeface="Arial"/>
              </a:defRPr>
            </a:lvl5pPr>
            <a:lvl6pPr>
              <a:defRPr sz="1875" b="0">
                <a:solidFill>
                  <a:srgbClr val="152E3D"/>
                </a:solidFill>
                <a:latin typeface="Arial"/>
                <a:ea typeface="Arial"/>
                <a:cs typeface="Arial"/>
              </a:defRPr>
            </a:lvl6pPr>
            <a:lvl7pPr>
              <a:defRPr sz="1875" b="0">
                <a:solidFill>
                  <a:srgbClr val="152E3D"/>
                </a:solidFill>
                <a:latin typeface="Arial"/>
                <a:ea typeface="Arial"/>
                <a:cs typeface="Arial"/>
              </a:defRPr>
            </a:lvl7pPr>
            <a:lvl8pPr>
              <a:defRPr sz="1875" b="0">
                <a:solidFill>
                  <a:srgbClr val="152E3D"/>
                </a:solidFill>
                <a:latin typeface="Arial"/>
                <a:ea typeface="Arial"/>
                <a:cs typeface="Arial"/>
              </a:defRPr>
            </a:lvl8pPr>
            <a:lvl9pPr>
              <a:defRPr sz="1875" b="0">
                <a:solidFill>
                  <a:srgbClr val="152E3D"/>
                </a:solidFill>
                <a:latin typeface="Arial"/>
                <a:ea typeface="Arial"/>
                <a:cs typeface="Arial"/>
              </a:defRPr>
            </a:lvl9pPr>
          </a:lstStyle>
          <a:p xmlns:a="http://schemas.openxmlformats.org/drawingml/2006/main">
            <a:pPr>
              <a:defRPr sz="1875" b="0">
                <a:solidFill>
                  <a:srgbClr val="152E3D"/>
                </a:solidFill>
                <a:latin typeface="Arial"/>
                <a:ea typeface="Arial"/>
                <a:cs typeface="Arial"/>
              </a:defRPr>
            </a:pPr>
            <a:r>
              <a:rPr sz="1875" b="0">
                <a:solidFill>
                  <a:srgbClr val="152E3D"/>
                </a:solidFill>
                <a:latin typeface="Arial"/>
                <a:ea typeface="Arial"/>
                <a:cs typeface="Arial"/>
              </a:rPr>
              <a:t>12 sentetik log. Gerçek müşteri veya üretim verisi yok.</a:t>
            </a:r>
          </a:p>
        </p:txBody>
      </p:sp>
      <p:sp>
        <p:nvSpPr>
          <p:cNvPr id="4" name="">
            <a:extLst xmlns:a="http://schemas.openxmlformats.org/drawingml/2006/main">
              <a:ext uri="{FF2B5EF4-FFF2-40B4-BE49-F238E27FC236}">
                <a16:creationId xmlns:a16="http://schemas.microsoft.com/office/drawing/2014/main" id="{401825AB-D564-4F18-BB80-7C8680503CA0}"/>
              </a:ext>
            </a:extLst>
          </p:cNvPr>
          <p:cNvSpPr>
            <a:spLocks xmlns:a="http://schemas.openxmlformats.org/drawingml/2006/main" noGrp="1"/>
          </p:cNvSpPr>
          <p:nvPr/>
        </p:nvSpPr>
        <p:spPr>
          <a:xfrm xmlns:a="http://schemas.openxmlformats.org/drawingml/2006/main">
            <a:off x="647700" y="2181225"/>
            <a:ext cx="1762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1">
                <a:solidFill>
                  <a:srgbClr val="007F83"/>
                </a:solidFill>
                <a:latin typeface="Arial"/>
                <a:ea typeface="Arial"/>
                <a:cs typeface="Arial"/>
              </a:defRPr>
            </a:defPPr>
            <a:lvl1pPr>
              <a:defRPr sz="1875" b="1">
                <a:solidFill>
                  <a:srgbClr val="007F83"/>
                </a:solidFill>
                <a:latin typeface="Arial"/>
                <a:ea typeface="Arial"/>
                <a:cs typeface="Arial"/>
              </a:defRPr>
            </a:lvl1pPr>
            <a:lvl2pPr>
              <a:defRPr sz="1875" b="1">
                <a:solidFill>
                  <a:srgbClr val="007F83"/>
                </a:solidFill>
                <a:latin typeface="Arial"/>
                <a:ea typeface="Arial"/>
                <a:cs typeface="Arial"/>
              </a:defRPr>
            </a:lvl2pPr>
            <a:lvl3pPr>
              <a:defRPr sz="1875" b="1">
                <a:solidFill>
                  <a:srgbClr val="007F83"/>
                </a:solidFill>
                <a:latin typeface="Arial"/>
                <a:ea typeface="Arial"/>
                <a:cs typeface="Arial"/>
              </a:defRPr>
            </a:lvl3pPr>
            <a:lvl4pPr>
              <a:defRPr sz="1875" b="1">
                <a:solidFill>
                  <a:srgbClr val="007F83"/>
                </a:solidFill>
                <a:latin typeface="Arial"/>
                <a:ea typeface="Arial"/>
                <a:cs typeface="Arial"/>
              </a:defRPr>
            </a:lvl4pPr>
            <a:lvl5pPr>
              <a:defRPr sz="1875" b="1">
                <a:solidFill>
                  <a:srgbClr val="007F83"/>
                </a:solidFill>
                <a:latin typeface="Arial"/>
                <a:ea typeface="Arial"/>
                <a:cs typeface="Arial"/>
              </a:defRPr>
            </a:lvl5pPr>
            <a:lvl6pPr>
              <a:defRPr sz="1875" b="1">
                <a:solidFill>
                  <a:srgbClr val="007F83"/>
                </a:solidFill>
                <a:latin typeface="Arial"/>
                <a:ea typeface="Arial"/>
                <a:cs typeface="Arial"/>
              </a:defRPr>
            </a:lvl6pPr>
            <a:lvl7pPr>
              <a:defRPr sz="1875" b="1">
                <a:solidFill>
                  <a:srgbClr val="007F83"/>
                </a:solidFill>
                <a:latin typeface="Arial"/>
                <a:ea typeface="Arial"/>
                <a:cs typeface="Arial"/>
              </a:defRPr>
            </a:lvl7pPr>
            <a:lvl8pPr>
              <a:defRPr sz="1875" b="1">
                <a:solidFill>
                  <a:srgbClr val="007F83"/>
                </a:solidFill>
                <a:latin typeface="Arial"/>
                <a:ea typeface="Arial"/>
                <a:cs typeface="Arial"/>
              </a:defRPr>
            </a:lvl8pPr>
            <a:lvl9pPr>
              <a:defRPr sz="1875" b="1">
                <a:solidFill>
                  <a:srgbClr val="007F83"/>
                </a:solidFill>
                <a:latin typeface="Arial"/>
                <a:ea typeface="Arial"/>
                <a:cs typeface="Arial"/>
              </a:defRPr>
            </a:lvl9pPr>
          </a:lstStyle>
          <a:p xmlns:a="http://schemas.openxmlformats.org/drawingml/2006/main">
            <a:pPr>
              <a:defRPr sz="1875" b="1">
                <a:solidFill>
                  <a:srgbClr val="007F83"/>
                </a:solidFill>
                <a:latin typeface="Arial"/>
                <a:ea typeface="Arial"/>
                <a:cs typeface="Arial"/>
              </a:defRPr>
            </a:pPr>
            <a:r>
              <a:rPr sz="1875" b="1">
                <a:solidFill>
                  <a:srgbClr val="007F83"/>
                </a:solidFill>
                <a:latin typeface="Arial"/>
                <a:ea typeface="Arial"/>
                <a:cs typeface="Arial"/>
              </a:rPr>
              <a:t>DSL</a:t>
            </a:r>
          </a:p>
        </p:txBody>
      </p:sp>
      <p:sp>
        <p:nvSpPr>
          <p:cNvPr id="5" name="">
            <a:extLst xmlns:a="http://schemas.openxmlformats.org/drawingml/2006/main">
              <a:ext uri="{FF2B5EF4-FFF2-40B4-BE49-F238E27FC236}">
                <a16:creationId xmlns:a16="http://schemas.microsoft.com/office/drawing/2014/main" id="{7FA060C6-C0B4-4E6F-92FC-5A8A2F8FF4A0}"/>
              </a:ext>
            </a:extLst>
          </p:cNvPr>
          <p:cNvSpPr>
            <a:spLocks xmlns:a="http://schemas.openxmlformats.org/drawingml/2006/main" noGrp="1"/>
          </p:cNvSpPr>
          <p:nvPr/>
        </p:nvSpPr>
        <p:spPr>
          <a:xfrm xmlns:a="http://schemas.openxmlformats.org/drawingml/2006/main">
            <a:off x="2571750" y="2181225"/>
            <a:ext cx="89725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52E3D"/>
                </a:solidFill>
                <a:latin typeface="Arial"/>
                <a:ea typeface="Arial"/>
                <a:cs typeface="Arial"/>
              </a:defRPr>
            </a:defPPr>
            <a:lvl1pPr>
              <a:defRPr sz="1875" b="0">
                <a:solidFill>
                  <a:srgbClr val="152E3D"/>
                </a:solidFill>
                <a:latin typeface="Arial"/>
                <a:ea typeface="Arial"/>
                <a:cs typeface="Arial"/>
              </a:defRPr>
            </a:lvl1pPr>
            <a:lvl2pPr>
              <a:defRPr sz="1875" b="0">
                <a:solidFill>
                  <a:srgbClr val="152E3D"/>
                </a:solidFill>
                <a:latin typeface="Arial"/>
                <a:ea typeface="Arial"/>
                <a:cs typeface="Arial"/>
              </a:defRPr>
            </a:lvl2pPr>
            <a:lvl3pPr>
              <a:defRPr sz="1875" b="0">
                <a:solidFill>
                  <a:srgbClr val="152E3D"/>
                </a:solidFill>
                <a:latin typeface="Arial"/>
                <a:ea typeface="Arial"/>
                <a:cs typeface="Arial"/>
              </a:defRPr>
            </a:lvl3pPr>
            <a:lvl4pPr>
              <a:defRPr sz="1875" b="0">
                <a:solidFill>
                  <a:srgbClr val="152E3D"/>
                </a:solidFill>
                <a:latin typeface="Arial"/>
                <a:ea typeface="Arial"/>
                <a:cs typeface="Arial"/>
              </a:defRPr>
            </a:lvl4pPr>
            <a:lvl5pPr>
              <a:defRPr sz="1875" b="0">
                <a:solidFill>
                  <a:srgbClr val="152E3D"/>
                </a:solidFill>
                <a:latin typeface="Arial"/>
                <a:ea typeface="Arial"/>
                <a:cs typeface="Arial"/>
              </a:defRPr>
            </a:lvl5pPr>
            <a:lvl6pPr>
              <a:defRPr sz="1875" b="0">
                <a:solidFill>
                  <a:srgbClr val="152E3D"/>
                </a:solidFill>
                <a:latin typeface="Arial"/>
                <a:ea typeface="Arial"/>
                <a:cs typeface="Arial"/>
              </a:defRPr>
            </a:lvl6pPr>
            <a:lvl7pPr>
              <a:defRPr sz="1875" b="0">
                <a:solidFill>
                  <a:srgbClr val="152E3D"/>
                </a:solidFill>
                <a:latin typeface="Arial"/>
                <a:ea typeface="Arial"/>
                <a:cs typeface="Arial"/>
              </a:defRPr>
            </a:lvl7pPr>
            <a:lvl8pPr>
              <a:defRPr sz="1875" b="0">
                <a:solidFill>
                  <a:srgbClr val="152E3D"/>
                </a:solidFill>
                <a:latin typeface="Arial"/>
                <a:ea typeface="Arial"/>
                <a:cs typeface="Arial"/>
              </a:defRPr>
            </a:lvl8pPr>
            <a:lvl9pPr>
              <a:defRPr sz="1875" b="0">
                <a:solidFill>
                  <a:srgbClr val="152E3D"/>
                </a:solidFill>
                <a:latin typeface="Arial"/>
                <a:ea typeface="Arial"/>
                <a:cs typeface="Arial"/>
              </a:defRPr>
            </a:lvl9pPr>
          </a:lstStyle>
          <a:p xmlns:a="http://schemas.openxmlformats.org/drawingml/2006/main">
            <a:pPr>
              <a:defRPr sz="1875" b="0">
                <a:solidFill>
                  <a:srgbClr val="152E3D"/>
                </a:solidFill>
                <a:latin typeface="Arial"/>
                <a:ea typeface="Arial"/>
                <a:cs typeface="Arial"/>
              </a:defRPr>
            </a:pPr>
            <a:r>
              <a:rPr sz="1875" b="0">
                <a:solidFill>
                  <a:srgbClr val="152E3D"/>
                </a:solidFill>
                <a:latin typeface="Arial"/>
                <a:ea typeface="Arial"/>
                <a:cs typeface="Arial"/>
              </a:rPr>
              <a:t>checkout / prod / 10:00–10:15 UTC: evt-011, evt-003, evt-002.</a:t>
            </a:r>
          </a:p>
        </p:txBody>
      </p:sp>
      <p:sp>
        <p:nvSpPr>
          <p:cNvPr id="6" name="">
            <a:extLst xmlns:a="http://schemas.openxmlformats.org/drawingml/2006/main">
              <a:ext uri="{FF2B5EF4-FFF2-40B4-BE49-F238E27FC236}">
                <a16:creationId xmlns:a16="http://schemas.microsoft.com/office/drawing/2014/main" id="{3DFCBF14-81A7-4A6F-BD89-55D97BED805B}"/>
              </a:ext>
            </a:extLst>
          </p:cNvPr>
          <p:cNvSpPr>
            <a:spLocks xmlns:a="http://schemas.openxmlformats.org/drawingml/2006/main" noGrp="1"/>
          </p:cNvSpPr>
          <p:nvPr/>
        </p:nvSpPr>
        <p:spPr>
          <a:xfrm xmlns:a="http://schemas.openxmlformats.org/drawingml/2006/main">
            <a:off x="647700" y="2847975"/>
            <a:ext cx="1762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1">
                <a:solidFill>
                  <a:srgbClr val="007F83"/>
                </a:solidFill>
                <a:latin typeface="Arial"/>
                <a:ea typeface="Arial"/>
                <a:cs typeface="Arial"/>
              </a:defRPr>
            </a:defPPr>
            <a:lvl1pPr>
              <a:defRPr sz="1875" b="1">
                <a:solidFill>
                  <a:srgbClr val="007F83"/>
                </a:solidFill>
                <a:latin typeface="Arial"/>
                <a:ea typeface="Arial"/>
                <a:cs typeface="Arial"/>
              </a:defRPr>
            </a:lvl1pPr>
            <a:lvl2pPr>
              <a:defRPr sz="1875" b="1">
                <a:solidFill>
                  <a:srgbClr val="007F83"/>
                </a:solidFill>
                <a:latin typeface="Arial"/>
                <a:ea typeface="Arial"/>
                <a:cs typeface="Arial"/>
              </a:defRPr>
            </a:lvl2pPr>
            <a:lvl3pPr>
              <a:defRPr sz="1875" b="1">
                <a:solidFill>
                  <a:srgbClr val="007F83"/>
                </a:solidFill>
                <a:latin typeface="Arial"/>
                <a:ea typeface="Arial"/>
                <a:cs typeface="Arial"/>
              </a:defRPr>
            </a:lvl3pPr>
            <a:lvl4pPr>
              <a:defRPr sz="1875" b="1">
                <a:solidFill>
                  <a:srgbClr val="007F83"/>
                </a:solidFill>
                <a:latin typeface="Arial"/>
                <a:ea typeface="Arial"/>
                <a:cs typeface="Arial"/>
              </a:defRPr>
            </a:lvl4pPr>
            <a:lvl5pPr>
              <a:defRPr sz="1875" b="1">
                <a:solidFill>
                  <a:srgbClr val="007F83"/>
                </a:solidFill>
                <a:latin typeface="Arial"/>
                <a:ea typeface="Arial"/>
                <a:cs typeface="Arial"/>
              </a:defRPr>
            </a:lvl5pPr>
            <a:lvl6pPr>
              <a:defRPr sz="1875" b="1">
                <a:solidFill>
                  <a:srgbClr val="007F83"/>
                </a:solidFill>
                <a:latin typeface="Arial"/>
                <a:ea typeface="Arial"/>
                <a:cs typeface="Arial"/>
              </a:defRPr>
            </a:lvl6pPr>
            <a:lvl7pPr>
              <a:defRPr sz="1875" b="1">
                <a:solidFill>
                  <a:srgbClr val="007F83"/>
                </a:solidFill>
                <a:latin typeface="Arial"/>
                <a:ea typeface="Arial"/>
                <a:cs typeface="Arial"/>
              </a:defRPr>
            </a:lvl7pPr>
            <a:lvl8pPr>
              <a:defRPr sz="1875" b="1">
                <a:solidFill>
                  <a:srgbClr val="007F83"/>
                </a:solidFill>
                <a:latin typeface="Arial"/>
                <a:ea typeface="Arial"/>
                <a:cs typeface="Arial"/>
              </a:defRPr>
            </a:lvl8pPr>
            <a:lvl9pPr>
              <a:defRPr sz="1875" b="1">
                <a:solidFill>
                  <a:srgbClr val="007F83"/>
                </a:solidFill>
                <a:latin typeface="Arial"/>
                <a:ea typeface="Arial"/>
                <a:cs typeface="Arial"/>
              </a:defRPr>
            </a:lvl9pPr>
          </a:lstStyle>
          <a:p xmlns:a="http://schemas.openxmlformats.org/drawingml/2006/main">
            <a:pPr>
              <a:defRPr sz="1875" b="1">
                <a:solidFill>
                  <a:srgbClr val="007F83"/>
                </a:solidFill>
                <a:latin typeface="Arial"/>
                <a:ea typeface="Arial"/>
                <a:cs typeface="Arial"/>
              </a:defRPr>
            </a:pPr>
            <a:r>
              <a:rPr sz="1875" b="1">
                <a:solidFill>
                  <a:srgbClr val="007F83"/>
                </a:solidFill>
                <a:latin typeface="Arial"/>
                <a:ea typeface="Arial"/>
                <a:cs typeface="Arial"/>
              </a:rPr>
              <a:t>PPL</a:t>
            </a:r>
          </a:p>
        </p:txBody>
      </p:sp>
      <p:sp>
        <p:nvSpPr>
          <p:cNvPr id="7" name="">
            <a:extLst xmlns:a="http://schemas.openxmlformats.org/drawingml/2006/main">
              <a:ext uri="{FF2B5EF4-FFF2-40B4-BE49-F238E27FC236}">
                <a16:creationId xmlns:a16="http://schemas.microsoft.com/office/drawing/2014/main" id="{B15EF5C5-5D1E-4216-93E1-97847BCAB5CC}"/>
              </a:ext>
            </a:extLst>
          </p:cNvPr>
          <p:cNvSpPr>
            <a:spLocks xmlns:a="http://schemas.openxmlformats.org/drawingml/2006/main" noGrp="1"/>
          </p:cNvSpPr>
          <p:nvPr/>
        </p:nvSpPr>
        <p:spPr>
          <a:xfrm xmlns:a="http://schemas.openxmlformats.org/drawingml/2006/main">
            <a:off x="2571750" y="2847975"/>
            <a:ext cx="89725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52E3D"/>
                </a:solidFill>
                <a:latin typeface="Arial"/>
                <a:ea typeface="Arial"/>
                <a:cs typeface="Arial"/>
              </a:defRPr>
            </a:defPPr>
            <a:lvl1pPr>
              <a:defRPr sz="1875" b="0">
                <a:solidFill>
                  <a:srgbClr val="152E3D"/>
                </a:solidFill>
                <a:latin typeface="Arial"/>
                <a:ea typeface="Arial"/>
                <a:cs typeface="Arial"/>
              </a:defRPr>
            </a:lvl1pPr>
            <a:lvl2pPr>
              <a:defRPr sz="1875" b="0">
                <a:solidFill>
                  <a:srgbClr val="152E3D"/>
                </a:solidFill>
                <a:latin typeface="Arial"/>
                <a:ea typeface="Arial"/>
                <a:cs typeface="Arial"/>
              </a:defRPr>
            </a:lvl2pPr>
            <a:lvl3pPr>
              <a:defRPr sz="1875" b="0">
                <a:solidFill>
                  <a:srgbClr val="152E3D"/>
                </a:solidFill>
                <a:latin typeface="Arial"/>
                <a:ea typeface="Arial"/>
                <a:cs typeface="Arial"/>
              </a:defRPr>
            </a:lvl3pPr>
            <a:lvl4pPr>
              <a:defRPr sz="1875" b="0">
                <a:solidFill>
                  <a:srgbClr val="152E3D"/>
                </a:solidFill>
                <a:latin typeface="Arial"/>
                <a:ea typeface="Arial"/>
                <a:cs typeface="Arial"/>
              </a:defRPr>
            </a:lvl4pPr>
            <a:lvl5pPr>
              <a:defRPr sz="1875" b="0">
                <a:solidFill>
                  <a:srgbClr val="152E3D"/>
                </a:solidFill>
                <a:latin typeface="Arial"/>
                <a:ea typeface="Arial"/>
                <a:cs typeface="Arial"/>
              </a:defRPr>
            </a:lvl5pPr>
            <a:lvl6pPr>
              <a:defRPr sz="1875" b="0">
                <a:solidFill>
                  <a:srgbClr val="152E3D"/>
                </a:solidFill>
                <a:latin typeface="Arial"/>
                <a:ea typeface="Arial"/>
                <a:cs typeface="Arial"/>
              </a:defRPr>
            </a:lvl6pPr>
            <a:lvl7pPr>
              <a:defRPr sz="1875" b="0">
                <a:solidFill>
                  <a:srgbClr val="152E3D"/>
                </a:solidFill>
                <a:latin typeface="Arial"/>
                <a:ea typeface="Arial"/>
                <a:cs typeface="Arial"/>
              </a:defRPr>
            </a:lvl7pPr>
            <a:lvl8pPr>
              <a:defRPr sz="1875" b="0">
                <a:solidFill>
                  <a:srgbClr val="152E3D"/>
                </a:solidFill>
                <a:latin typeface="Arial"/>
                <a:ea typeface="Arial"/>
                <a:cs typeface="Arial"/>
              </a:defRPr>
            </a:lvl8pPr>
            <a:lvl9pPr>
              <a:defRPr sz="1875" b="0">
                <a:solidFill>
                  <a:srgbClr val="152E3D"/>
                </a:solidFill>
                <a:latin typeface="Arial"/>
                <a:ea typeface="Arial"/>
                <a:cs typeface="Arial"/>
              </a:defRPr>
            </a:lvl9pPr>
          </a:lstStyle>
          <a:p xmlns:a="http://schemas.openxmlformats.org/drawingml/2006/main">
            <a:pPr>
              <a:defRPr sz="1875" b="0">
                <a:solidFill>
                  <a:srgbClr val="152E3D"/>
                </a:solidFill>
                <a:latin typeface="Arial"/>
                <a:ea typeface="Arial"/>
                <a:cs typeface="Arial"/>
              </a:defRPr>
            </a:pPr>
            <a:r>
              <a:rPr sz="1875" b="0">
                <a:solidFill>
                  <a:srgbClr val="152E3D"/>
                </a:solidFill>
                <a:latin typeface="Arial"/>
                <a:ea typeface="Arial"/>
                <a:cs typeface="Arial"/>
              </a:rPr>
              <a:t>Aynı pencerede prod 5xx: checkout 3, catalog 1.</a:t>
            </a:r>
          </a:p>
        </p:txBody>
      </p:sp>
      <p:sp>
        <p:nvSpPr>
          <p:cNvPr id="8" name="">
            <a:extLst xmlns:a="http://schemas.openxmlformats.org/drawingml/2006/main">
              <a:ext uri="{FF2B5EF4-FFF2-40B4-BE49-F238E27FC236}">
                <a16:creationId xmlns:a16="http://schemas.microsoft.com/office/drawing/2014/main" id="{7749DA99-C31B-431F-8753-137FD5514F9B}"/>
              </a:ext>
            </a:extLst>
          </p:cNvPr>
          <p:cNvSpPr>
            <a:spLocks xmlns:a="http://schemas.openxmlformats.org/drawingml/2006/main" noGrp="1"/>
          </p:cNvSpPr>
          <p:nvPr/>
        </p:nvSpPr>
        <p:spPr>
          <a:xfrm xmlns:a="http://schemas.openxmlformats.org/drawingml/2006/main">
            <a:off x="647700" y="3514725"/>
            <a:ext cx="1762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1">
                <a:solidFill>
                  <a:srgbClr val="007F83"/>
                </a:solidFill>
                <a:latin typeface="Arial"/>
                <a:ea typeface="Arial"/>
                <a:cs typeface="Arial"/>
              </a:defRPr>
            </a:defPPr>
            <a:lvl1pPr>
              <a:defRPr sz="1875" b="1">
                <a:solidFill>
                  <a:srgbClr val="007F83"/>
                </a:solidFill>
                <a:latin typeface="Arial"/>
                <a:ea typeface="Arial"/>
                <a:cs typeface="Arial"/>
              </a:defRPr>
            </a:lvl1pPr>
            <a:lvl2pPr>
              <a:defRPr sz="1875" b="1">
                <a:solidFill>
                  <a:srgbClr val="007F83"/>
                </a:solidFill>
                <a:latin typeface="Arial"/>
                <a:ea typeface="Arial"/>
                <a:cs typeface="Arial"/>
              </a:defRPr>
            </a:lvl2pPr>
            <a:lvl3pPr>
              <a:defRPr sz="1875" b="1">
                <a:solidFill>
                  <a:srgbClr val="007F83"/>
                </a:solidFill>
                <a:latin typeface="Arial"/>
                <a:ea typeface="Arial"/>
                <a:cs typeface="Arial"/>
              </a:defRPr>
            </a:lvl3pPr>
            <a:lvl4pPr>
              <a:defRPr sz="1875" b="1">
                <a:solidFill>
                  <a:srgbClr val="007F83"/>
                </a:solidFill>
                <a:latin typeface="Arial"/>
                <a:ea typeface="Arial"/>
                <a:cs typeface="Arial"/>
              </a:defRPr>
            </a:lvl4pPr>
            <a:lvl5pPr>
              <a:defRPr sz="1875" b="1">
                <a:solidFill>
                  <a:srgbClr val="007F83"/>
                </a:solidFill>
                <a:latin typeface="Arial"/>
                <a:ea typeface="Arial"/>
                <a:cs typeface="Arial"/>
              </a:defRPr>
            </a:lvl5pPr>
            <a:lvl6pPr>
              <a:defRPr sz="1875" b="1">
                <a:solidFill>
                  <a:srgbClr val="007F83"/>
                </a:solidFill>
                <a:latin typeface="Arial"/>
                <a:ea typeface="Arial"/>
                <a:cs typeface="Arial"/>
              </a:defRPr>
            </a:lvl6pPr>
            <a:lvl7pPr>
              <a:defRPr sz="1875" b="1">
                <a:solidFill>
                  <a:srgbClr val="007F83"/>
                </a:solidFill>
                <a:latin typeface="Arial"/>
                <a:ea typeface="Arial"/>
                <a:cs typeface="Arial"/>
              </a:defRPr>
            </a:lvl7pPr>
            <a:lvl8pPr>
              <a:defRPr sz="1875" b="1">
                <a:solidFill>
                  <a:srgbClr val="007F83"/>
                </a:solidFill>
                <a:latin typeface="Arial"/>
                <a:ea typeface="Arial"/>
                <a:cs typeface="Arial"/>
              </a:defRPr>
            </a:lvl8pPr>
            <a:lvl9pPr>
              <a:defRPr sz="1875" b="1">
                <a:solidFill>
                  <a:srgbClr val="007F83"/>
                </a:solidFill>
                <a:latin typeface="Arial"/>
                <a:ea typeface="Arial"/>
                <a:cs typeface="Arial"/>
              </a:defRPr>
            </a:lvl9pPr>
          </a:lstStyle>
          <a:p xmlns:a="http://schemas.openxmlformats.org/drawingml/2006/main">
            <a:pPr>
              <a:defRPr sz="1875" b="1">
                <a:solidFill>
                  <a:srgbClr val="007F83"/>
                </a:solidFill>
                <a:latin typeface="Arial"/>
                <a:ea typeface="Arial"/>
                <a:cs typeface="Arial"/>
              </a:defRPr>
            </a:pPr>
            <a:r>
              <a:rPr sz="1875" b="1">
                <a:solidFill>
                  <a:srgbClr val="007F83"/>
                </a:solidFill>
                <a:latin typeface="Arial"/>
                <a:ea typeface="Arial"/>
                <a:cs typeface="Arial"/>
              </a:rPr>
              <a:t>Oran</a:t>
            </a:r>
          </a:p>
        </p:txBody>
      </p:sp>
      <p:sp>
        <p:nvSpPr>
          <p:cNvPr id="9" name="">
            <a:extLst xmlns:a="http://schemas.openxmlformats.org/drawingml/2006/main">
              <a:ext uri="{FF2B5EF4-FFF2-40B4-BE49-F238E27FC236}">
                <a16:creationId xmlns:a16="http://schemas.microsoft.com/office/drawing/2014/main" id="{B94875C0-0775-4475-BB85-FF59AA3F1F23}"/>
              </a:ext>
            </a:extLst>
          </p:cNvPr>
          <p:cNvSpPr>
            <a:spLocks xmlns:a="http://schemas.openxmlformats.org/drawingml/2006/main" noGrp="1"/>
          </p:cNvSpPr>
          <p:nvPr/>
        </p:nvSpPr>
        <p:spPr>
          <a:xfrm xmlns:a="http://schemas.openxmlformats.org/drawingml/2006/main">
            <a:off x="2571750" y="3514725"/>
            <a:ext cx="89725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52E3D"/>
                </a:solidFill>
                <a:latin typeface="Arial"/>
                <a:ea typeface="Arial"/>
                <a:cs typeface="Arial"/>
              </a:defRPr>
            </a:defPPr>
            <a:lvl1pPr>
              <a:defRPr sz="1875" b="0">
                <a:solidFill>
                  <a:srgbClr val="152E3D"/>
                </a:solidFill>
                <a:latin typeface="Arial"/>
                <a:ea typeface="Arial"/>
                <a:cs typeface="Arial"/>
              </a:defRPr>
            </a:lvl1pPr>
            <a:lvl2pPr>
              <a:defRPr sz="1875" b="0">
                <a:solidFill>
                  <a:srgbClr val="152E3D"/>
                </a:solidFill>
                <a:latin typeface="Arial"/>
                <a:ea typeface="Arial"/>
                <a:cs typeface="Arial"/>
              </a:defRPr>
            </a:lvl2pPr>
            <a:lvl3pPr>
              <a:defRPr sz="1875" b="0">
                <a:solidFill>
                  <a:srgbClr val="152E3D"/>
                </a:solidFill>
                <a:latin typeface="Arial"/>
                <a:ea typeface="Arial"/>
                <a:cs typeface="Arial"/>
              </a:defRPr>
            </a:lvl3pPr>
            <a:lvl4pPr>
              <a:defRPr sz="1875" b="0">
                <a:solidFill>
                  <a:srgbClr val="152E3D"/>
                </a:solidFill>
                <a:latin typeface="Arial"/>
                <a:ea typeface="Arial"/>
                <a:cs typeface="Arial"/>
              </a:defRPr>
            </a:lvl4pPr>
            <a:lvl5pPr>
              <a:defRPr sz="1875" b="0">
                <a:solidFill>
                  <a:srgbClr val="152E3D"/>
                </a:solidFill>
                <a:latin typeface="Arial"/>
                <a:ea typeface="Arial"/>
                <a:cs typeface="Arial"/>
              </a:defRPr>
            </a:lvl5pPr>
            <a:lvl6pPr>
              <a:defRPr sz="1875" b="0">
                <a:solidFill>
                  <a:srgbClr val="152E3D"/>
                </a:solidFill>
                <a:latin typeface="Arial"/>
                <a:ea typeface="Arial"/>
                <a:cs typeface="Arial"/>
              </a:defRPr>
            </a:lvl6pPr>
            <a:lvl7pPr>
              <a:defRPr sz="1875" b="0">
                <a:solidFill>
                  <a:srgbClr val="152E3D"/>
                </a:solidFill>
                <a:latin typeface="Arial"/>
                <a:ea typeface="Arial"/>
                <a:cs typeface="Arial"/>
              </a:defRPr>
            </a:lvl7pPr>
            <a:lvl8pPr>
              <a:defRPr sz="1875" b="0">
                <a:solidFill>
                  <a:srgbClr val="152E3D"/>
                </a:solidFill>
                <a:latin typeface="Arial"/>
                <a:ea typeface="Arial"/>
                <a:cs typeface="Arial"/>
              </a:defRPr>
            </a:lvl8pPr>
            <a:lvl9pPr>
              <a:defRPr sz="1875" b="0">
                <a:solidFill>
                  <a:srgbClr val="152E3D"/>
                </a:solidFill>
                <a:latin typeface="Arial"/>
                <a:ea typeface="Arial"/>
                <a:cs typeface="Arial"/>
              </a:defRPr>
            </a:lvl9pPr>
          </a:lstStyle>
          <a:p xmlns:a="http://schemas.openxmlformats.org/drawingml/2006/main">
            <a:pPr>
              <a:defRPr sz="1875" b="0">
                <a:solidFill>
                  <a:srgbClr val="152E3D"/>
                </a:solidFill>
                <a:latin typeface="Arial"/>
                <a:ea typeface="Arial"/>
                <a:cs typeface="Arial"/>
              </a:defRPr>
            </a:pPr>
            <a:r>
              <a:rPr sz="1875" b="0">
                <a:solidFill>
                  <a:srgbClr val="152E3D"/>
                </a:solidFill>
                <a:latin typeface="Arial"/>
                <a:ea typeface="Arial"/>
                <a:cs typeface="Arial"/>
              </a:rPr>
              <a:t>Fixture: 3 / 7 tamamlanan istek ≈ %42,86. Slayt 9 ayrı örnektir.</a:t>
            </a:r>
          </a:p>
        </p:txBody>
      </p:sp>
      <p:sp>
        <p:nvSpPr>
          <p:cNvPr id="10" name="">
            <a:extLst xmlns:a="http://schemas.openxmlformats.org/drawingml/2006/main">
              <a:ext uri="{FF2B5EF4-FFF2-40B4-BE49-F238E27FC236}">
                <a16:creationId xmlns:a16="http://schemas.microsoft.com/office/drawing/2014/main" id="{9852FB03-0DEF-4CF3-B507-8DEB1B710550}"/>
              </a:ext>
            </a:extLst>
          </p:cNvPr>
          <p:cNvSpPr>
            <a:spLocks xmlns:a="http://schemas.openxmlformats.org/drawingml/2006/main" noGrp="1"/>
          </p:cNvSpPr>
          <p:nvPr/>
        </p:nvSpPr>
        <p:spPr>
          <a:xfrm xmlns:a="http://schemas.openxmlformats.org/drawingml/2006/main">
            <a:off x="647700" y="4181475"/>
            <a:ext cx="1762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1">
                <a:solidFill>
                  <a:srgbClr val="007F83"/>
                </a:solidFill>
                <a:latin typeface="Arial"/>
                <a:ea typeface="Arial"/>
                <a:cs typeface="Arial"/>
              </a:defRPr>
            </a:defPPr>
            <a:lvl1pPr>
              <a:defRPr sz="1875" b="1">
                <a:solidFill>
                  <a:srgbClr val="007F83"/>
                </a:solidFill>
                <a:latin typeface="Arial"/>
                <a:ea typeface="Arial"/>
                <a:cs typeface="Arial"/>
              </a:defRPr>
            </a:lvl1pPr>
            <a:lvl2pPr>
              <a:defRPr sz="1875" b="1">
                <a:solidFill>
                  <a:srgbClr val="007F83"/>
                </a:solidFill>
                <a:latin typeface="Arial"/>
                <a:ea typeface="Arial"/>
                <a:cs typeface="Arial"/>
              </a:defRPr>
            </a:lvl2pPr>
            <a:lvl3pPr>
              <a:defRPr sz="1875" b="1">
                <a:solidFill>
                  <a:srgbClr val="007F83"/>
                </a:solidFill>
                <a:latin typeface="Arial"/>
                <a:ea typeface="Arial"/>
                <a:cs typeface="Arial"/>
              </a:defRPr>
            </a:lvl3pPr>
            <a:lvl4pPr>
              <a:defRPr sz="1875" b="1">
                <a:solidFill>
                  <a:srgbClr val="007F83"/>
                </a:solidFill>
                <a:latin typeface="Arial"/>
                <a:ea typeface="Arial"/>
                <a:cs typeface="Arial"/>
              </a:defRPr>
            </a:lvl4pPr>
            <a:lvl5pPr>
              <a:defRPr sz="1875" b="1">
                <a:solidFill>
                  <a:srgbClr val="007F83"/>
                </a:solidFill>
                <a:latin typeface="Arial"/>
                <a:ea typeface="Arial"/>
                <a:cs typeface="Arial"/>
              </a:defRPr>
            </a:lvl5pPr>
            <a:lvl6pPr>
              <a:defRPr sz="1875" b="1">
                <a:solidFill>
                  <a:srgbClr val="007F83"/>
                </a:solidFill>
                <a:latin typeface="Arial"/>
                <a:ea typeface="Arial"/>
                <a:cs typeface="Arial"/>
              </a:defRPr>
            </a:lvl6pPr>
            <a:lvl7pPr>
              <a:defRPr sz="1875" b="1">
                <a:solidFill>
                  <a:srgbClr val="007F83"/>
                </a:solidFill>
                <a:latin typeface="Arial"/>
                <a:ea typeface="Arial"/>
                <a:cs typeface="Arial"/>
              </a:defRPr>
            </a:lvl7pPr>
            <a:lvl8pPr>
              <a:defRPr sz="1875" b="1">
                <a:solidFill>
                  <a:srgbClr val="007F83"/>
                </a:solidFill>
                <a:latin typeface="Arial"/>
                <a:ea typeface="Arial"/>
                <a:cs typeface="Arial"/>
              </a:defRPr>
            </a:lvl8pPr>
            <a:lvl9pPr>
              <a:defRPr sz="1875" b="1">
                <a:solidFill>
                  <a:srgbClr val="007F83"/>
                </a:solidFill>
                <a:latin typeface="Arial"/>
                <a:ea typeface="Arial"/>
                <a:cs typeface="Arial"/>
              </a:defRPr>
            </a:lvl9pPr>
          </a:lstStyle>
          <a:p xmlns:a="http://schemas.openxmlformats.org/drawingml/2006/main">
            <a:pPr>
              <a:defRPr sz="1875" b="1">
                <a:solidFill>
                  <a:srgbClr val="007F83"/>
                </a:solidFill>
                <a:latin typeface="Arial"/>
                <a:ea typeface="Arial"/>
                <a:cs typeface="Arial"/>
              </a:defRPr>
            </a:pPr>
            <a:r>
              <a:rPr sz="1875" b="1">
                <a:solidFill>
                  <a:srgbClr val="007F83"/>
                </a:solidFill>
                <a:latin typeface="Arial"/>
                <a:ea typeface="Arial"/>
                <a:cs typeface="Arial"/>
              </a:rPr>
              <a:t>Kontrol</a:t>
            </a:r>
          </a:p>
        </p:txBody>
      </p:sp>
      <p:sp>
        <p:nvSpPr>
          <p:cNvPr id="11" name="">
            <a:extLst xmlns:a="http://schemas.openxmlformats.org/drawingml/2006/main">
              <a:ext uri="{FF2B5EF4-FFF2-40B4-BE49-F238E27FC236}">
                <a16:creationId xmlns:a16="http://schemas.microsoft.com/office/drawing/2014/main" id="{C8BCA0B4-6EDF-48F6-92D4-25A018A2DE6F}"/>
              </a:ext>
            </a:extLst>
          </p:cNvPr>
          <p:cNvSpPr>
            <a:spLocks xmlns:a="http://schemas.openxmlformats.org/drawingml/2006/main" noGrp="1"/>
          </p:cNvSpPr>
          <p:nvPr/>
        </p:nvSpPr>
        <p:spPr>
          <a:xfrm xmlns:a="http://schemas.openxmlformats.org/drawingml/2006/main">
            <a:off x="2571750" y="4181475"/>
            <a:ext cx="89725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52E3D"/>
                </a:solidFill>
                <a:latin typeface="Arial"/>
                <a:ea typeface="Arial"/>
                <a:cs typeface="Arial"/>
              </a:defRPr>
            </a:defPPr>
            <a:lvl1pPr>
              <a:defRPr sz="1875" b="0">
                <a:solidFill>
                  <a:srgbClr val="152E3D"/>
                </a:solidFill>
                <a:latin typeface="Arial"/>
                <a:ea typeface="Arial"/>
                <a:cs typeface="Arial"/>
              </a:defRPr>
            </a:lvl1pPr>
            <a:lvl2pPr>
              <a:defRPr sz="1875" b="0">
                <a:solidFill>
                  <a:srgbClr val="152E3D"/>
                </a:solidFill>
                <a:latin typeface="Arial"/>
                <a:ea typeface="Arial"/>
                <a:cs typeface="Arial"/>
              </a:defRPr>
            </a:lvl2pPr>
            <a:lvl3pPr>
              <a:defRPr sz="1875" b="0">
                <a:solidFill>
                  <a:srgbClr val="152E3D"/>
                </a:solidFill>
                <a:latin typeface="Arial"/>
                <a:ea typeface="Arial"/>
                <a:cs typeface="Arial"/>
              </a:defRPr>
            </a:lvl3pPr>
            <a:lvl4pPr>
              <a:defRPr sz="1875" b="0">
                <a:solidFill>
                  <a:srgbClr val="152E3D"/>
                </a:solidFill>
                <a:latin typeface="Arial"/>
                <a:ea typeface="Arial"/>
                <a:cs typeface="Arial"/>
              </a:defRPr>
            </a:lvl4pPr>
            <a:lvl5pPr>
              <a:defRPr sz="1875" b="0">
                <a:solidFill>
                  <a:srgbClr val="152E3D"/>
                </a:solidFill>
                <a:latin typeface="Arial"/>
                <a:ea typeface="Arial"/>
                <a:cs typeface="Arial"/>
              </a:defRPr>
            </a:lvl5pPr>
            <a:lvl6pPr>
              <a:defRPr sz="1875" b="0">
                <a:solidFill>
                  <a:srgbClr val="152E3D"/>
                </a:solidFill>
                <a:latin typeface="Arial"/>
                <a:ea typeface="Arial"/>
                <a:cs typeface="Arial"/>
              </a:defRPr>
            </a:lvl6pPr>
            <a:lvl7pPr>
              <a:defRPr sz="1875" b="0">
                <a:solidFill>
                  <a:srgbClr val="152E3D"/>
                </a:solidFill>
                <a:latin typeface="Arial"/>
                <a:ea typeface="Arial"/>
                <a:cs typeface="Arial"/>
              </a:defRPr>
            </a:lvl7pPr>
            <a:lvl8pPr>
              <a:defRPr sz="1875" b="0">
                <a:solidFill>
                  <a:srgbClr val="152E3D"/>
                </a:solidFill>
                <a:latin typeface="Arial"/>
                <a:ea typeface="Arial"/>
                <a:cs typeface="Arial"/>
              </a:defRPr>
            </a:lvl8pPr>
            <a:lvl9pPr>
              <a:defRPr sz="1875" b="0">
                <a:solidFill>
                  <a:srgbClr val="152E3D"/>
                </a:solidFill>
                <a:latin typeface="Arial"/>
                <a:ea typeface="Arial"/>
                <a:cs typeface="Arial"/>
              </a:defRPr>
            </a:lvl9pPr>
          </a:lstStyle>
          <a:p xmlns:a="http://schemas.openxmlformats.org/drawingml/2006/main">
            <a:pPr>
              <a:defRPr sz="1875" b="0">
                <a:solidFill>
                  <a:srgbClr val="152E3D"/>
                </a:solidFill>
                <a:latin typeface="Arial"/>
                <a:ea typeface="Arial"/>
                <a:cs typeface="Arial"/>
              </a:defRPr>
            </a:pPr>
            <a:r>
              <a:rPr sz="1875" b="0">
                <a:solidFill>
                  <a:srgbClr val="152E3D"/>
                </a:solidFill>
                <a:latin typeface="Arial"/>
                <a:ea typeface="Arial"/>
                <a:cs typeface="Arial"/>
              </a:rPr>
              <a:t>JSON, alan türü, zaman sınırı ve aritmetik statik olarak doğrulandı.</a:t>
            </a:r>
          </a:p>
        </p:txBody>
      </p:sp>
      <p:sp>
        <p:nvSpPr>
          <p:cNvPr id="12" name="">
            <a:extLst xmlns:a="http://schemas.openxmlformats.org/drawingml/2006/main">
              <a:ext uri="{FF2B5EF4-FFF2-40B4-BE49-F238E27FC236}">
                <a16:creationId xmlns:a16="http://schemas.microsoft.com/office/drawing/2014/main" id="{44740712-5732-42AA-A7C8-03AFAD967F7B}"/>
              </a:ext>
            </a:extLst>
          </p:cNvPr>
          <p:cNvSpPr>
            <a:spLocks xmlns:a="http://schemas.openxmlformats.org/drawingml/2006/main" noGrp="1"/>
          </p:cNvSpPr>
          <p:nvPr/>
        </p:nvSpPr>
        <p:spPr>
          <a:xfrm xmlns:a="http://schemas.openxmlformats.org/drawingml/2006/main">
            <a:off x="647700" y="4848225"/>
            <a:ext cx="1762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1">
                <a:solidFill>
                  <a:srgbClr val="007F83"/>
                </a:solidFill>
                <a:latin typeface="Arial"/>
                <a:ea typeface="Arial"/>
                <a:cs typeface="Arial"/>
              </a:defRPr>
            </a:defPPr>
            <a:lvl1pPr>
              <a:defRPr sz="1875" b="1">
                <a:solidFill>
                  <a:srgbClr val="007F83"/>
                </a:solidFill>
                <a:latin typeface="Arial"/>
                <a:ea typeface="Arial"/>
                <a:cs typeface="Arial"/>
              </a:defRPr>
            </a:lvl1pPr>
            <a:lvl2pPr>
              <a:defRPr sz="1875" b="1">
                <a:solidFill>
                  <a:srgbClr val="007F83"/>
                </a:solidFill>
                <a:latin typeface="Arial"/>
                <a:ea typeface="Arial"/>
                <a:cs typeface="Arial"/>
              </a:defRPr>
            </a:lvl2pPr>
            <a:lvl3pPr>
              <a:defRPr sz="1875" b="1">
                <a:solidFill>
                  <a:srgbClr val="007F83"/>
                </a:solidFill>
                <a:latin typeface="Arial"/>
                <a:ea typeface="Arial"/>
                <a:cs typeface="Arial"/>
              </a:defRPr>
            </a:lvl3pPr>
            <a:lvl4pPr>
              <a:defRPr sz="1875" b="1">
                <a:solidFill>
                  <a:srgbClr val="007F83"/>
                </a:solidFill>
                <a:latin typeface="Arial"/>
                <a:ea typeface="Arial"/>
                <a:cs typeface="Arial"/>
              </a:defRPr>
            </a:lvl4pPr>
            <a:lvl5pPr>
              <a:defRPr sz="1875" b="1">
                <a:solidFill>
                  <a:srgbClr val="007F83"/>
                </a:solidFill>
                <a:latin typeface="Arial"/>
                <a:ea typeface="Arial"/>
                <a:cs typeface="Arial"/>
              </a:defRPr>
            </a:lvl5pPr>
            <a:lvl6pPr>
              <a:defRPr sz="1875" b="1">
                <a:solidFill>
                  <a:srgbClr val="007F83"/>
                </a:solidFill>
                <a:latin typeface="Arial"/>
                <a:ea typeface="Arial"/>
                <a:cs typeface="Arial"/>
              </a:defRPr>
            </a:lvl6pPr>
            <a:lvl7pPr>
              <a:defRPr sz="1875" b="1">
                <a:solidFill>
                  <a:srgbClr val="007F83"/>
                </a:solidFill>
                <a:latin typeface="Arial"/>
                <a:ea typeface="Arial"/>
                <a:cs typeface="Arial"/>
              </a:defRPr>
            </a:lvl7pPr>
            <a:lvl8pPr>
              <a:defRPr sz="1875" b="1">
                <a:solidFill>
                  <a:srgbClr val="007F83"/>
                </a:solidFill>
                <a:latin typeface="Arial"/>
                <a:ea typeface="Arial"/>
                <a:cs typeface="Arial"/>
              </a:defRPr>
            </a:lvl8pPr>
            <a:lvl9pPr>
              <a:defRPr sz="1875" b="1">
                <a:solidFill>
                  <a:srgbClr val="007F83"/>
                </a:solidFill>
                <a:latin typeface="Arial"/>
                <a:ea typeface="Arial"/>
                <a:cs typeface="Arial"/>
              </a:defRPr>
            </a:lvl9pPr>
          </a:lstStyle>
          <a:p xmlns:a="http://schemas.openxmlformats.org/drawingml/2006/main">
            <a:pPr>
              <a:defRPr sz="1875" b="1">
                <a:solidFill>
                  <a:srgbClr val="007F83"/>
                </a:solidFill>
                <a:latin typeface="Arial"/>
                <a:ea typeface="Arial"/>
                <a:cs typeface="Arial"/>
              </a:defRPr>
            </a:pPr>
            <a:r>
              <a:rPr sz="1875" b="1">
                <a:solidFill>
                  <a:srgbClr val="007F83"/>
                </a:solidFill>
                <a:latin typeface="Arial"/>
                <a:ea typeface="Arial"/>
                <a:cs typeface="Arial"/>
              </a:rPr>
              <a:t>Sınır</a:t>
            </a:r>
          </a:p>
        </p:txBody>
      </p:sp>
      <p:sp>
        <p:nvSpPr>
          <p:cNvPr id="13" name="">
            <a:extLst xmlns:a="http://schemas.openxmlformats.org/drawingml/2006/main">
              <a:ext uri="{FF2B5EF4-FFF2-40B4-BE49-F238E27FC236}">
                <a16:creationId xmlns:a16="http://schemas.microsoft.com/office/drawing/2014/main" id="{26C4D272-DCEB-4C3D-9135-87F60F37A3EE}"/>
              </a:ext>
            </a:extLst>
          </p:cNvPr>
          <p:cNvSpPr>
            <a:spLocks xmlns:a="http://schemas.openxmlformats.org/drawingml/2006/main" noGrp="1"/>
          </p:cNvSpPr>
          <p:nvPr/>
        </p:nvSpPr>
        <p:spPr>
          <a:xfrm xmlns:a="http://schemas.openxmlformats.org/drawingml/2006/main">
            <a:off x="2571750" y="4848225"/>
            <a:ext cx="89725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52E3D"/>
                </a:solidFill>
                <a:latin typeface="Arial"/>
                <a:ea typeface="Arial"/>
                <a:cs typeface="Arial"/>
              </a:defRPr>
            </a:defPPr>
            <a:lvl1pPr>
              <a:defRPr sz="1875" b="0">
                <a:solidFill>
                  <a:srgbClr val="152E3D"/>
                </a:solidFill>
                <a:latin typeface="Arial"/>
                <a:ea typeface="Arial"/>
                <a:cs typeface="Arial"/>
              </a:defRPr>
            </a:lvl1pPr>
            <a:lvl2pPr>
              <a:defRPr sz="1875" b="0">
                <a:solidFill>
                  <a:srgbClr val="152E3D"/>
                </a:solidFill>
                <a:latin typeface="Arial"/>
                <a:ea typeface="Arial"/>
                <a:cs typeface="Arial"/>
              </a:defRPr>
            </a:lvl2pPr>
            <a:lvl3pPr>
              <a:defRPr sz="1875" b="0">
                <a:solidFill>
                  <a:srgbClr val="152E3D"/>
                </a:solidFill>
                <a:latin typeface="Arial"/>
                <a:ea typeface="Arial"/>
                <a:cs typeface="Arial"/>
              </a:defRPr>
            </a:lvl3pPr>
            <a:lvl4pPr>
              <a:defRPr sz="1875" b="0">
                <a:solidFill>
                  <a:srgbClr val="152E3D"/>
                </a:solidFill>
                <a:latin typeface="Arial"/>
                <a:ea typeface="Arial"/>
                <a:cs typeface="Arial"/>
              </a:defRPr>
            </a:lvl4pPr>
            <a:lvl5pPr>
              <a:defRPr sz="1875" b="0">
                <a:solidFill>
                  <a:srgbClr val="152E3D"/>
                </a:solidFill>
                <a:latin typeface="Arial"/>
                <a:ea typeface="Arial"/>
                <a:cs typeface="Arial"/>
              </a:defRPr>
            </a:lvl5pPr>
            <a:lvl6pPr>
              <a:defRPr sz="1875" b="0">
                <a:solidFill>
                  <a:srgbClr val="152E3D"/>
                </a:solidFill>
                <a:latin typeface="Arial"/>
                <a:ea typeface="Arial"/>
                <a:cs typeface="Arial"/>
              </a:defRPr>
            </a:lvl6pPr>
            <a:lvl7pPr>
              <a:defRPr sz="1875" b="0">
                <a:solidFill>
                  <a:srgbClr val="152E3D"/>
                </a:solidFill>
                <a:latin typeface="Arial"/>
                <a:ea typeface="Arial"/>
                <a:cs typeface="Arial"/>
              </a:defRPr>
            </a:lvl7pPr>
            <a:lvl8pPr>
              <a:defRPr sz="1875" b="0">
                <a:solidFill>
                  <a:srgbClr val="152E3D"/>
                </a:solidFill>
                <a:latin typeface="Arial"/>
                <a:ea typeface="Arial"/>
                <a:cs typeface="Arial"/>
              </a:defRPr>
            </a:lvl8pPr>
            <a:lvl9pPr>
              <a:defRPr sz="1875" b="0">
                <a:solidFill>
                  <a:srgbClr val="152E3D"/>
                </a:solidFill>
                <a:latin typeface="Arial"/>
                <a:ea typeface="Arial"/>
                <a:cs typeface="Arial"/>
              </a:defRPr>
            </a:lvl9pPr>
          </a:lstStyle>
          <a:p xmlns:a="http://schemas.openxmlformats.org/drawingml/2006/main">
            <a:pPr>
              <a:defRPr sz="1875" b="0">
                <a:solidFill>
                  <a:srgbClr val="152E3D"/>
                </a:solidFill>
                <a:latin typeface="Arial"/>
                <a:ea typeface="Arial"/>
                <a:cs typeface="Arial"/>
              </a:defRPr>
            </a:pPr>
            <a:r>
              <a:rPr sz="1875" b="0">
                <a:solidFill>
                  <a:srgbClr val="152E3D"/>
                </a:solidFill>
                <a:latin typeface="Arial"/>
                <a:ea typeface="Arial"/>
                <a:cs typeface="Arial"/>
              </a:rPr>
              <a:t>Canlı cluster, model bağlantısı ve gerçek LLM çağrısı testi yapılmadı.</a:t>
            </a:r>
          </a:p>
        </p:txBody>
      </p:sp>
      <p:sp>
        <p:nvSpPr>
          <p:cNvPr id="14" name="">
            <a:extLst xmlns:a="http://schemas.openxmlformats.org/drawingml/2006/main">
              <a:ext uri="{FF2B5EF4-FFF2-40B4-BE49-F238E27FC236}">
                <a16:creationId xmlns:a16="http://schemas.microsoft.com/office/drawing/2014/main" id="{2CB0B5D4-8FC1-436B-9359-D612F02E61F6}"/>
              </a:ext>
            </a:extLst>
          </p:cNvPr>
          <p:cNvSpPr>
            <a:spLocks xmlns:a="http://schemas.openxmlformats.org/drawingml/2006/main" noGrp="1"/>
          </p:cNvSpPr>
          <p:nvPr/>
        </p:nvSpPr>
        <p:spPr>
          <a:xfrm xmlns:a="http://schemas.openxmlformats.org/drawingml/2006/main">
            <a:off x="647700" y="5848350"/>
            <a:ext cx="10896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1">
                <a:solidFill>
                  <a:srgbClr val="007F83"/>
                </a:solidFill>
                <a:latin typeface="Arial"/>
                <a:ea typeface="Arial"/>
                <a:cs typeface="Arial"/>
              </a:defRPr>
            </a:defPPr>
            <a:lvl1pPr>
              <a:defRPr sz="1725" b="1">
                <a:solidFill>
                  <a:srgbClr val="007F83"/>
                </a:solidFill>
                <a:latin typeface="Arial"/>
                <a:ea typeface="Arial"/>
                <a:cs typeface="Arial"/>
              </a:defRPr>
            </a:lvl1pPr>
            <a:lvl2pPr>
              <a:defRPr sz="1725" b="1">
                <a:solidFill>
                  <a:srgbClr val="007F83"/>
                </a:solidFill>
                <a:latin typeface="Arial"/>
                <a:ea typeface="Arial"/>
                <a:cs typeface="Arial"/>
              </a:defRPr>
            </a:lvl2pPr>
            <a:lvl3pPr>
              <a:defRPr sz="1725" b="1">
                <a:solidFill>
                  <a:srgbClr val="007F83"/>
                </a:solidFill>
                <a:latin typeface="Arial"/>
                <a:ea typeface="Arial"/>
                <a:cs typeface="Arial"/>
              </a:defRPr>
            </a:lvl3pPr>
            <a:lvl4pPr>
              <a:defRPr sz="1725" b="1">
                <a:solidFill>
                  <a:srgbClr val="007F83"/>
                </a:solidFill>
                <a:latin typeface="Arial"/>
                <a:ea typeface="Arial"/>
                <a:cs typeface="Arial"/>
              </a:defRPr>
            </a:lvl4pPr>
            <a:lvl5pPr>
              <a:defRPr sz="1725" b="1">
                <a:solidFill>
                  <a:srgbClr val="007F83"/>
                </a:solidFill>
                <a:latin typeface="Arial"/>
                <a:ea typeface="Arial"/>
                <a:cs typeface="Arial"/>
              </a:defRPr>
            </a:lvl5pPr>
            <a:lvl6pPr>
              <a:defRPr sz="1725" b="1">
                <a:solidFill>
                  <a:srgbClr val="007F83"/>
                </a:solidFill>
                <a:latin typeface="Arial"/>
                <a:ea typeface="Arial"/>
                <a:cs typeface="Arial"/>
              </a:defRPr>
            </a:lvl6pPr>
            <a:lvl7pPr>
              <a:defRPr sz="1725" b="1">
                <a:solidFill>
                  <a:srgbClr val="007F83"/>
                </a:solidFill>
                <a:latin typeface="Arial"/>
                <a:ea typeface="Arial"/>
                <a:cs typeface="Arial"/>
              </a:defRPr>
            </a:lvl7pPr>
            <a:lvl8pPr>
              <a:defRPr sz="1725" b="1">
                <a:solidFill>
                  <a:srgbClr val="007F83"/>
                </a:solidFill>
                <a:latin typeface="Arial"/>
                <a:ea typeface="Arial"/>
                <a:cs typeface="Arial"/>
              </a:defRPr>
            </a:lvl8pPr>
            <a:lvl9pPr>
              <a:defRPr sz="1725" b="1">
                <a:solidFill>
                  <a:srgbClr val="007F83"/>
                </a:solidFill>
                <a:latin typeface="Arial"/>
                <a:ea typeface="Arial"/>
                <a:cs typeface="Arial"/>
              </a:defRPr>
            </a:lvl9pPr>
          </a:lstStyle>
          <a:p xmlns:a="http://schemas.openxmlformats.org/drawingml/2006/main">
            <a:pPr>
              <a:defRPr sz="1725" b="1">
                <a:solidFill>
                  <a:srgbClr val="007F83"/>
                </a:solidFill>
                <a:latin typeface="Arial"/>
                <a:ea typeface="Arial"/>
                <a:cs typeface="Arial"/>
              </a:defRPr>
            </a:pPr>
            <a:r>
              <a:rPr sz="1725" b="1">
                <a:solidFill>
                  <a:srgbClr val="007F83"/>
                </a:solidFill>
                <a:latin typeface="Arial"/>
                <a:ea typeface="Arial"/>
                <a:cs typeface="Arial"/>
              </a:rPr>
              <a:t>Örnek sonuçlar beklenen değerlerdir. Üretim performansı veya başarı ölçümü değildir.</a:t>
            </a:r>
          </a:p>
        </p:txBody>
      </p:sp>
      <p:sp>
        <p:nvSpPr>
          <p:cNvPr id="15" name="">
            <a:extLst xmlns:a="http://schemas.openxmlformats.org/drawingml/2006/main">
              <a:ext uri="{FF2B5EF4-FFF2-40B4-BE49-F238E27FC236}">
                <a16:creationId xmlns:a16="http://schemas.microsoft.com/office/drawing/2014/main" id="{B720F4CE-42F6-4DFB-B3D0-0BDD41854889}"/>
              </a:ext>
            </a:extLst>
          </p:cNvPr>
          <p:cNvSpPr>
            <a:spLocks xmlns:a="http://schemas.openxmlformats.org/drawingml/2006/main" noGrp="1"/>
          </p:cNvSpPr>
          <p:nvPr/>
        </p:nvSpPr>
        <p:spPr>
          <a:xfrm xmlns:a="http://schemas.openxmlformats.org/drawingml/2006/main">
            <a:off x="10858500" y="6429375"/>
            <a:ext cx="714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0616A"/>
                </a:solidFill>
                <a:latin typeface="Arial"/>
                <a:ea typeface="Arial"/>
                <a:cs typeface="Arial"/>
              </a:defRPr>
            </a:defPPr>
            <a:lvl1pPr>
              <a:defRPr sz="1200" b="0">
                <a:solidFill>
                  <a:srgbClr val="50616A"/>
                </a:solidFill>
                <a:latin typeface="Arial"/>
                <a:ea typeface="Arial"/>
                <a:cs typeface="Arial"/>
              </a:defRPr>
            </a:lvl1pPr>
            <a:lvl2pPr>
              <a:defRPr sz="1200" b="0">
                <a:solidFill>
                  <a:srgbClr val="50616A"/>
                </a:solidFill>
                <a:latin typeface="Arial"/>
                <a:ea typeface="Arial"/>
                <a:cs typeface="Arial"/>
              </a:defRPr>
            </a:lvl2pPr>
            <a:lvl3pPr>
              <a:defRPr sz="1200" b="0">
                <a:solidFill>
                  <a:srgbClr val="50616A"/>
                </a:solidFill>
                <a:latin typeface="Arial"/>
                <a:ea typeface="Arial"/>
                <a:cs typeface="Arial"/>
              </a:defRPr>
            </a:lvl3pPr>
            <a:lvl4pPr>
              <a:defRPr sz="1200" b="0">
                <a:solidFill>
                  <a:srgbClr val="50616A"/>
                </a:solidFill>
                <a:latin typeface="Arial"/>
                <a:ea typeface="Arial"/>
                <a:cs typeface="Arial"/>
              </a:defRPr>
            </a:lvl4pPr>
            <a:lvl5pPr>
              <a:defRPr sz="1200" b="0">
                <a:solidFill>
                  <a:srgbClr val="50616A"/>
                </a:solidFill>
                <a:latin typeface="Arial"/>
                <a:ea typeface="Arial"/>
                <a:cs typeface="Arial"/>
              </a:defRPr>
            </a:lvl5pPr>
            <a:lvl6pPr>
              <a:defRPr sz="1200" b="0">
                <a:solidFill>
                  <a:srgbClr val="50616A"/>
                </a:solidFill>
                <a:latin typeface="Arial"/>
                <a:ea typeface="Arial"/>
                <a:cs typeface="Arial"/>
              </a:defRPr>
            </a:lvl6pPr>
            <a:lvl7pPr>
              <a:defRPr sz="1200" b="0">
                <a:solidFill>
                  <a:srgbClr val="50616A"/>
                </a:solidFill>
                <a:latin typeface="Arial"/>
                <a:ea typeface="Arial"/>
                <a:cs typeface="Arial"/>
              </a:defRPr>
            </a:lvl7pPr>
            <a:lvl8pPr>
              <a:defRPr sz="1200" b="0">
                <a:solidFill>
                  <a:srgbClr val="50616A"/>
                </a:solidFill>
                <a:latin typeface="Arial"/>
                <a:ea typeface="Arial"/>
                <a:cs typeface="Arial"/>
              </a:defRPr>
            </a:lvl8pPr>
            <a:lvl9pPr>
              <a:defRPr sz="1200" b="0">
                <a:solidFill>
                  <a:srgbClr val="50616A"/>
                </a:solidFill>
                <a:latin typeface="Arial"/>
                <a:ea typeface="Arial"/>
                <a:cs typeface="Arial"/>
              </a:defRPr>
            </a:lvl9pPr>
          </a:lstStyle>
          <a:p xmlns:a="http://schemas.openxmlformats.org/drawingml/2006/main">
            <a:pPr>
              <a:defRPr sz="1200" b="0">
                <a:solidFill>
                  <a:srgbClr val="50616A"/>
                </a:solidFill>
                <a:latin typeface="Arial"/>
                <a:ea typeface="Arial"/>
                <a:cs typeface="Arial"/>
              </a:defRPr>
            </a:pPr>
            <a:r>
              <a:rPr sz="1200" b="0">
                <a:solidFill>
                  <a:srgbClr val="50616A"/>
                </a:solidFill>
                <a:latin typeface="Arial"/>
                <a:ea typeface="Arial"/>
                <a:cs typeface="Arial"/>
              </a:rPr>
              <a:t>24 / 26</a:t>
            </a:r>
          </a:p>
        </p:txBody>
      </p:sp>
      <p:sp>
        <p:nvSpPr>
          <p:cNvPr id="16" name="">
            <a:extLst xmlns:a="http://schemas.openxmlformats.org/drawingml/2006/main">
              <a:ext uri="{FF2B5EF4-FFF2-40B4-BE49-F238E27FC236}">
                <a16:creationId xmlns:a16="http://schemas.microsoft.com/office/drawing/2014/main" id="{510D3E1A-BD84-4EF2-B186-02078F48676C}"/>
              </a:ext>
            </a:extLst>
          </p:cNvPr>
          <p:cNvSpPr>
            <a:spLocks xmlns:a="http://schemas.openxmlformats.org/drawingml/2006/main" noGrp="1"/>
          </p:cNvSpPr>
          <p:nvPr/>
        </p:nvSpPr>
        <p:spPr>
          <a:xfrm xmlns:a="http://schemas.openxmlformats.org/drawingml/2006/main">
            <a:off x="647700" y="6438900"/>
            <a:ext cx="98583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0616A"/>
                </a:solidFill>
                <a:latin typeface="Arial"/>
                <a:ea typeface="Arial"/>
                <a:cs typeface="Arial"/>
              </a:defRPr>
            </a:defPPr>
            <a:lvl1pPr>
              <a:defRPr sz="1050" b="0">
                <a:solidFill>
                  <a:srgbClr val="50616A"/>
                </a:solidFill>
                <a:latin typeface="Arial"/>
                <a:ea typeface="Arial"/>
                <a:cs typeface="Arial"/>
              </a:defRPr>
            </a:lvl1pPr>
            <a:lvl2pPr>
              <a:defRPr sz="1050" b="0">
                <a:solidFill>
                  <a:srgbClr val="50616A"/>
                </a:solidFill>
                <a:latin typeface="Arial"/>
                <a:ea typeface="Arial"/>
                <a:cs typeface="Arial"/>
              </a:defRPr>
            </a:lvl2pPr>
            <a:lvl3pPr>
              <a:defRPr sz="1050" b="0">
                <a:solidFill>
                  <a:srgbClr val="50616A"/>
                </a:solidFill>
                <a:latin typeface="Arial"/>
                <a:ea typeface="Arial"/>
                <a:cs typeface="Arial"/>
              </a:defRPr>
            </a:lvl3pPr>
            <a:lvl4pPr>
              <a:defRPr sz="1050" b="0">
                <a:solidFill>
                  <a:srgbClr val="50616A"/>
                </a:solidFill>
                <a:latin typeface="Arial"/>
                <a:ea typeface="Arial"/>
                <a:cs typeface="Arial"/>
              </a:defRPr>
            </a:lvl4pPr>
            <a:lvl5pPr>
              <a:defRPr sz="1050" b="0">
                <a:solidFill>
                  <a:srgbClr val="50616A"/>
                </a:solidFill>
                <a:latin typeface="Arial"/>
                <a:ea typeface="Arial"/>
                <a:cs typeface="Arial"/>
              </a:defRPr>
            </a:lvl5pPr>
            <a:lvl6pPr>
              <a:defRPr sz="1050" b="0">
                <a:solidFill>
                  <a:srgbClr val="50616A"/>
                </a:solidFill>
                <a:latin typeface="Arial"/>
                <a:ea typeface="Arial"/>
                <a:cs typeface="Arial"/>
              </a:defRPr>
            </a:lvl6pPr>
            <a:lvl7pPr>
              <a:defRPr sz="1050" b="0">
                <a:solidFill>
                  <a:srgbClr val="50616A"/>
                </a:solidFill>
                <a:latin typeface="Arial"/>
                <a:ea typeface="Arial"/>
                <a:cs typeface="Arial"/>
              </a:defRPr>
            </a:lvl7pPr>
            <a:lvl8pPr>
              <a:defRPr sz="1050" b="0">
                <a:solidFill>
                  <a:srgbClr val="50616A"/>
                </a:solidFill>
                <a:latin typeface="Arial"/>
                <a:ea typeface="Arial"/>
                <a:cs typeface="Arial"/>
              </a:defRPr>
            </a:lvl8pPr>
            <a:lvl9pPr>
              <a:defRPr sz="1050" b="0">
                <a:solidFill>
                  <a:srgbClr val="50616A"/>
                </a:solidFill>
                <a:latin typeface="Arial"/>
                <a:ea typeface="Arial"/>
                <a:cs typeface="Arial"/>
              </a:defRPr>
            </a:lvl9pPr>
          </a:lstStyle>
          <a:p xmlns:a="http://schemas.openxmlformats.org/drawingml/2006/main">
            <a:pPr>
              <a:defRPr sz="1050" b="0">
                <a:solidFill>
                  <a:srgbClr val="50616A"/>
                </a:solidFill>
                <a:latin typeface="Arial"/>
                <a:ea typeface="Arial"/>
                <a:cs typeface="Arial"/>
              </a:defRPr>
            </a:pPr>
            <a:r>
              <a:rPr sz="1050">
                <a:solidFill>
                  <a:srgbClr val="50616A"/>
                </a:solidFill>
                <a:latin typeface="Arial"/>
                <a:ea typeface="Arial"/>
                <a:cs typeface="Arial"/>
              </a:rPr>
              <a:t>Kaynaklar: </a:t>
            </a:r>
            <a:r>
              <a:rPr sz="1050">
                <a:solidFill>
                  <a:srgbClr val="50616A"/>
                </a:solidFill>
                <a:latin typeface="Arial"/>
                <a:ea typeface="Arial"/>
                <a:cs typeface="Arial"/>
                <a:hlinkClick xmlns:r="http://schemas.openxmlformats.org/officeDocument/2006/relationships" r:id="R7cf2dc53c64a4ab1"/>
              </a:rPr>
              <a:t>S08  </a:t>
            </a:r>
          </a:p>
        </p:txBody>
      </p:sp>
    </p:spTree>
    <p:extLst>
      <p:ext uri="{BB962C8B-B14F-4D97-AF65-F5344CB8AC3E}">
        <p14:creationId xmlns:p14="http://schemas.microsoft.com/office/powerpoint/2010/main" val="1833206586"/>
      </p:ext>
    </p:extLst>
  </p:cSld>
</p:sld>
</file>

<file path=ppt/slides/slide25.xml><?xml version="1.0" encoding="utf-8"?>
<p:sld xmlns:p="http://schemas.openxmlformats.org/presentationml/2006/main">
  <p:cSld>
    <p:bg>
      <p:bgPr>
        <a:solidFill xmlns:a="http://schemas.openxmlformats.org/drawingml/2006/main">
          <a:srgbClr val="F5F4F0"/>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562822C7-894C-4F4E-ACDF-7DE761AE42FA}"/>
              </a:ext>
            </a:extLst>
          </p:cNvPr>
          <p:cNvSpPr>
            <a:spLocks xmlns:a="http://schemas.openxmlformats.org/drawingml/2006/main" noGrp="1"/>
          </p:cNvSpPr>
          <p:nvPr/>
        </p:nvSpPr>
        <p:spPr>
          <a:xfrm xmlns:a="http://schemas.openxmlformats.org/drawingml/2006/main">
            <a:off x="647700" y="49530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52E3D"/>
                </a:solidFill>
                <a:latin typeface="Arial"/>
                <a:ea typeface="Arial"/>
                <a:cs typeface="Arial"/>
              </a:defRPr>
            </a:defPPr>
            <a:lvl1pPr>
              <a:defRPr sz="3300" b="1">
                <a:solidFill>
                  <a:srgbClr val="152E3D"/>
                </a:solidFill>
                <a:latin typeface="Arial"/>
                <a:ea typeface="Arial"/>
                <a:cs typeface="Arial"/>
              </a:defRPr>
            </a:lvl1pPr>
            <a:lvl2pPr>
              <a:defRPr sz="3300" b="1">
                <a:solidFill>
                  <a:srgbClr val="152E3D"/>
                </a:solidFill>
                <a:latin typeface="Arial"/>
                <a:ea typeface="Arial"/>
                <a:cs typeface="Arial"/>
              </a:defRPr>
            </a:lvl2pPr>
            <a:lvl3pPr>
              <a:defRPr sz="3300" b="1">
                <a:solidFill>
                  <a:srgbClr val="152E3D"/>
                </a:solidFill>
                <a:latin typeface="Arial"/>
                <a:ea typeface="Arial"/>
                <a:cs typeface="Arial"/>
              </a:defRPr>
            </a:lvl3pPr>
            <a:lvl4pPr>
              <a:defRPr sz="3300" b="1">
                <a:solidFill>
                  <a:srgbClr val="152E3D"/>
                </a:solidFill>
                <a:latin typeface="Arial"/>
                <a:ea typeface="Arial"/>
                <a:cs typeface="Arial"/>
              </a:defRPr>
            </a:lvl4pPr>
            <a:lvl5pPr>
              <a:defRPr sz="3300" b="1">
                <a:solidFill>
                  <a:srgbClr val="152E3D"/>
                </a:solidFill>
                <a:latin typeface="Arial"/>
                <a:ea typeface="Arial"/>
                <a:cs typeface="Arial"/>
              </a:defRPr>
            </a:lvl5pPr>
            <a:lvl6pPr>
              <a:defRPr sz="3300" b="1">
                <a:solidFill>
                  <a:srgbClr val="152E3D"/>
                </a:solidFill>
                <a:latin typeface="Arial"/>
                <a:ea typeface="Arial"/>
                <a:cs typeface="Arial"/>
              </a:defRPr>
            </a:lvl6pPr>
            <a:lvl7pPr>
              <a:defRPr sz="3300" b="1">
                <a:solidFill>
                  <a:srgbClr val="152E3D"/>
                </a:solidFill>
                <a:latin typeface="Arial"/>
                <a:ea typeface="Arial"/>
                <a:cs typeface="Arial"/>
              </a:defRPr>
            </a:lvl7pPr>
            <a:lvl8pPr>
              <a:defRPr sz="3300" b="1">
                <a:solidFill>
                  <a:srgbClr val="152E3D"/>
                </a:solidFill>
                <a:latin typeface="Arial"/>
                <a:ea typeface="Arial"/>
                <a:cs typeface="Arial"/>
              </a:defRPr>
            </a:lvl8pPr>
            <a:lvl9pPr>
              <a:defRPr sz="3300" b="1">
                <a:solidFill>
                  <a:srgbClr val="152E3D"/>
                </a:solidFill>
                <a:latin typeface="Arial"/>
                <a:ea typeface="Arial"/>
                <a:cs typeface="Arial"/>
              </a:defRPr>
            </a:lvl9pPr>
          </a:lstStyle>
          <a:p xmlns:a="http://schemas.openxmlformats.org/drawingml/2006/main">
            <a:pPr>
              <a:defRPr sz="3300" b="1">
                <a:solidFill>
                  <a:srgbClr val="152E3D"/>
                </a:solidFill>
                <a:latin typeface="Arial"/>
                <a:ea typeface="Arial"/>
                <a:cs typeface="Arial"/>
              </a:defRPr>
            </a:pPr>
            <a:r>
              <a:rPr sz="3300" b="1">
                <a:solidFill>
                  <a:srgbClr val="152E3D"/>
                </a:solidFill>
                <a:latin typeface="Arial"/>
                <a:ea typeface="Arial"/>
                <a:cs typeface="Arial"/>
              </a:rPr>
              <a:t>Ek I · Kaynakça (1/2)</a:t>
            </a:r>
          </a:p>
        </p:txBody>
      </p:sp>
      <p:sp>
        <p:nvSpPr>
          <p:cNvPr id="2" name="">
            <a:extLst xmlns:a="http://schemas.openxmlformats.org/drawingml/2006/main">
              <a:ext uri="{FF2B5EF4-FFF2-40B4-BE49-F238E27FC236}">
                <a16:creationId xmlns:a16="http://schemas.microsoft.com/office/drawing/2014/main" id="{F1043CF6-1167-426A-BF0C-D473EFD74DDF}"/>
              </a:ext>
            </a:extLst>
          </p:cNvPr>
          <p:cNvSpPr>
            <a:spLocks xmlns:a="http://schemas.openxmlformats.org/drawingml/2006/main" noGrp="1"/>
          </p:cNvSpPr>
          <p:nvPr/>
        </p:nvSpPr>
        <p:spPr>
          <a:xfrm xmlns:a="http://schemas.openxmlformats.org/drawingml/2006/main">
            <a:off x="647700" y="1304925"/>
            <a:ext cx="10896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50616A"/>
                </a:solidFill>
                <a:latin typeface="Arial"/>
                <a:ea typeface="Arial"/>
                <a:cs typeface="Arial"/>
              </a:defRPr>
            </a:defPPr>
            <a:lvl1pPr>
              <a:defRPr sz="1875" b="0">
                <a:solidFill>
                  <a:srgbClr val="50616A"/>
                </a:solidFill>
                <a:latin typeface="Arial"/>
                <a:ea typeface="Arial"/>
                <a:cs typeface="Arial"/>
              </a:defRPr>
            </a:lvl1pPr>
            <a:lvl2pPr>
              <a:defRPr sz="1875" b="0">
                <a:solidFill>
                  <a:srgbClr val="50616A"/>
                </a:solidFill>
                <a:latin typeface="Arial"/>
                <a:ea typeface="Arial"/>
                <a:cs typeface="Arial"/>
              </a:defRPr>
            </a:lvl2pPr>
            <a:lvl3pPr>
              <a:defRPr sz="1875" b="0">
                <a:solidFill>
                  <a:srgbClr val="50616A"/>
                </a:solidFill>
                <a:latin typeface="Arial"/>
                <a:ea typeface="Arial"/>
                <a:cs typeface="Arial"/>
              </a:defRPr>
            </a:lvl3pPr>
            <a:lvl4pPr>
              <a:defRPr sz="1875" b="0">
                <a:solidFill>
                  <a:srgbClr val="50616A"/>
                </a:solidFill>
                <a:latin typeface="Arial"/>
                <a:ea typeface="Arial"/>
                <a:cs typeface="Arial"/>
              </a:defRPr>
            </a:lvl4pPr>
            <a:lvl5pPr>
              <a:defRPr sz="1875" b="0">
                <a:solidFill>
                  <a:srgbClr val="50616A"/>
                </a:solidFill>
                <a:latin typeface="Arial"/>
                <a:ea typeface="Arial"/>
                <a:cs typeface="Arial"/>
              </a:defRPr>
            </a:lvl5pPr>
            <a:lvl6pPr>
              <a:defRPr sz="1875" b="0">
                <a:solidFill>
                  <a:srgbClr val="50616A"/>
                </a:solidFill>
                <a:latin typeface="Arial"/>
                <a:ea typeface="Arial"/>
                <a:cs typeface="Arial"/>
              </a:defRPr>
            </a:lvl6pPr>
            <a:lvl7pPr>
              <a:defRPr sz="1875" b="0">
                <a:solidFill>
                  <a:srgbClr val="50616A"/>
                </a:solidFill>
                <a:latin typeface="Arial"/>
                <a:ea typeface="Arial"/>
                <a:cs typeface="Arial"/>
              </a:defRPr>
            </a:lvl7pPr>
            <a:lvl8pPr>
              <a:defRPr sz="1875" b="0">
                <a:solidFill>
                  <a:srgbClr val="50616A"/>
                </a:solidFill>
                <a:latin typeface="Arial"/>
                <a:ea typeface="Arial"/>
                <a:cs typeface="Arial"/>
              </a:defRPr>
            </a:lvl8pPr>
            <a:lvl9pPr>
              <a:defRPr sz="1875" b="0">
                <a:solidFill>
                  <a:srgbClr val="50616A"/>
                </a:solidFill>
                <a:latin typeface="Arial"/>
                <a:ea typeface="Arial"/>
                <a:cs typeface="Arial"/>
              </a:defRPr>
            </a:lvl9pPr>
          </a:lstStyle>
          <a:p xmlns:a="http://schemas.openxmlformats.org/drawingml/2006/main">
            <a:pPr>
              <a:defRPr sz="1875" b="0">
                <a:solidFill>
                  <a:srgbClr val="50616A"/>
                </a:solidFill>
                <a:latin typeface="Arial"/>
                <a:ea typeface="Arial"/>
                <a:cs typeface="Arial"/>
              </a:defRPr>
            </a:pPr>
            <a:r>
              <a:rPr sz="1875" b="0">
                <a:solidFill>
                  <a:srgbClr val="50616A"/>
                </a:solidFill>
                <a:latin typeface="Arial"/>
                <a:ea typeface="Arial"/>
                <a:cs typeface="Arial"/>
              </a:rPr>
              <a:t>Birincil kaynaklar. Başlıklar tıklanabilir. Erişim: 29 Ekim 2026.</a:t>
            </a:r>
          </a:p>
        </p:txBody>
      </p:sp>
      <p:sp>
        <p:nvSpPr>
          <p:cNvPr id="3" name="">
            <a:extLst xmlns:a="http://schemas.openxmlformats.org/drawingml/2006/main">
              <a:ext uri="{FF2B5EF4-FFF2-40B4-BE49-F238E27FC236}">
                <a16:creationId xmlns:a16="http://schemas.microsoft.com/office/drawing/2014/main" id="{9238D5D2-D04E-4683-BBF3-CFBA685DE0A0}"/>
              </a:ext>
            </a:extLst>
          </p:cNvPr>
          <p:cNvSpPr>
            <a:spLocks xmlns:a="http://schemas.openxmlformats.org/drawingml/2006/main" noGrp="1"/>
          </p:cNvSpPr>
          <p:nvPr/>
        </p:nvSpPr>
        <p:spPr>
          <a:xfrm xmlns:a="http://schemas.openxmlformats.org/drawingml/2006/main">
            <a:off x="647700" y="2009775"/>
            <a:ext cx="5143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007F83"/>
                </a:solidFill>
                <a:latin typeface="Arial"/>
                <a:ea typeface="Arial"/>
                <a:cs typeface="Arial"/>
              </a:defRPr>
            </a:defPPr>
            <a:lvl1pPr>
              <a:defRPr sz="1650" b="0">
                <a:solidFill>
                  <a:srgbClr val="007F83"/>
                </a:solidFill>
                <a:latin typeface="Arial"/>
                <a:ea typeface="Arial"/>
                <a:cs typeface="Arial"/>
              </a:defRPr>
            </a:lvl1pPr>
            <a:lvl2pPr>
              <a:defRPr sz="1650" b="0">
                <a:solidFill>
                  <a:srgbClr val="007F83"/>
                </a:solidFill>
                <a:latin typeface="Arial"/>
                <a:ea typeface="Arial"/>
                <a:cs typeface="Arial"/>
              </a:defRPr>
            </a:lvl2pPr>
            <a:lvl3pPr>
              <a:defRPr sz="1650" b="0">
                <a:solidFill>
                  <a:srgbClr val="007F83"/>
                </a:solidFill>
                <a:latin typeface="Arial"/>
                <a:ea typeface="Arial"/>
                <a:cs typeface="Arial"/>
              </a:defRPr>
            </a:lvl3pPr>
            <a:lvl4pPr>
              <a:defRPr sz="1650" b="0">
                <a:solidFill>
                  <a:srgbClr val="007F83"/>
                </a:solidFill>
                <a:latin typeface="Arial"/>
                <a:ea typeface="Arial"/>
                <a:cs typeface="Arial"/>
              </a:defRPr>
            </a:lvl4pPr>
            <a:lvl5pPr>
              <a:defRPr sz="1650" b="0">
                <a:solidFill>
                  <a:srgbClr val="007F83"/>
                </a:solidFill>
                <a:latin typeface="Arial"/>
                <a:ea typeface="Arial"/>
                <a:cs typeface="Arial"/>
              </a:defRPr>
            </a:lvl5pPr>
            <a:lvl6pPr>
              <a:defRPr sz="1650" b="0">
                <a:solidFill>
                  <a:srgbClr val="007F83"/>
                </a:solidFill>
                <a:latin typeface="Arial"/>
                <a:ea typeface="Arial"/>
                <a:cs typeface="Arial"/>
              </a:defRPr>
            </a:lvl6pPr>
            <a:lvl7pPr>
              <a:defRPr sz="1650" b="0">
                <a:solidFill>
                  <a:srgbClr val="007F83"/>
                </a:solidFill>
                <a:latin typeface="Arial"/>
                <a:ea typeface="Arial"/>
                <a:cs typeface="Arial"/>
              </a:defRPr>
            </a:lvl7pPr>
            <a:lvl8pPr>
              <a:defRPr sz="1650" b="0">
                <a:solidFill>
                  <a:srgbClr val="007F83"/>
                </a:solidFill>
                <a:latin typeface="Arial"/>
                <a:ea typeface="Arial"/>
                <a:cs typeface="Arial"/>
              </a:defRPr>
            </a:lvl8pPr>
            <a:lvl9pPr>
              <a:defRPr sz="1650" b="0">
                <a:solidFill>
                  <a:srgbClr val="007F83"/>
                </a:solidFill>
                <a:latin typeface="Arial"/>
                <a:ea typeface="Arial"/>
                <a:cs typeface="Arial"/>
              </a:defRPr>
            </a:lvl9pPr>
          </a:lstStyle>
          <a:p xmlns:a="http://schemas.openxmlformats.org/drawingml/2006/main">
            <a:pPr>
              <a:defRPr sz="1650" b="0">
                <a:solidFill>
                  <a:srgbClr val="007F83"/>
                </a:solidFill>
                <a:latin typeface="Arial"/>
                <a:ea typeface="Arial"/>
                <a:cs typeface="Arial"/>
              </a:defRPr>
            </a:pPr>
            <a:r>
              <a:rPr sz="1650" b="0">
                <a:solidFill>
                  <a:srgbClr val="007F83"/>
                </a:solidFill>
                <a:latin typeface="Arial"/>
                <a:ea typeface="Arial"/>
                <a:cs typeface="Arial"/>
                <a:hlinkClick xmlns:r="http://schemas.openxmlformats.org/officeDocument/2006/relationships" r:id="R28dd2f6b920b4107"/>
              </a:rPr>
              <a:t>S01  Discover ve sorgu araçları</a:t>
            </a:r>
          </a:p>
        </p:txBody>
      </p:sp>
      <p:sp>
        <p:nvSpPr>
          <p:cNvPr id="4" name="">
            <a:extLst xmlns:a="http://schemas.openxmlformats.org/drawingml/2006/main">
              <a:ext uri="{FF2B5EF4-FFF2-40B4-BE49-F238E27FC236}">
                <a16:creationId xmlns:a16="http://schemas.microsoft.com/office/drawing/2014/main" id="{316ADB9F-86BC-473A-8E53-F05D628E3C30}"/>
              </a:ext>
            </a:extLst>
          </p:cNvPr>
          <p:cNvSpPr>
            <a:spLocks xmlns:a="http://schemas.openxmlformats.org/drawingml/2006/main" noGrp="1"/>
          </p:cNvSpPr>
          <p:nvPr/>
        </p:nvSpPr>
        <p:spPr>
          <a:xfrm xmlns:a="http://schemas.openxmlformats.org/drawingml/2006/main">
            <a:off x="647700" y="2505075"/>
            <a:ext cx="5143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007F83"/>
                </a:solidFill>
                <a:latin typeface="Arial"/>
                <a:ea typeface="Arial"/>
                <a:cs typeface="Arial"/>
              </a:defRPr>
            </a:defPPr>
            <a:lvl1pPr>
              <a:defRPr sz="1650" b="0">
                <a:solidFill>
                  <a:srgbClr val="007F83"/>
                </a:solidFill>
                <a:latin typeface="Arial"/>
                <a:ea typeface="Arial"/>
                <a:cs typeface="Arial"/>
              </a:defRPr>
            </a:lvl1pPr>
            <a:lvl2pPr>
              <a:defRPr sz="1650" b="0">
                <a:solidFill>
                  <a:srgbClr val="007F83"/>
                </a:solidFill>
                <a:latin typeface="Arial"/>
                <a:ea typeface="Arial"/>
                <a:cs typeface="Arial"/>
              </a:defRPr>
            </a:lvl2pPr>
            <a:lvl3pPr>
              <a:defRPr sz="1650" b="0">
                <a:solidFill>
                  <a:srgbClr val="007F83"/>
                </a:solidFill>
                <a:latin typeface="Arial"/>
                <a:ea typeface="Arial"/>
                <a:cs typeface="Arial"/>
              </a:defRPr>
            </a:lvl3pPr>
            <a:lvl4pPr>
              <a:defRPr sz="1650" b="0">
                <a:solidFill>
                  <a:srgbClr val="007F83"/>
                </a:solidFill>
                <a:latin typeface="Arial"/>
                <a:ea typeface="Arial"/>
                <a:cs typeface="Arial"/>
              </a:defRPr>
            </a:lvl4pPr>
            <a:lvl5pPr>
              <a:defRPr sz="1650" b="0">
                <a:solidFill>
                  <a:srgbClr val="007F83"/>
                </a:solidFill>
                <a:latin typeface="Arial"/>
                <a:ea typeface="Arial"/>
                <a:cs typeface="Arial"/>
              </a:defRPr>
            </a:lvl5pPr>
            <a:lvl6pPr>
              <a:defRPr sz="1650" b="0">
                <a:solidFill>
                  <a:srgbClr val="007F83"/>
                </a:solidFill>
                <a:latin typeface="Arial"/>
                <a:ea typeface="Arial"/>
                <a:cs typeface="Arial"/>
              </a:defRPr>
            </a:lvl6pPr>
            <a:lvl7pPr>
              <a:defRPr sz="1650" b="0">
                <a:solidFill>
                  <a:srgbClr val="007F83"/>
                </a:solidFill>
                <a:latin typeface="Arial"/>
                <a:ea typeface="Arial"/>
                <a:cs typeface="Arial"/>
              </a:defRPr>
            </a:lvl7pPr>
            <a:lvl8pPr>
              <a:defRPr sz="1650" b="0">
                <a:solidFill>
                  <a:srgbClr val="007F83"/>
                </a:solidFill>
                <a:latin typeface="Arial"/>
                <a:ea typeface="Arial"/>
                <a:cs typeface="Arial"/>
              </a:defRPr>
            </a:lvl8pPr>
            <a:lvl9pPr>
              <a:defRPr sz="1650" b="0">
                <a:solidFill>
                  <a:srgbClr val="007F83"/>
                </a:solidFill>
                <a:latin typeface="Arial"/>
                <a:ea typeface="Arial"/>
                <a:cs typeface="Arial"/>
              </a:defRPr>
            </a:lvl9pPr>
          </a:lstStyle>
          <a:p xmlns:a="http://schemas.openxmlformats.org/drawingml/2006/main">
            <a:pPr>
              <a:defRPr sz="1650" b="0">
                <a:solidFill>
                  <a:srgbClr val="007F83"/>
                </a:solidFill>
                <a:latin typeface="Arial"/>
                <a:ea typeface="Arial"/>
                <a:cs typeface="Arial"/>
              </a:defRPr>
            </a:pPr>
            <a:r>
              <a:rPr sz="1650" b="0">
                <a:solidFill>
                  <a:srgbClr val="007F83"/>
                </a:solidFill>
                <a:latin typeface="Arial"/>
                <a:ea typeface="Arial"/>
                <a:cs typeface="Arial"/>
                <a:hlinkClick xmlns:r="http://schemas.openxmlformats.org/officeDocument/2006/relationships" r:id="R1817a39e98be45b3"/>
              </a:rPr>
              <a:t>S02  DQL başvuru belgesi</a:t>
            </a:r>
          </a:p>
        </p:txBody>
      </p:sp>
      <p:sp>
        <p:nvSpPr>
          <p:cNvPr id="5" name="">
            <a:extLst xmlns:a="http://schemas.openxmlformats.org/drawingml/2006/main">
              <a:ext uri="{FF2B5EF4-FFF2-40B4-BE49-F238E27FC236}">
                <a16:creationId xmlns:a16="http://schemas.microsoft.com/office/drawing/2014/main" id="{3C9F771A-CE34-482A-B488-85B0CA1A9B86}"/>
              </a:ext>
            </a:extLst>
          </p:cNvPr>
          <p:cNvSpPr>
            <a:spLocks xmlns:a="http://schemas.openxmlformats.org/drawingml/2006/main" noGrp="1"/>
          </p:cNvSpPr>
          <p:nvPr/>
        </p:nvSpPr>
        <p:spPr>
          <a:xfrm xmlns:a="http://schemas.openxmlformats.org/drawingml/2006/main">
            <a:off x="647700" y="3000375"/>
            <a:ext cx="5143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007F83"/>
                </a:solidFill>
                <a:latin typeface="Arial"/>
                <a:ea typeface="Arial"/>
                <a:cs typeface="Arial"/>
              </a:defRPr>
            </a:defPPr>
            <a:lvl1pPr>
              <a:defRPr sz="1650" b="0">
                <a:solidFill>
                  <a:srgbClr val="007F83"/>
                </a:solidFill>
                <a:latin typeface="Arial"/>
                <a:ea typeface="Arial"/>
                <a:cs typeface="Arial"/>
              </a:defRPr>
            </a:lvl1pPr>
            <a:lvl2pPr>
              <a:defRPr sz="1650" b="0">
                <a:solidFill>
                  <a:srgbClr val="007F83"/>
                </a:solidFill>
                <a:latin typeface="Arial"/>
                <a:ea typeface="Arial"/>
                <a:cs typeface="Arial"/>
              </a:defRPr>
            </a:lvl2pPr>
            <a:lvl3pPr>
              <a:defRPr sz="1650" b="0">
                <a:solidFill>
                  <a:srgbClr val="007F83"/>
                </a:solidFill>
                <a:latin typeface="Arial"/>
                <a:ea typeface="Arial"/>
                <a:cs typeface="Arial"/>
              </a:defRPr>
            </a:lvl3pPr>
            <a:lvl4pPr>
              <a:defRPr sz="1650" b="0">
                <a:solidFill>
                  <a:srgbClr val="007F83"/>
                </a:solidFill>
                <a:latin typeface="Arial"/>
                <a:ea typeface="Arial"/>
                <a:cs typeface="Arial"/>
              </a:defRPr>
            </a:lvl4pPr>
            <a:lvl5pPr>
              <a:defRPr sz="1650" b="0">
                <a:solidFill>
                  <a:srgbClr val="007F83"/>
                </a:solidFill>
                <a:latin typeface="Arial"/>
                <a:ea typeface="Arial"/>
                <a:cs typeface="Arial"/>
              </a:defRPr>
            </a:lvl5pPr>
            <a:lvl6pPr>
              <a:defRPr sz="1650" b="0">
                <a:solidFill>
                  <a:srgbClr val="007F83"/>
                </a:solidFill>
                <a:latin typeface="Arial"/>
                <a:ea typeface="Arial"/>
                <a:cs typeface="Arial"/>
              </a:defRPr>
            </a:lvl6pPr>
            <a:lvl7pPr>
              <a:defRPr sz="1650" b="0">
                <a:solidFill>
                  <a:srgbClr val="007F83"/>
                </a:solidFill>
                <a:latin typeface="Arial"/>
                <a:ea typeface="Arial"/>
                <a:cs typeface="Arial"/>
              </a:defRPr>
            </a:lvl7pPr>
            <a:lvl8pPr>
              <a:defRPr sz="1650" b="0">
                <a:solidFill>
                  <a:srgbClr val="007F83"/>
                </a:solidFill>
                <a:latin typeface="Arial"/>
                <a:ea typeface="Arial"/>
                <a:cs typeface="Arial"/>
              </a:defRPr>
            </a:lvl8pPr>
            <a:lvl9pPr>
              <a:defRPr sz="1650" b="0">
                <a:solidFill>
                  <a:srgbClr val="007F83"/>
                </a:solidFill>
                <a:latin typeface="Arial"/>
                <a:ea typeface="Arial"/>
                <a:cs typeface="Arial"/>
              </a:defRPr>
            </a:lvl9pPr>
          </a:lstStyle>
          <a:p xmlns:a="http://schemas.openxmlformats.org/drawingml/2006/main">
            <a:pPr>
              <a:defRPr sz="1650" b="0">
                <a:solidFill>
                  <a:srgbClr val="007F83"/>
                </a:solidFill>
                <a:latin typeface="Arial"/>
                <a:ea typeface="Arial"/>
                <a:cs typeface="Arial"/>
              </a:defRPr>
            </a:pPr>
            <a:r>
              <a:rPr sz="1650" b="0">
                <a:solidFill>
                  <a:srgbClr val="007F83"/>
                </a:solidFill>
                <a:latin typeface="Arial"/>
                <a:ea typeface="Arial"/>
                <a:cs typeface="Arial"/>
                <a:hlinkClick xmlns:r="http://schemas.openxmlformats.org/officeDocument/2006/relationships" r:id="R337cc49fd2224837"/>
              </a:rPr>
              <a:t>S03  Term query</a:t>
            </a:r>
          </a:p>
        </p:txBody>
      </p:sp>
      <p:sp>
        <p:nvSpPr>
          <p:cNvPr id="6" name="">
            <a:extLst xmlns:a="http://schemas.openxmlformats.org/drawingml/2006/main">
              <a:ext uri="{FF2B5EF4-FFF2-40B4-BE49-F238E27FC236}">
                <a16:creationId xmlns:a16="http://schemas.microsoft.com/office/drawing/2014/main" id="{51E9616F-6592-4B71-BC6C-85CE12428383}"/>
              </a:ext>
            </a:extLst>
          </p:cNvPr>
          <p:cNvSpPr>
            <a:spLocks xmlns:a="http://schemas.openxmlformats.org/drawingml/2006/main" noGrp="1"/>
          </p:cNvSpPr>
          <p:nvPr/>
        </p:nvSpPr>
        <p:spPr>
          <a:xfrm xmlns:a="http://schemas.openxmlformats.org/drawingml/2006/main">
            <a:off x="647700" y="3495675"/>
            <a:ext cx="5143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007F83"/>
                </a:solidFill>
                <a:latin typeface="Arial"/>
                <a:ea typeface="Arial"/>
                <a:cs typeface="Arial"/>
              </a:defRPr>
            </a:defPPr>
            <a:lvl1pPr>
              <a:defRPr sz="1650" b="0">
                <a:solidFill>
                  <a:srgbClr val="007F83"/>
                </a:solidFill>
                <a:latin typeface="Arial"/>
                <a:ea typeface="Arial"/>
                <a:cs typeface="Arial"/>
              </a:defRPr>
            </a:lvl1pPr>
            <a:lvl2pPr>
              <a:defRPr sz="1650" b="0">
                <a:solidFill>
                  <a:srgbClr val="007F83"/>
                </a:solidFill>
                <a:latin typeface="Arial"/>
                <a:ea typeface="Arial"/>
                <a:cs typeface="Arial"/>
              </a:defRPr>
            </a:lvl2pPr>
            <a:lvl3pPr>
              <a:defRPr sz="1650" b="0">
                <a:solidFill>
                  <a:srgbClr val="007F83"/>
                </a:solidFill>
                <a:latin typeface="Arial"/>
                <a:ea typeface="Arial"/>
                <a:cs typeface="Arial"/>
              </a:defRPr>
            </a:lvl3pPr>
            <a:lvl4pPr>
              <a:defRPr sz="1650" b="0">
                <a:solidFill>
                  <a:srgbClr val="007F83"/>
                </a:solidFill>
                <a:latin typeface="Arial"/>
                <a:ea typeface="Arial"/>
                <a:cs typeface="Arial"/>
              </a:defRPr>
            </a:lvl4pPr>
            <a:lvl5pPr>
              <a:defRPr sz="1650" b="0">
                <a:solidFill>
                  <a:srgbClr val="007F83"/>
                </a:solidFill>
                <a:latin typeface="Arial"/>
                <a:ea typeface="Arial"/>
                <a:cs typeface="Arial"/>
              </a:defRPr>
            </a:lvl5pPr>
            <a:lvl6pPr>
              <a:defRPr sz="1650" b="0">
                <a:solidFill>
                  <a:srgbClr val="007F83"/>
                </a:solidFill>
                <a:latin typeface="Arial"/>
                <a:ea typeface="Arial"/>
                <a:cs typeface="Arial"/>
              </a:defRPr>
            </a:lvl6pPr>
            <a:lvl7pPr>
              <a:defRPr sz="1650" b="0">
                <a:solidFill>
                  <a:srgbClr val="007F83"/>
                </a:solidFill>
                <a:latin typeface="Arial"/>
                <a:ea typeface="Arial"/>
                <a:cs typeface="Arial"/>
              </a:defRPr>
            </a:lvl7pPr>
            <a:lvl8pPr>
              <a:defRPr sz="1650" b="0">
                <a:solidFill>
                  <a:srgbClr val="007F83"/>
                </a:solidFill>
                <a:latin typeface="Arial"/>
                <a:ea typeface="Arial"/>
                <a:cs typeface="Arial"/>
              </a:defRPr>
            </a:lvl8pPr>
            <a:lvl9pPr>
              <a:defRPr sz="1650" b="0">
                <a:solidFill>
                  <a:srgbClr val="007F83"/>
                </a:solidFill>
                <a:latin typeface="Arial"/>
                <a:ea typeface="Arial"/>
                <a:cs typeface="Arial"/>
              </a:defRPr>
            </a:lvl9pPr>
          </a:lstStyle>
          <a:p xmlns:a="http://schemas.openxmlformats.org/drawingml/2006/main">
            <a:pPr>
              <a:defRPr sz="1650" b="0">
                <a:solidFill>
                  <a:srgbClr val="007F83"/>
                </a:solidFill>
                <a:latin typeface="Arial"/>
                <a:ea typeface="Arial"/>
                <a:cs typeface="Arial"/>
              </a:defRPr>
            </a:pPr>
            <a:r>
              <a:rPr sz="1650" b="0">
                <a:solidFill>
                  <a:srgbClr val="007F83"/>
                </a:solidFill>
                <a:latin typeface="Arial"/>
                <a:ea typeface="Arial"/>
                <a:cs typeface="Arial"/>
                <a:hlinkClick xmlns:r="http://schemas.openxmlformats.org/officeDocument/2006/relationships" r:id="R75449e94c3e3461b"/>
              </a:rPr>
              <a:t>S04  Match phrase query</a:t>
            </a:r>
          </a:p>
        </p:txBody>
      </p:sp>
      <p:sp>
        <p:nvSpPr>
          <p:cNvPr id="7" name="">
            <a:extLst xmlns:a="http://schemas.openxmlformats.org/drawingml/2006/main">
              <a:ext uri="{FF2B5EF4-FFF2-40B4-BE49-F238E27FC236}">
                <a16:creationId xmlns:a16="http://schemas.microsoft.com/office/drawing/2014/main" id="{9910E56A-43AC-4478-ABC6-03C542582F0E}"/>
              </a:ext>
            </a:extLst>
          </p:cNvPr>
          <p:cNvSpPr>
            <a:spLocks xmlns:a="http://schemas.openxmlformats.org/drawingml/2006/main" noGrp="1"/>
          </p:cNvSpPr>
          <p:nvPr/>
        </p:nvSpPr>
        <p:spPr>
          <a:xfrm xmlns:a="http://schemas.openxmlformats.org/drawingml/2006/main">
            <a:off x="647700" y="3990975"/>
            <a:ext cx="5143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007F83"/>
                </a:solidFill>
                <a:latin typeface="Arial"/>
                <a:ea typeface="Arial"/>
                <a:cs typeface="Arial"/>
              </a:defRPr>
            </a:defPPr>
            <a:lvl1pPr>
              <a:defRPr sz="1650" b="0">
                <a:solidFill>
                  <a:srgbClr val="007F83"/>
                </a:solidFill>
                <a:latin typeface="Arial"/>
                <a:ea typeface="Arial"/>
                <a:cs typeface="Arial"/>
              </a:defRPr>
            </a:lvl1pPr>
            <a:lvl2pPr>
              <a:defRPr sz="1650" b="0">
                <a:solidFill>
                  <a:srgbClr val="007F83"/>
                </a:solidFill>
                <a:latin typeface="Arial"/>
                <a:ea typeface="Arial"/>
                <a:cs typeface="Arial"/>
              </a:defRPr>
            </a:lvl2pPr>
            <a:lvl3pPr>
              <a:defRPr sz="1650" b="0">
                <a:solidFill>
                  <a:srgbClr val="007F83"/>
                </a:solidFill>
                <a:latin typeface="Arial"/>
                <a:ea typeface="Arial"/>
                <a:cs typeface="Arial"/>
              </a:defRPr>
            </a:lvl3pPr>
            <a:lvl4pPr>
              <a:defRPr sz="1650" b="0">
                <a:solidFill>
                  <a:srgbClr val="007F83"/>
                </a:solidFill>
                <a:latin typeface="Arial"/>
                <a:ea typeface="Arial"/>
                <a:cs typeface="Arial"/>
              </a:defRPr>
            </a:lvl4pPr>
            <a:lvl5pPr>
              <a:defRPr sz="1650" b="0">
                <a:solidFill>
                  <a:srgbClr val="007F83"/>
                </a:solidFill>
                <a:latin typeface="Arial"/>
                <a:ea typeface="Arial"/>
                <a:cs typeface="Arial"/>
              </a:defRPr>
            </a:lvl5pPr>
            <a:lvl6pPr>
              <a:defRPr sz="1650" b="0">
                <a:solidFill>
                  <a:srgbClr val="007F83"/>
                </a:solidFill>
                <a:latin typeface="Arial"/>
                <a:ea typeface="Arial"/>
                <a:cs typeface="Arial"/>
              </a:defRPr>
            </a:lvl6pPr>
            <a:lvl7pPr>
              <a:defRPr sz="1650" b="0">
                <a:solidFill>
                  <a:srgbClr val="007F83"/>
                </a:solidFill>
                <a:latin typeface="Arial"/>
                <a:ea typeface="Arial"/>
                <a:cs typeface="Arial"/>
              </a:defRPr>
            </a:lvl7pPr>
            <a:lvl8pPr>
              <a:defRPr sz="1650" b="0">
                <a:solidFill>
                  <a:srgbClr val="007F83"/>
                </a:solidFill>
                <a:latin typeface="Arial"/>
                <a:ea typeface="Arial"/>
                <a:cs typeface="Arial"/>
              </a:defRPr>
            </a:lvl8pPr>
            <a:lvl9pPr>
              <a:defRPr sz="1650" b="0">
                <a:solidFill>
                  <a:srgbClr val="007F83"/>
                </a:solidFill>
                <a:latin typeface="Arial"/>
                <a:ea typeface="Arial"/>
                <a:cs typeface="Arial"/>
              </a:defRPr>
            </a:lvl9pPr>
          </a:lstStyle>
          <a:p xmlns:a="http://schemas.openxmlformats.org/drawingml/2006/main">
            <a:pPr>
              <a:defRPr sz="1650" b="0">
                <a:solidFill>
                  <a:srgbClr val="007F83"/>
                </a:solidFill>
                <a:latin typeface="Arial"/>
                <a:ea typeface="Arial"/>
                <a:cs typeface="Arial"/>
              </a:defRPr>
            </a:pPr>
            <a:r>
              <a:rPr sz="1650" b="0">
                <a:solidFill>
                  <a:srgbClr val="007F83"/>
                </a:solidFill>
                <a:latin typeface="Arial"/>
                <a:ea typeface="Arial"/>
                <a:cs typeface="Arial"/>
                <a:hlinkClick xmlns:r="http://schemas.openxmlformats.org/officeDocument/2006/relationships" r:id="R4041db94edd845fe"/>
              </a:rPr>
              <a:t>S05  Boolean query</a:t>
            </a:r>
          </a:p>
        </p:txBody>
      </p:sp>
      <p:sp>
        <p:nvSpPr>
          <p:cNvPr id="8" name="">
            <a:extLst xmlns:a="http://schemas.openxmlformats.org/drawingml/2006/main">
              <a:ext uri="{FF2B5EF4-FFF2-40B4-BE49-F238E27FC236}">
                <a16:creationId xmlns:a16="http://schemas.microsoft.com/office/drawing/2014/main" id="{035A6CB9-E55C-4DDC-A045-36B2C3B47295}"/>
              </a:ext>
            </a:extLst>
          </p:cNvPr>
          <p:cNvSpPr>
            <a:spLocks xmlns:a="http://schemas.openxmlformats.org/drawingml/2006/main" noGrp="1"/>
          </p:cNvSpPr>
          <p:nvPr/>
        </p:nvSpPr>
        <p:spPr>
          <a:xfrm xmlns:a="http://schemas.openxmlformats.org/drawingml/2006/main">
            <a:off x="647700" y="4486275"/>
            <a:ext cx="5143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007F83"/>
                </a:solidFill>
                <a:latin typeface="Arial"/>
                <a:ea typeface="Arial"/>
                <a:cs typeface="Arial"/>
              </a:defRPr>
            </a:defPPr>
            <a:lvl1pPr>
              <a:defRPr sz="1650" b="0">
                <a:solidFill>
                  <a:srgbClr val="007F83"/>
                </a:solidFill>
                <a:latin typeface="Arial"/>
                <a:ea typeface="Arial"/>
                <a:cs typeface="Arial"/>
              </a:defRPr>
            </a:lvl1pPr>
            <a:lvl2pPr>
              <a:defRPr sz="1650" b="0">
                <a:solidFill>
                  <a:srgbClr val="007F83"/>
                </a:solidFill>
                <a:latin typeface="Arial"/>
                <a:ea typeface="Arial"/>
                <a:cs typeface="Arial"/>
              </a:defRPr>
            </a:lvl2pPr>
            <a:lvl3pPr>
              <a:defRPr sz="1650" b="0">
                <a:solidFill>
                  <a:srgbClr val="007F83"/>
                </a:solidFill>
                <a:latin typeface="Arial"/>
                <a:ea typeface="Arial"/>
                <a:cs typeface="Arial"/>
              </a:defRPr>
            </a:lvl3pPr>
            <a:lvl4pPr>
              <a:defRPr sz="1650" b="0">
                <a:solidFill>
                  <a:srgbClr val="007F83"/>
                </a:solidFill>
                <a:latin typeface="Arial"/>
                <a:ea typeface="Arial"/>
                <a:cs typeface="Arial"/>
              </a:defRPr>
            </a:lvl4pPr>
            <a:lvl5pPr>
              <a:defRPr sz="1650" b="0">
                <a:solidFill>
                  <a:srgbClr val="007F83"/>
                </a:solidFill>
                <a:latin typeface="Arial"/>
                <a:ea typeface="Arial"/>
                <a:cs typeface="Arial"/>
              </a:defRPr>
            </a:lvl5pPr>
            <a:lvl6pPr>
              <a:defRPr sz="1650" b="0">
                <a:solidFill>
                  <a:srgbClr val="007F83"/>
                </a:solidFill>
                <a:latin typeface="Arial"/>
                <a:ea typeface="Arial"/>
                <a:cs typeface="Arial"/>
              </a:defRPr>
            </a:lvl6pPr>
            <a:lvl7pPr>
              <a:defRPr sz="1650" b="0">
                <a:solidFill>
                  <a:srgbClr val="007F83"/>
                </a:solidFill>
                <a:latin typeface="Arial"/>
                <a:ea typeface="Arial"/>
                <a:cs typeface="Arial"/>
              </a:defRPr>
            </a:lvl7pPr>
            <a:lvl8pPr>
              <a:defRPr sz="1650" b="0">
                <a:solidFill>
                  <a:srgbClr val="007F83"/>
                </a:solidFill>
                <a:latin typeface="Arial"/>
                <a:ea typeface="Arial"/>
                <a:cs typeface="Arial"/>
              </a:defRPr>
            </a:lvl8pPr>
            <a:lvl9pPr>
              <a:defRPr sz="1650" b="0">
                <a:solidFill>
                  <a:srgbClr val="007F83"/>
                </a:solidFill>
                <a:latin typeface="Arial"/>
                <a:ea typeface="Arial"/>
                <a:cs typeface="Arial"/>
              </a:defRPr>
            </a:lvl9pPr>
          </a:lstStyle>
          <a:p xmlns:a="http://schemas.openxmlformats.org/drawingml/2006/main">
            <a:pPr>
              <a:defRPr sz="1650" b="0">
                <a:solidFill>
                  <a:srgbClr val="007F83"/>
                </a:solidFill>
                <a:latin typeface="Arial"/>
                <a:ea typeface="Arial"/>
                <a:cs typeface="Arial"/>
              </a:defRPr>
            </a:pPr>
            <a:r>
              <a:rPr sz="1650" b="0">
                <a:solidFill>
                  <a:srgbClr val="007F83"/>
                </a:solidFill>
                <a:latin typeface="Arial"/>
                <a:ea typeface="Arial"/>
                <a:cs typeface="Arial"/>
                <a:hlinkClick xmlns:r="http://schemas.openxmlformats.org/officeDocument/2006/relationships" r:id="Rd5b12b74d0904db4"/>
              </a:rPr>
              <a:t>S06  PPL stats</a:t>
            </a:r>
          </a:p>
        </p:txBody>
      </p:sp>
      <p:sp>
        <p:nvSpPr>
          <p:cNvPr id="9" name="">
            <a:extLst xmlns:a="http://schemas.openxmlformats.org/drawingml/2006/main">
              <a:ext uri="{FF2B5EF4-FFF2-40B4-BE49-F238E27FC236}">
                <a16:creationId xmlns:a16="http://schemas.microsoft.com/office/drawing/2014/main" id="{33F52D89-8642-453F-AECD-5A44CFDE346A}"/>
              </a:ext>
            </a:extLst>
          </p:cNvPr>
          <p:cNvSpPr>
            <a:spLocks xmlns:a="http://schemas.openxmlformats.org/drawingml/2006/main" noGrp="1"/>
          </p:cNvSpPr>
          <p:nvPr/>
        </p:nvSpPr>
        <p:spPr>
          <a:xfrm xmlns:a="http://schemas.openxmlformats.org/drawingml/2006/main">
            <a:off x="647700" y="4981575"/>
            <a:ext cx="5143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007F83"/>
                </a:solidFill>
                <a:latin typeface="Arial"/>
                <a:ea typeface="Arial"/>
                <a:cs typeface="Arial"/>
              </a:defRPr>
            </a:defPPr>
            <a:lvl1pPr>
              <a:defRPr sz="1650" b="0">
                <a:solidFill>
                  <a:srgbClr val="007F83"/>
                </a:solidFill>
                <a:latin typeface="Arial"/>
                <a:ea typeface="Arial"/>
                <a:cs typeface="Arial"/>
              </a:defRPr>
            </a:lvl1pPr>
            <a:lvl2pPr>
              <a:defRPr sz="1650" b="0">
                <a:solidFill>
                  <a:srgbClr val="007F83"/>
                </a:solidFill>
                <a:latin typeface="Arial"/>
                <a:ea typeface="Arial"/>
                <a:cs typeface="Arial"/>
              </a:defRPr>
            </a:lvl2pPr>
            <a:lvl3pPr>
              <a:defRPr sz="1650" b="0">
                <a:solidFill>
                  <a:srgbClr val="007F83"/>
                </a:solidFill>
                <a:latin typeface="Arial"/>
                <a:ea typeface="Arial"/>
                <a:cs typeface="Arial"/>
              </a:defRPr>
            </a:lvl3pPr>
            <a:lvl4pPr>
              <a:defRPr sz="1650" b="0">
                <a:solidFill>
                  <a:srgbClr val="007F83"/>
                </a:solidFill>
                <a:latin typeface="Arial"/>
                <a:ea typeface="Arial"/>
                <a:cs typeface="Arial"/>
              </a:defRPr>
            </a:lvl4pPr>
            <a:lvl5pPr>
              <a:defRPr sz="1650" b="0">
                <a:solidFill>
                  <a:srgbClr val="007F83"/>
                </a:solidFill>
                <a:latin typeface="Arial"/>
                <a:ea typeface="Arial"/>
                <a:cs typeface="Arial"/>
              </a:defRPr>
            </a:lvl5pPr>
            <a:lvl6pPr>
              <a:defRPr sz="1650" b="0">
                <a:solidFill>
                  <a:srgbClr val="007F83"/>
                </a:solidFill>
                <a:latin typeface="Arial"/>
                <a:ea typeface="Arial"/>
                <a:cs typeface="Arial"/>
              </a:defRPr>
            </a:lvl6pPr>
            <a:lvl7pPr>
              <a:defRPr sz="1650" b="0">
                <a:solidFill>
                  <a:srgbClr val="007F83"/>
                </a:solidFill>
                <a:latin typeface="Arial"/>
                <a:ea typeface="Arial"/>
                <a:cs typeface="Arial"/>
              </a:defRPr>
            </a:lvl7pPr>
            <a:lvl8pPr>
              <a:defRPr sz="1650" b="0">
                <a:solidFill>
                  <a:srgbClr val="007F83"/>
                </a:solidFill>
                <a:latin typeface="Arial"/>
                <a:ea typeface="Arial"/>
                <a:cs typeface="Arial"/>
              </a:defRPr>
            </a:lvl8pPr>
            <a:lvl9pPr>
              <a:defRPr sz="1650" b="0">
                <a:solidFill>
                  <a:srgbClr val="007F83"/>
                </a:solidFill>
                <a:latin typeface="Arial"/>
                <a:ea typeface="Arial"/>
                <a:cs typeface="Arial"/>
              </a:defRPr>
            </a:lvl9pPr>
          </a:lstStyle>
          <a:p xmlns:a="http://schemas.openxmlformats.org/drawingml/2006/main">
            <a:pPr>
              <a:defRPr sz="1650" b="0">
                <a:solidFill>
                  <a:srgbClr val="007F83"/>
                </a:solidFill>
                <a:latin typeface="Arial"/>
                <a:ea typeface="Arial"/>
                <a:cs typeface="Arial"/>
              </a:defRPr>
            </a:pPr>
            <a:r>
              <a:rPr sz="1650" b="0">
                <a:solidFill>
                  <a:srgbClr val="007F83"/>
                </a:solidFill>
                <a:latin typeface="Arial"/>
                <a:ea typeface="Arial"/>
                <a:cs typeface="Arial"/>
                <a:hlinkClick xmlns:r="http://schemas.openxmlformats.org/officeDocument/2006/relationships" r:id="R426f992f716b46b7"/>
              </a:rPr>
              <a:t>S07  PPL where</a:t>
            </a:r>
          </a:p>
        </p:txBody>
      </p:sp>
      <p:sp>
        <p:nvSpPr>
          <p:cNvPr id="10" name="">
            <a:extLst xmlns:a="http://schemas.openxmlformats.org/drawingml/2006/main">
              <a:ext uri="{FF2B5EF4-FFF2-40B4-BE49-F238E27FC236}">
                <a16:creationId xmlns:a16="http://schemas.microsoft.com/office/drawing/2014/main" id="{5CC7F797-228A-4D39-90CB-7A482B14848E}"/>
              </a:ext>
            </a:extLst>
          </p:cNvPr>
          <p:cNvSpPr>
            <a:spLocks xmlns:a="http://schemas.openxmlformats.org/drawingml/2006/main" noGrp="1"/>
          </p:cNvSpPr>
          <p:nvPr/>
        </p:nvSpPr>
        <p:spPr>
          <a:xfrm xmlns:a="http://schemas.openxmlformats.org/drawingml/2006/main">
            <a:off x="647700" y="5476875"/>
            <a:ext cx="5143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007F83"/>
                </a:solidFill>
                <a:latin typeface="Arial"/>
                <a:ea typeface="Arial"/>
                <a:cs typeface="Arial"/>
              </a:defRPr>
            </a:defPPr>
            <a:lvl1pPr>
              <a:defRPr sz="1650" b="0">
                <a:solidFill>
                  <a:srgbClr val="007F83"/>
                </a:solidFill>
                <a:latin typeface="Arial"/>
                <a:ea typeface="Arial"/>
                <a:cs typeface="Arial"/>
              </a:defRPr>
            </a:lvl1pPr>
            <a:lvl2pPr>
              <a:defRPr sz="1650" b="0">
                <a:solidFill>
                  <a:srgbClr val="007F83"/>
                </a:solidFill>
                <a:latin typeface="Arial"/>
                <a:ea typeface="Arial"/>
                <a:cs typeface="Arial"/>
              </a:defRPr>
            </a:lvl2pPr>
            <a:lvl3pPr>
              <a:defRPr sz="1650" b="0">
                <a:solidFill>
                  <a:srgbClr val="007F83"/>
                </a:solidFill>
                <a:latin typeface="Arial"/>
                <a:ea typeface="Arial"/>
                <a:cs typeface="Arial"/>
              </a:defRPr>
            </a:lvl3pPr>
            <a:lvl4pPr>
              <a:defRPr sz="1650" b="0">
                <a:solidFill>
                  <a:srgbClr val="007F83"/>
                </a:solidFill>
                <a:latin typeface="Arial"/>
                <a:ea typeface="Arial"/>
                <a:cs typeface="Arial"/>
              </a:defRPr>
            </a:lvl4pPr>
            <a:lvl5pPr>
              <a:defRPr sz="1650" b="0">
                <a:solidFill>
                  <a:srgbClr val="007F83"/>
                </a:solidFill>
                <a:latin typeface="Arial"/>
                <a:ea typeface="Arial"/>
                <a:cs typeface="Arial"/>
              </a:defRPr>
            </a:lvl5pPr>
            <a:lvl6pPr>
              <a:defRPr sz="1650" b="0">
                <a:solidFill>
                  <a:srgbClr val="007F83"/>
                </a:solidFill>
                <a:latin typeface="Arial"/>
                <a:ea typeface="Arial"/>
                <a:cs typeface="Arial"/>
              </a:defRPr>
            </a:lvl6pPr>
            <a:lvl7pPr>
              <a:defRPr sz="1650" b="0">
                <a:solidFill>
                  <a:srgbClr val="007F83"/>
                </a:solidFill>
                <a:latin typeface="Arial"/>
                <a:ea typeface="Arial"/>
                <a:cs typeface="Arial"/>
              </a:defRPr>
            </a:lvl7pPr>
            <a:lvl8pPr>
              <a:defRPr sz="1650" b="0">
                <a:solidFill>
                  <a:srgbClr val="007F83"/>
                </a:solidFill>
                <a:latin typeface="Arial"/>
                <a:ea typeface="Arial"/>
                <a:cs typeface="Arial"/>
              </a:defRPr>
            </a:lvl8pPr>
            <a:lvl9pPr>
              <a:defRPr sz="1650" b="0">
                <a:solidFill>
                  <a:srgbClr val="007F83"/>
                </a:solidFill>
                <a:latin typeface="Arial"/>
                <a:ea typeface="Arial"/>
                <a:cs typeface="Arial"/>
              </a:defRPr>
            </a:lvl9pPr>
          </a:lstStyle>
          <a:p xmlns:a="http://schemas.openxmlformats.org/drawingml/2006/main">
            <a:pPr>
              <a:defRPr sz="1650" b="0">
                <a:solidFill>
                  <a:srgbClr val="007F83"/>
                </a:solidFill>
                <a:latin typeface="Arial"/>
                <a:ea typeface="Arial"/>
                <a:cs typeface="Arial"/>
              </a:defRPr>
            </a:pPr>
            <a:r>
              <a:rPr sz="1650" b="0">
                <a:solidFill>
                  <a:srgbClr val="007F83"/>
                </a:solidFill>
                <a:latin typeface="Arial"/>
                <a:ea typeface="Arial"/>
                <a:cs typeface="Arial"/>
                <a:hlinkClick xmlns:r="http://schemas.openxmlformats.org/officeDocument/2006/relationships" r:id="Re8b89a85c8f0452e"/>
              </a:rPr>
              <a:t>S08  Search API</a:t>
            </a:r>
          </a:p>
        </p:txBody>
      </p:sp>
      <p:sp>
        <p:nvSpPr>
          <p:cNvPr id="11" name="">
            <a:extLst xmlns:a="http://schemas.openxmlformats.org/drawingml/2006/main">
              <a:ext uri="{FF2B5EF4-FFF2-40B4-BE49-F238E27FC236}">
                <a16:creationId xmlns:a16="http://schemas.microsoft.com/office/drawing/2014/main" id="{93D88E1B-01BC-4C52-99E2-B42D93A2C267}"/>
              </a:ext>
            </a:extLst>
          </p:cNvPr>
          <p:cNvSpPr>
            <a:spLocks xmlns:a="http://schemas.openxmlformats.org/drawingml/2006/main" noGrp="1"/>
          </p:cNvSpPr>
          <p:nvPr/>
        </p:nvSpPr>
        <p:spPr>
          <a:xfrm xmlns:a="http://schemas.openxmlformats.org/drawingml/2006/main">
            <a:off x="6400800" y="2009775"/>
            <a:ext cx="5143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007F83"/>
                </a:solidFill>
                <a:latin typeface="Arial"/>
                <a:ea typeface="Arial"/>
                <a:cs typeface="Arial"/>
              </a:defRPr>
            </a:defPPr>
            <a:lvl1pPr>
              <a:defRPr sz="1650" b="0">
                <a:solidFill>
                  <a:srgbClr val="007F83"/>
                </a:solidFill>
                <a:latin typeface="Arial"/>
                <a:ea typeface="Arial"/>
                <a:cs typeface="Arial"/>
              </a:defRPr>
            </a:lvl1pPr>
            <a:lvl2pPr>
              <a:defRPr sz="1650" b="0">
                <a:solidFill>
                  <a:srgbClr val="007F83"/>
                </a:solidFill>
                <a:latin typeface="Arial"/>
                <a:ea typeface="Arial"/>
                <a:cs typeface="Arial"/>
              </a:defRPr>
            </a:lvl2pPr>
            <a:lvl3pPr>
              <a:defRPr sz="1650" b="0">
                <a:solidFill>
                  <a:srgbClr val="007F83"/>
                </a:solidFill>
                <a:latin typeface="Arial"/>
                <a:ea typeface="Arial"/>
                <a:cs typeface="Arial"/>
              </a:defRPr>
            </a:lvl3pPr>
            <a:lvl4pPr>
              <a:defRPr sz="1650" b="0">
                <a:solidFill>
                  <a:srgbClr val="007F83"/>
                </a:solidFill>
                <a:latin typeface="Arial"/>
                <a:ea typeface="Arial"/>
                <a:cs typeface="Arial"/>
              </a:defRPr>
            </a:lvl4pPr>
            <a:lvl5pPr>
              <a:defRPr sz="1650" b="0">
                <a:solidFill>
                  <a:srgbClr val="007F83"/>
                </a:solidFill>
                <a:latin typeface="Arial"/>
                <a:ea typeface="Arial"/>
                <a:cs typeface="Arial"/>
              </a:defRPr>
            </a:lvl5pPr>
            <a:lvl6pPr>
              <a:defRPr sz="1650" b="0">
                <a:solidFill>
                  <a:srgbClr val="007F83"/>
                </a:solidFill>
                <a:latin typeface="Arial"/>
                <a:ea typeface="Arial"/>
                <a:cs typeface="Arial"/>
              </a:defRPr>
            </a:lvl6pPr>
            <a:lvl7pPr>
              <a:defRPr sz="1650" b="0">
                <a:solidFill>
                  <a:srgbClr val="007F83"/>
                </a:solidFill>
                <a:latin typeface="Arial"/>
                <a:ea typeface="Arial"/>
                <a:cs typeface="Arial"/>
              </a:defRPr>
            </a:lvl7pPr>
            <a:lvl8pPr>
              <a:defRPr sz="1650" b="0">
                <a:solidFill>
                  <a:srgbClr val="007F83"/>
                </a:solidFill>
                <a:latin typeface="Arial"/>
                <a:ea typeface="Arial"/>
                <a:cs typeface="Arial"/>
              </a:defRPr>
            </a:lvl8pPr>
            <a:lvl9pPr>
              <a:defRPr sz="1650" b="0">
                <a:solidFill>
                  <a:srgbClr val="007F83"/>
                </a:solidFill>
                <a:latin typeface="Arial"/>
                <a:ea typeface="Arial"/>
                <a:cs typeface="Arial"/>
              </a:defRPr>
            </a:lvl9pPr>
          </a:lstStyle>
          <a:p xmlns:a="http://schemas.openxmlformats.org/drawingml/2006/main">
            <a:pPr>
              <a:defRPr sz="1650" b="0">
                <a:solidFill>
                  <a:srgbClr val="007F83"/>
                </a:solidFill>
                <a:latin typeface="Arial"/>
                <a:ea typeface="Arial"/>
                <a:cs typeface="Arial"/>
              </a:defRPr>
            </a:pPr>
            <a:r>
              <a:rPr sz="1650" b="0">
                <a:solidFill>
                  <a:srgbClr val="007F83"/>
                </a:solidFill>
                <a:latin typeface="Arial"/>
                <a:ea typeface="Arial"/>
                <a:cs typeface="Arial"/>
                <a:hlinkClick xmlns:r="http://schemas.openxmlformats.org/officeDocument/2006/relationships" r:id="R4b4dcea9512b439b"/>
              </a:rPr>
              <a:t>S09  Terms aggregation</a:t>
            </a:r>
          </a:p>
        </p:txBody>
      </p:sp>
      <p:sp>
        <p:nvSpPr>
          <p:cNvPr id="12" name="">
            <a:extLst xmlns:a="http://schemas.openxmlformats.org/drawingml/2006/main">
              <a:ext uri="{FF2B5EF4-FFF2-40B4-BE49-F238E27FC236}">
                <a16:creationId xmlns:a16="http://schemas.microsoft.com/office/drawing/2014/main" id="{2B75D155-6CCA-4C95-AF7D-0D58A40874EF}"/>
              </a:ext>
            </a:extLst>
          </p:cNvPr>
          <p:cNvSpPr>
            <a:spLocks xmlns:a="http://schemas.openxmlformats.org/drawingml/2006/main" noGrp="1"/>
          </p:cNvSpPr>
          <p:nvPr/>
        </p:nvSpPr>
        <p:spPr>
          <a:xfrm xmlns:a="http://schemas.openxmlformats.org/drawingml/2006/main">
            <a:off x="6400800" y="2505075"/>
            <a:ext cx="5143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007F83"/>
                </a:solidFill>
                <a:latin typeface="Arial"/>
                <a:ea typeface="Arial"/>
                <a:cs typeface="Arial"/>
              </a:defRPr>
            </a:defPPr>
            <a:lvl1pPr>
              <a:defRPr sz="1650" b="0">
                <a:solidFill>
                  <a:srgbClr val="007F83"/>
                </a:solidFill>
                <a:latin typeface="Arial"/>
                <a:ea typeface="Arial"/>
                <a:cs typeface="Arial"/>
              </a:defRPr>
            </a:lvl1pPr>
            <a:lvl2pPr>
              <a:defRPr sz="1650" b="0">
                <a:solidFill>
                  <a:srgbClr val="007F83"/>
                </a:solidFill>
                <a:latin typeface="Arial"/>
                <a:ea typeface="Arial"/>
                <a:cs typeface="Arial"/>
              </a:defRPr>
            </a:lvl2pPr>
            <a:lvl3pPr>
              <a:defRPr sz="1650" b="0">
                <a:solidFill>
                  <a:srgbClr val="007F83"/>
                </a:solidFill>
                <a:latin typeface="Arial"/>
                <a:ea typeface="Arial"/>
                <a:cs typeface="Arial"/>
              </a:defRPr>
            </a:lvl3pPr>
            <a:lvl4pPr>
              <a:defRPr sz="1650" b="0">
                <a:solidFill>
                  <a:srgbClr val="007F83"/>
                </a:solidFill>
                <a:latin typeface="Arial"/>
                <a:ea typeface="Arial"/>
                <a:cs typeface="Arial"/>
              </a:defRPr>
            </a:lvl4pPr>
            <a:lvl5pPr>
              <a:defRPr sz="1650" b="0">
                <a:solidFill>
                  <a:srgbClr val="007F83"/>
                </a:solidFill>
                <a:latin typeface="Arial"/>
                <a:ea typeface="Arial"/>
                <a:cs typeface="Arial"/>
              </a:defRPr>
            </a:lvl5pPr>
            <a:lvl6pPr>
              <a:defRPr sz="1650" b="0">
                <a:solidFill>
                  <a:srgbClr val="007F83"/>
                </a:solidFill>
                <a:latin typeface="Arial"/>
                <a:ea typeface="Arial"/>
                <a:cs typeface="Arial"/>
              </a:defRPr>
            </a:lvl6pPr>
            <a:lvl7pPr>
              <a:defRPr sz="1650" b="0">
                <a:solidFill>
                  <a:srgbClr val="007F83"/>
                </a:solidFill>
                <a:latin typeface="Arial"/>
                <a:ea typeface="Arial"/>
                <a:cs typeface="Arial"/>
              </a:defRPr>
            </a:lvl7pPr>
            <a:lvl8pPr>
              <a:defRPr sz="1650" b="0">
                <a:solidFill>
                  <a:srgbClr val="007F83"/>
                </a:solidFill>
                <a:latin typeface="Arial"/>
                <a:ea typeface="Arial"/>
                <a:cs typeface="Arial"/>
              </a:defRPr>
            </a:lvl8pPr>
            <a:lvl9pPr>
              <a:defRPr sz="1650" b="0">
                <a:solidFill>
                  <a:srgbClr val="007F83"/>
                </a:solidFill>
                <a:latin typeface="Arial"/>
                <a:ea typeface="Arial"/>
                <a:cs typeface="Arial"/>
              </a:defRPr>
            </a:lvl9pPr>
          </a:lstStyle>
          <a:p xmlns:a="http://schemas.openxmlformats.org/drawingml/2006/main">
            <a:pPr>
              <a:defRPr sz="1650" b="0">
                <a:solidFill>
                  <a:srgbClr val="007F83"/>
                </a:solidFill>
                <a:latin typeface="Arial"/>
                <a:ea typeface="Arial"/>
                <a:cs typeface="Arial"/>
              </a:defRPr>
            </a:pPr>
            <a:r>
              <a:rPr sz="1650" b="0">
                <a:solidFill>
                  <a:srgbClr val="007F83"/>
                </a:solidFill>
                <a:latin typeface="Arial"/>
                <a:ea typeface="Arial"/>
                <a:cs typeface="Arial"/>
                <a:hlinkClick xmlns:r="http://schemas.openxmlformats.org/officeDocument/2006/relationships" r:id="R17f45de60c704855"/>
              </a:rPr>
              <a:t>S10  Wildcard query</a:t>
            </a:r>
          </a:p>
        </p:txBody>
      </p:sp>
      <p:sp>
        <p:nvSpPr>
          <p:cNvPr id="13" name="">
            <a:extLst xmlns:a="http://schemas.openxmlformats.org/drawingml/2006/main">
              <a:ext uri="{FF2B5EF4-FFF2-40B4-BE49-F238E27FC236}">
                <a16:creationId xmlns:a16="http://schemas.microsoft.com/office/drawing/2014/main" id="{D03EA694-C237-4181-9E57-47FCF99F09EA}"/>
              </a:ext>
            </a:extLst>
          </p:cNvPr>
          <p:cNvSpPr>
            <a:spLocks xmlns:a="http://schemas.openxmlformats.org/drawingml/2006/main" noGrp="1"/>
          </p:cNvSpPr>
          <p:nvPr/>
        </p:nvSpPr>
        <p:spPr>
          <a:xfrm xmlns:a="http://schemas.openxmlformats.org/drawingml/2006/main">
            <a:off x="6400800" y="3000375"/>
            <a:ext cx="5143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007F83"/>
                </a:solidFill>
                <a:latin typeface="Arial"/>
                <a:ea typeface="Arial"/>
                <a:cs typeface="Arial"/>
              </a:defRPr>
            </a:defPPr>
            <a:lvl1pPr>
              <a:defRPr sz="1650" b="0">
                <a:solidFill>
                  <a:srgbClr val="007F83"/>
                </a:solidFill>
                <a:latin typeface="Arial"/>
                <a:ea typeface="Arial"/>
                <a:cs typeface="Arial"/>
              </a:defRPr>
            </a:lvl1pPr>
            <a:lvl2pPr>
              <a:defRPr sz="1650" b="0">
                <a:solidFill>
                  <a:srgbClr val="007F83"/>
                </a:solidFill>
                <a:latin typeface="Arial"/>
                <a:ea typeface="Arial"/>
                <a:cs typeface="Arial"/>
              </a:defRPr>
            </a:lvl2pPr>
            <a:lvl3pPr>
              <a:defRPr sz="1650" b="0">
                <a:solidFill>
                  <a:srgbClr val="007F83"/>
                </a:solidFill>
                <a:latin typeface="Arial"/>
                <a:ea typeface="Arial"/>
                <a:cs typeface="Arial"/>
              </a:defRPr>
            </a:lvl3pPr>
            <a:lvl4pPr>
              <a:defRPr sz="1650" b="0">
                <a:solidFill>
                  <a:srgbClr val="007F83"/>
                </a:solidFill>
                <a:latin typeface="Arial"/>
                <a:ea typeface="Arial"/>
                <a:cs typeface="Arial"/>
              </a:defRPr>
            </a:lvl4pPr>
            <a:lvl5pPr>
              <a:defRPr sz="1650" b="0">
                <a:solidFill>
                  <a:srgbClr val="007F83"/>
                </a:solidFill>
                <a:latin typeface="Arial"/>
                <a:ea typeface="Arial"/>
                <a:cs typeface="Arial"/>
              </a:defRPr>
            </a:lvl5pPr>
            <a:lvl6pPr>
              <a:defRPr sz="1650" b="0">
                <a:solidFill>
                  <a:srgbClr val="007F83"/>
                </a:solidFill>
                <a:latin typeface="Arial"/>
                <a:ea typeface="Arial"/>
                <a:cs typeface="Arial"/>
              </a:defRPr>
            </a:lvl6pPr>
            <a:lvl7pPr>
              <a:defRPr sz="1650" b="0">
                <a:solidFill>
                  <a:srgbClr val="007F83"/>
                </a:solidFill>
                <a:latin typeface="Arial"/>
                <a:ea typeface="Arial"/>
                <a:cs typeface="Arial"/>
              </a:defRPr>
            </a:lvl7pPr>
            <a:lvl8pPr>
              <a:defRPr sz="1650" b="0">
                <a:solidFill>
                  <a:srgbClr val="007F83"/>
                </a:solidFill>
                <a:latin typeface="Arial"/>
                <a:ea typeface="Arial"/>
                <a:cs typeface="Arial"/>
              </a:defRPr>
            </a:lvl8pPr>
            <a:lvl9pPr>
              <a:defRPr sz="1650" b="0">
                <a:solidFill>
                  <a:srgbClr val="007F83"/>
                </a:solidFill>
                <a:latin typeface="Arial"/>
                <a:ea typeface="Arial"/>
                <a:cs typeface="Arial"/>
              </a:defRPr>
            </a:lvl9pPr>
          </a:lstStyle>
          <a:p xmlns:a="http://schemas.openxmlformats.org/drawingml/2006/main">
            <a:pPr>
              <a:defRPr sz="1650" b="0">
                <a:solidFill>
                  <a:srgbClr val="007F83"/>
                </a:solidFill>
                <a:latin typeface="Arial"/>
                <a:ea typeface="Arial"/>
                <a:cs typeface="Arial"/>
              </a:defRPr>
            </a:pPr>
            <a:r>
              <a:rPr sz="1650" b="0">
                <a:solidFill>
                  <a:srgbClr val="007F83"/>
                </a:solidFill>
                <a:latin typeface="Arial"/>
                <a:ea typeface="Arial"/>
                <a:cs typeface="Arial"/>
                <a:hlinkClick xmlns:r="http://schemas.openxmlformats.org/officeDocument/2006/relationships" r:id="Rf533978a5b55474a"/>
              </a:rPr>
              <a:t>S11  Point in Time</a:t>
            </a:r>
          </a:p>
        </p:txBody>
      </p:sp>
      <p:sp>
        <p:nvSpPr>
          <p:cNvPr id="14" name="">
            <a:extLst xmlns:a="http://schemas.openxmlformats.org/drawingml/2006/main">
              <a:ext uri="{FF2B5EF4-FFF2-40B4-BE49-F238E27FC236}">
                <a16:creationId xmlns:a16="http://schemas.microsoft.com/office/drawing/2014/main" id="{7D8C57D0-5E23-4FBC-8D02-4D051BAEF8F8}"/>
              </a:ext>
            </a:extLst>
          </p:cNvPr>
          <p:cNvSpPr>
            <a:spLocks xmlns:a="http://schemas.openxmlformats.org/drawingml/2006/main" noGrp="1"/>
          </p:cNvSpPr>
          <p:nvPr/>
        </p:nvSpPr>
        <p:spPr>
          <a:xfrm xmlns:a="http://schemas.openxmlformats.org/drawingml/2006/main">
            <a:off x="6400800" y="3495675"/>
            <a:ext cx="5143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007F83"/>
                </a:solidFill>
                <a:latin typeface="Arial"/>
                <a:ea typeface="Arial"/>
                <a:cs typeface="Arial"/>
              </a:defRPr>
            </a:defPPr>
            <a:lvl1pPr>
              <a:defRPr sz="1650" b="0">
                <a:solidFill>
                  <a:srgbClr val="007F83"/>
                </a:solidFill>
                <a:latin typeface="Arial"/>
                <a:ea typeface="Arial"/>
                <a:cs typeface="Arial"/>
              </a:defRPr>
            </a:lvl1pPr>
            <a:lvl2pPr>
              <a:defRPr sz="1650" b="0">
                <a:solidFill>
                  <a:srgbClr val="007F83"/>
                </a:solidFill>
                <a:latin typeface="Arial"/>
                <a:ea typeface="Arial"/>
                <a:cs typeface="Arial"/>
              </a:defRPr>
            </a:lvl2pPr>
            <a:lvl3pPr>
              <a:defRPr sz="1650" b="0">
                <a:solidFill>
                  <a:srgbClr val="007F83"/>
                </a:solidFill>
                <a:latin typeface="Arial"/>
                <a:ea typeface="Arial"/>
                <a:cs typeface="Arial"/>
              </a:defRPr>
            </a:lvl3pPr>
            <a:lvl4pPr>
              <a:defRPr sz="1650" b="0">
                <a:solidFill>
                  <a:srgbClr val="007F83"/>
                </a:solidFill>
                <a:latin typeface="Arial"/>
                <a:ea typeface="Arial"/>
                <a:cs typeface="Arial"/>
              </a:defRPr>
            </a:lvl4pPr>
            <a:lvl5pPr>
              <a:defRPr sz="1650" b="0">
                <a:solidFill>
                  <a:srgbClr val="007F83"/>
                </a:solidFill>
                <a:latin typeface="Arial"/>
                <a:ea typeface="Arial"/>
                <a:cs typeface="Arial"/>
              </a:defRPr>
            </a:lvl5pPr>
            <a:lvl6pPr>
              <a:defRPr sz="1650" b="0">
                <a:solidFill>
                  <a:srgbClr val="007F83"/>
                </a:solidFill>
                <a:latin typeface="Arial"/>
                <a:ea typeface="Arial"/>
                <a:cs typeface="Arial"/>
              </a:defRPr>
            </a:lvl6pPr>
            <a:lvl7pPr>
              <a:defRPr sz="1650" b="0">
                <a:solidFill>
                  <a:srgbClr val="007F83"/>
                </a:solidFill>
                <a:latin typeface="Arial"/>
                <a:ea typeface="Arial"/>
                <a:cs typeface="Arial"/>
              </a:defRPr>
            </a:lvl7pPr>
            <a:lvl8pPr>
              <a:defRPr sz="1650" b="0">
                <a:solidFill>
                  <a:srgbClr val="007F83"/>
                </a:solidFill>
                <a:latin typeface="Arial"/>
                <a:ea typeface="Arial"/>
                <a:cs typeface="Arial"/>
              </a:defRPr>
            </a:lvl8pPr>
            <a:lvl9pPr>
              <a:defRPr sz="1650" b="0">
                <a:solidFill>
                  <a:srgbClr val="007F83"/>
                </a:solidFill>
                <a:latin typeface="Arial"/>
                <a:ea typeface="Arial"/>
                <a:cs typeface="Arial"/>
              </a:defRPr>
            </a:lvl9pPr>
          </a:lstStyle>
          <a:p xmlns:a="http://schemas.openxmlformats.org/drawingml/2006/main">
            <a:pPr>
              <a:defRPr sz="1650" b="0">
                <a:solidFill>
                  <a:srgbClr val="007F83"/>
                </a:solidFill>
                <a:latin typeface="Arial"/>
                <a:ea typeface="Arial"/>
                <a:cs typeface="Arial"/>
              </a:defRPr>
            </a:pPr>
            <a:r>
              <a:rPr sz="1650" b="0">
                <a:solidFill>
                  <a:srgbClr val="007F83"/>
                </a:solidFill>
                <a:latin typeface="Arial"/>
                <a:ea typeface="Arial"/>
                <a:cs typeface="Arial"/>
                <a:hlinkClick xmlns:r="http://schemas.openxmlformats.org/officeDocument/2006/relationships" r:id="R293e8833efc24d49"/>
              </a:rPr>
              <a:t>S12  Mapping explosion</a:t>
            </a:r>
          </a:p>
        </p:txBody>
      </p:sp>
      <p:sp>
        <p:nvSpPr>
          <p:cNvPr id="15" name="">
            <a:extLst xmlns:a="http://schemas.openxmlformats.org/drawingml/2006/main">
              <a:ext uri="{FF2B5EF4-FFF2-40B4-BE49-F238E27FC236}">
                <a16:creationId xmlns:a16="http://schemas.microsoft.com/office/drawing/2014/main" id="{6C9EC75C-4A37-4997-84C9-1659FEE0CC7B}"/>
              </a:ext>
            </a:extLst>
          </p:cNvPr>
          <p:cNvSpPr>
            <a:spLocks xmlns:a="http://schemas.openxmlformats.org/drawingml/2006/main" noGrp="1"/>
          </p:cNvSpPr>
          <p:nvPr/>
        </p:nvSpPr>
        <p:spPr>
          <a:xfrm xmlns:a="http://schemas.openxmlformats.org/drawingml/2006/main">
            <a:off x="6400800" y="3990975"/>
            <a:ext cx="5143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007F83"/>
                </a:solidFill>
                <a:latin typeface="Arial"/>
                <a:ea typeface="Arial"/>
                <a:cs typeface="Arial"/>
              </a:defRPr>
            </a:defPPr>
            <a:lvl1pPr>
              <a:defRPr sz="1650" b="0">
                <a:solidFill>
                  <a:srgbClr val="007F83"/>
                </a:solidFill>
                <a:latin typeface="Arial"/>
                <a:ea typeface="Arial"/>
                <a:cs typeface="Arial"/>
              </a:defRPr>
            </a:lvl1pPr>
            <a:lvl2pPr>
              <a:defRPr sz="1650" b="0">
                <a:solidFill>
                  <a:srgbClr val="007F83"/>
                </a:solidFill>
                <a:latin typeface="Arial"/>
                <a:ea typeface="Arial"/>
                <a:cs typeface="Arial"/>
              </a:defRPr>
            </a:lvl2pPr>
            <a:lvl3pPr>
              <a:defRPr sz="1650" b="0">
                <a:solidFill>
                  <a:srgbClr val="007F83"/>
                </a:solidFill>
                <a:latin typeface="Arial"/>
                <a:ea typeface="Arial"/>
                <a:cs typeface="Arial"/>
              </a:defRPr>
            </a:lvl3pPr>
            <a:lvl4pPr>
              <a:defRPr sz="1650" b="0">
                <a:solidFill>
                  <a:srgbClr val="007F83"/>
                </a:solidFill>
                <a:latin typeface="Arial"/>
                <a:ea typeface="Arial"/>
                <a:cs typeface="Arial"/>
              </a:defRPr>
            </a:lvl4pPr>
            <a:lvl5pPr>
              <a:defRPr sz="1650" b="0">
                <a:solidFill>
                  <a:srgbClr val="007F83"/>
                </a:solidFill>
                <a:latin typeface="Arial"/>
                <a:ea typeface="Arial"/>
                <a:cs typeface="Arial"/>
              </a:defRPr>
            </a:lvl5pPr>
            <a:lvl6pPr>
              <a:defRPr sz="1650" b="0">
                <a:solidFill>
                  <a:srgbClr val="007F83"/>
                </a:solidFill>
                <a:latin typeface="Arial"/>
                <a:ea typeface="Arial"/>
                <a:cs typeface="Arial"/>
              </a:defRPr>
            </a:lvl6pPr>
            <a:lvl7pPr>
              <a:defRPr sz="1650" b="0">
                <a:solidFill>
                  <a:srgbClr val="007F83"/>
                </a:solidFill>
                <a:latin typeface="Arial"/>
                <a:ea typeface="Arial"/>
                <a:cs typeface="Arial"/>
              </a:defRPr>
            </a:lvl7pPr>
            <a:lvl8pPr>
              <a:defRPr sz="1650" b="0">
                <a:solidFill>
                  <a:srgbClr val="007F83"/>
                </a:solidFill>
                <a:latin typeface="Arial"/>
                <a:ea typeface="Arial"/>
                <a:cs typeface="Arial"/>
              </a:defRPr>
            </a:lvl8pPr>
            <a:lvl9pPr>
              <a:defRPr sz="1650" b="0">
                <a:solidFill>
                  <a:srgbClr val="007F83"/>
                </a:solidFill>
                <a:latin typeface="Arial"/>
                <a:ea typeface="Arial"/>
                <a:cs typeface="Arial"/>
              </a:defRPr>
            </a:lvl9pPr>
          </a:lstStyle>
          <a:p xmlns:a="http://schemas.openxmlformats.org/drawingml/2006/main">
            <a:pPr>
              <a:defRPr sz="1650" b="0">
                <a:solidFill>
                  <a:srgbClr val="007F83"/>
                </a:solidFill>
                <a:latin typeface="Arial"/>
                <a:ea typeface="Arial"/>
                <a:cs typeface="Arial"/>
              </a:defRPr>
            </a:pPr>
            <a:r>
              <a:rPr sz="1650" b="0">
                <a:solidFill>
                  <a:srgbClr val="007F83"/>
                </a:solidFill>
                <a:latin typeface="Arial"/>
                <a:ea typeface="Arial"/>
                <a:cs typeface="Arial"/>
                <a:hlinkClick xmlns:r="http://schemas.openxmlformats.org/officeDocument/2006/relationships" r:id="R487b9acc67ea436f"/>
              </a:rPr>
              <a:t>S13  Data streams</a:t>
            </a:r>
          </a:p>
        </p:txBody>
      </p:sp>
      <p:sp>
        <p:nvSpPr>
          <p:cNvPr id="16" name="">
            <a:extLst xmlns:a="http://schemas.openxmlformats.org/drawingml/2006/main">
              <a:ext uri="{FF2B5EF4-FFF2-40B4-BE49-F238E27FC236}">
                <a16:creationId xmlns:a16="http://schemas.microsoft.com/office/drawing/2014/main" id="{316B4BEE-8660-484E-BD54-80AC69479895}"/>
              </a:ext>
            </a:extLst>
          </p:cNvPr>
          <p:cNvSpPr>
            <a:spLocks xmlns:a="http://schemas.openxmlformats.org/drawingml/2006/main" noGrp="1"/>
          </p:cNvSpPr>
          <p:nvPr/>
        </p:nvSpPr>
        <p:spPr>
          <a:xfrm xmlns:a="http://schemas.openxmlformats.org/drawingml/2006/main">
            <a:off x="6400800" y="4486275"/>
            <a:ext cx="5143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007F83"/>
                </a:solidFill>
                <a:latin typeface="Arial"/>
                <a:ea typeface="Arial"/>
                <a:cs typeface="Arial"/>
              </a:defRPr>
            </a:defPPr>
            <a:lvl1pPr>
              <a:defRPr sz="1650" b="0">
                <a:solidFill>
                  <a:srgbClr val="007F83"/>
                </a:solidFill>
                <a:latin typeface="Arial"/>
                <a:ea typeface="Arial"/>
                <a:cs typeface="Arial"/>
              </a:defRPr>
            </a:lvl1pPr>
            <a:lvl2pPr>
              <a:defRPr sz="1650" b="0">
                <a:solidFill>
                  <a:srgbClr val="007F83"/>
                </a:solidFill>
                <a:latin typeface="Arial"/>
                <a:ea typeface="Arial"/>
                <a:cs typeface="Arial"/>
              </a:defRPr>
            </a:lvl2pPr>
            <a:lvl3pPr>
              <a:defRPr sz="1650" b="0">
                <a:solidFill>
                  <a:srgbClr val="007F83"/>
                </a:solidFill>
                <a:latin typeface="Arial"/>
                <a:ea typeface="Arial"/>
                <a:cs typeface="Arial"/>
              </a:defRPr>
            </a:lvl3pPr>
            <a:lvl4pPr>
              <a:defRPr sz="1650" b="0">
                <a:solidFill>
                  <a:srgbClr val="007F83"/>
                </a:solidFill>
                <a:latin typeface="Arial"/>
                <a:ea typeface="Arial"/>
                <a:cs typeface="Arial"/>
              </a:defRPr>
            </a:lvl4pPr>
            <a:lvl5pPr>
              <a:defRPr sz="1650" b="0">
                <a:solidFill>
                  <a:srgbClr val="007F83"/>
                </a:solidFill>
                <a:latin typeface="Arial"/>
                <a:ea typeface="Arial"/>
                <a:cs typeface="Arial"/>
              </a:defRPr>
            </a:lvl5pPr>
            <a:lvl6pPr>
              <a:defRPr sz="1650" b="0">
                <a:solidFill>
                  <a:srgbClr val="007F83"/>
                </a:solidFill>
                <a:latin typeface="Arial"/>
                <a:ea typeface="Arial"/>
                <a:cs typeface="Arial"/>
              </a:defRPr>
            </a:lvl6pPr>
            <a:lvl7pPr>
              <a:defRPr sz="1650" b="0">
                <a:solidFill>
                  <a:srgbClr val="007F83"/>
                </a:solidFill>
                <a:latin typeface="Arial"/>
                <a:ea typeface="Arial"/>
                <a:cs typeface="Arial"/>
              </a:defRPr>
            </a:lvl7pPr>
            <a:lvl8pPr>
              <a:defRPr sz="1650" b="0">
                <a:solidFill>
                  <a:srgbClr val="007F83"/>
                </a:solidFill>
                <a:latin typeface="Arial"/>
                <a:ea typeface="Arial"/>
                <a:cs typeface="Arial"/>
              </a:defRPr>
            </a:lvl8pPr>
            <a:lvl9pPr>
              <a:defRPr sz="1650" b="0">
                <a:solidFill>
                  <a:srgbClr val="007F83"/>
                </a:solidFill>
                <a:latin typeface="Arial"/>
                <a:ea typeface="Arial"/>
                <a:cs typeface="Arial"/>
              </a:defRPr>
            </a:lvl9pPr>
          </a:lstStyle>
          <a:p xmlns:a="http://schemas.openxmlformats.org/drawingml/2006/main">
            <a:pPr>
              <a:defRPr sz="1650" b="0">
                <a:solidFill>
                  <a:srgbClr val="007F83"/>
                </a:solidFill>
                <a:latin typeface="Arial"/>
                <a:ea typeface="Arial"/>
                <a:cs typeface="Arial"/>
              </a:defRPr>
            </a:pPr>
            <a:r>
              <a:rPr sz="1650" b="0">
                <a:solidFill>
                  <a:srgbClr val="007F83"/>
                </a:solidFill>
                <a:latin typeface="Arial"/>
                <a:ea typeface="Arial"/>
                <a:cs typeface="Arial"/>
                <a:hlinkClick xmlns:r="http://schemas.openxmlformats.org/officeDocument/2006/relationships" r:id="Recb4416474154394"/>
              </a:rPr>
              <a:t>S14  ISM supported operations</a:t>
            </a:r>
          </a:p>
        </p:txBody>
      </p:sp>
      <p:sp>
        <p:nvSpPr>
          <p:cNvPr id="17" name="">
            <a:extLst xmlns:a="http://schemas.openxmlformats.org/drawingml/2006/main">
              <a:ext uri="{FF2B5EF4-FFF2-40B4-BE49-F238E27FC236}">
                <a16:creationId xmlns:a16="http://schemas.microsoft.com/office/drawing/2014/main" id="{055FB90B-66EF-495C-BFD1-08A2C44F4FC5}"/>
              </a:ext>
            </a:extLst>
          </p:cNvPr>
          <p:cNvSpPr>
            <a:spLocks xmlns:a="http://schemas.openxmlformats.org/drawingml/2006/main" noGrp="1"/>
          </p:cNvSpPr>
          <p:nvPr/>
        </p:nvSpPr>
        <p:spPr>
          <a:xfrm xmlns:a="http://schemas.openxmlformats.org/drawingml/2006/main">
            <a:off x="6400800" y="4981575"/>
            <a:ext cx="5143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007F83"/>
                </a:solidFill>
                <a:latin typeface="Arial"/>
                <a:ea typeface="Arial"/>
                <a:cs typeface="Arial"/>
              </a:defRPr>
            </a:defPPr>
            <a:lvl1pPr>
              <a:defRPr sz="1650" b="0">
                <a:solidFill>
                  <a:srgbClr val="007F83"/>
                </a:solidFill>
                <a:latin typeface="Arial"/>
                <a:ea typeface="Arial"/>
                <a:cs typeface="Arial"/>
              </a:defRPr>
            </a:lvl1pPr>
            <a:lvl2pPr>
              <a:defRPr sz="1650" b="0">
                <a:solidFill>
                  <a:srgbClr val="007F83"/>
                </a:solidFill>
                <a:latin typeface="Arial"/>
                <a:ea typeface="Arial"/>
                <a:cs typeface="Arial"/>
              </a:defRPr>
            </a:lvl2pPr>
            <a:lvl3pPr>
              <a:defRPr sz="1650" b="0">
                <a:solidFill>
                  <a:srgbClr val="007F83"/>
                </a:solidFill>
                <a:latin typeface="Arial"/>
                <a:ea typeface="Arial"/>
                <a:cs typeface="Arial"/>
              </a:defRPr>
            </a:lvl3pPr>
            <a:lvl4pPr>
              <a:defRPr sz="1650" b="0">
                <a:solidFill>
                  <a:srgbClr val="007F83"/>
                </a:solidFill>
                <a:latin typeface="Arial"/>
                <a:ea typeface="Arial"/>
                <a:cs typeface="Arial"/>
              </a:defRPr>
            </a:lvl4pPr>
            <a:lvl5pPr>
              <a:defRPr sz="1650" b="0">
                <a:solidFill>
                  <a:srgbClr val="007F83"/>
                </a:solidFill>
                <a:latin typeface="Arial"/>
                <a:ea typeface="Arial"/>
                <a:cs typeface="Arial"/>
              </a:defRPr>
            </a:lvl5pPr>
            <a:lvl6pPr>
              <a:defRPr sz="1650" b="0">
                <a:solidFill>
                  <a:srgbClr val="007F83"/>
                </a:solidFill>
                <a:latin typeface="Arial"/>
                <a:ea typeface="Arial"/>
                <a:cs typeface="Arial"/>
              </a:defRPr>
            </a:lvl6pPr>
            <a:lvl7pPr>
              <a:defRPr sz="1650" b="0">
                <a:solidFill>
                  <a:srgbClr val="007F83"/>
                </a:solidFill>
                <a:latin typeface="Arial"/>
                <a:ea typeface="Arial"/>
                <a:cs typeface="Arial"/>
              </a:defRPr>
            </a:lvl7pPr>
            <a:lvl8pPr>
              <a:defRPr sz="1650" b="0">
                <a:solidFill>
                  <a:srgbClr val="007F83"/>
                </a:solidFill>
                <a:latin typeface="Arial"/>
                <a:ea typeface="Arial"/>
                <a:cs typeface="Arial"/>
              </a:defRPr>
            </a:lvl8pPr>
            <a:lvl9pPr>
              <a:defRPr sz="1650" b="0">
                <a:solidFill>
                  <a:srgbClr val="007F83"/>
                </a:solidFill>
                <a:latin typeface="Arial"/>
                <a:ea typeface="Arial"/>
                <a:cs typeface="Arial"/>
              </a:defRPr>
            </a:lvl9pPr>
          </a:lstStyle>
          <a:p xmlns:a="http://schemas.openxmlformats.org/drawingml/2006/main">
            <a:pPr>
              <a:defRPr sz="1650" b="0">
                <a:solidFill>
                  <a:srgbClr val="007F83"/>
                </a:solidFill>
                <a:latin typeface="Arial"/>
                <a:ea typeface="Arial"/>
                <a:cs typeface="Arial"/>
              </a:defRPr>
            </a:pPr>
            <a:r>
              <a:rPr sz="1650" b="0">
                <a:solidFill>
                  <a:srgbClr val="007F83"/>
                </a:solidFill>
                <a:latin typeface="Arial"/>
                <a:ea typeface="Arial"/>
                <a:cs typeface="Arial"/>
                <a:hlinkClick xmlns:r="http://schemas.openxmlformats.org/officeDocument/2006/relationships" r:id="R6e84f6833adc4cd7"/>
              </a:rPr>
              <a:t>S15  Amazon OpenSearch Service best practices</a:t>
            </a:r>
          </a:p>
        </p:txBody>
      </p:sp>
      <p:sp>
        <p:nvSpPr>
          <p:cNvPr id="18" name="">
            <a:extLst xmlns:a="http://schemas.openxmlformats.org/drawingml/2006/main">
              <a:ext uri="{FF2B5EF4-FFF2-40B4-BE49-F238E27FC236}">
                <a16:creationId xmlns:a16="http://schemas.microsoft.com/office/drawing/2014/main" id="{FEC237B5-22BD-4983-BBF2-5302BC38D565}"/>
              </a:ext>
            </a:extLst>
          </p:cNvPr>
          <p:cNvSpPr>
            <a:spLocks xmlns:a="http://schemas.openxmlformats.org/drawingml/2006/main" noGrp="1"/>
          </p:cNvSpPr>
          <p:nvPr/>
        </p:nvSpPr>
        <p:spPr>
          <a:xfrm xmlns:a="http://schemas.openxmlformats.org/drawingml/2006/main">
            <a:off x="6400800" y="5476875"/>
            <a:ext cx="5143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007F83"/>
                </a:solidFill>
                <a:latin typeface="Arial"/>
                <a:ea typeface="Arial"/>
                <a:cs typeface="Arial"/>
              </a:defRPr>
            </a:defPPr>
            <a:lvl1pPr>
              <a:defRPr sz="1650" b="0">
                <a:solidFill>
                  <a:srgbClr val="007F83"/>
                </a:solidFill>
                <a:latin typeface="Arial"/>
                <a:ea typeface="Arial"/>
                <a:cs typeface="Arial"/>
              </a:defRPr>
            </a:lvl1pPr>
            <a:lvl2pPr>
              <a:defRPr sz="1650" b="0">
                <a:solidFill>
                  <a:srgbClr val="007F83"/>
                </a:solidFill>
                <a:latin typeface="Arial"/>
                <a:ea typeface="Arial"/>
                <a:cs typeface="Arial"/>
              </a:defRPr>
            </a:lvl2pPr>
            <a:lvl3pPr>
              <a:defRPr sz="1650" b="0">
                <a:solidFill>
                  <a:srgbClr val="007F83"/>
                </a:solidFill>
                <a:latin typeface="Arial"/>
                <a:ea typeface="Arial"/>
                <a:cs typeface="Arial"/>
              </a:defRPr>
            </a:lvl3pPr>
            <a:lvl4pPr>
              <a:defRPr sz="1650" b="0">
                <a:solidFill>
                  <a:srgbClr val="007F83"/>
                </a:solidFill>
                <a:latin typeface="Arial"/>
                <a:ea typeface="Arial"/>
                <a:cs typeface="Arial"/>
              </a:defRPr>
            </a:lvl4pPr>
            <a:lvl5pPr>
              <a:defRPr sz="1650" b="0">
                <a:solidFill>
                  <a:srgbClr val="007F83"/>
                </a:solidFill>
                <a:latin typeface="Arial"/>
                <a:ea typeface="Arial"/>
                <a:cs typeface="Arial"/>
              </a:defRPr>
            </a:lvl5pPr>
            <a:lvl6pPr>
              <a:defRPr sz="1650" b="0">
                <a:solidFill>
                  <a:srgbClr val="007F83"/>
                </a:solidFill>
                <a:latin typeface="Arial"/>
                <a:ea typeface="Arial"/>
                <a:cs typeface="Arial"/>
              </a:defRPr>
            </a:lvl6pPr>
            <a:lvl7pPr>
              <a:defRPr sz="1650" b="0">
                <a:solidFill>
                  <a:srgbClr val="007F83"/>
                </a:solidFill>
                <a:latin typeface="Arial"/>
                <a:ea typeface="Arial"/>
                <a:cs typeface="Arial"/>
              </a:defRPr>
            </a:lvl7pPr>
            <a:lvl8pPr>
              <a:defRPr sz="1650" b="0">
                <a:solidFill>
                  <a:srgbClr val="007F83"/>
                </a:solidFill>
                <a:latin typeface="Arial"/>
                <a:ea typeface="Arial"/>
                <a:cs typeface="Arial"/>
              </a:defRPr>
            </a:lvl8pPr>
            <a:lvl9pPr>
              <a:defRPr sz="1650" b="0">
                <a:solidFill>
                  <a:srgbClr val="007F83"/>
                </a:solidFill>
                <a:latin typeface="Arial"/>
                <a:ea typeface="Arial"/>
                <a:cs typeface="Arial"/>
              </a:defRPr>
            </a:lvl9pPr>
          </a:lstStyle>
          <a:p xmlns:a="http://schemas.openxmlformats.org/drawingml/2006/main">
            <a:pPr>
              <a:defRPr sz="1650" b="0">
                <a:solidFill>
                  <a:srgbClr val="007F83"/>
                </a:solidFill>
                <a:latin typeface="Arial"/>
                <a:ea typeface="Arial"/>
                <a:cs typeface="Arial"/>
              </a:defRPr>
            </a:pPr>
            <a:r>
              <a:rPr sz="1650" b="0">
                <a:solidFill>
                  <a:srgbClr val="007F83"/>
                </a:solidFill>
                <a:latin typeface="Arial"/>
                <a:ea typeface="Arial"/>
                <a:cs typeface="Arial"/>
                <a:hlinkClick xmlns:r="http://schemas.openxmlformats.org/officeDocument/2006/relationships" r:id="Rfd2e6bd4482044d5"/>
              </a:rPr>
              <a:t>S16  OpenSearch logs ve slow logs</a:t>
            </a:r>
          </a:p>
        </p:txBody>
      </p:sp>
      <p:sp>
        <p:nvSpPr>
          <p:cNvPr id="19" name="">
            <a:extLst xmlns:a="http://schemas.openxmlformats.org/drawingml/2006/main">
              <a:ext uri="{FF2B5EF4-FFF2-40B4-BE49-F238E27FC236}">
                <a16:creationId xmlns:a16="http://schemas.microsoft.com/office/drawing/2014/main" id="{3CB23A28-3298-43D8-81DC-A1DF1E5739A4}"/>
              </a:ext>
            </a:extLst>
          </p:cNvPr>
          <p:cNvSpPr>
            <a:spLocks xmlns:a="http://schemas.openxmlformats.org/drawingml/2006/main" noGrp="1"/>
          </p:cNvSpPr>
          <p:nvPr/>
        </p:nvSpPr>
        <p:spPr>
          <a:xfrm xmlns:a="http://schemas.openxmlformats.org/drawingml/2006/main">
            <a:off x="10858500" y="6429375"/>
            <a:ext cx="714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0616A"/>
                </a:solidFill>
                <a:latin typeface="Arial"/>
                <a:ea typeface="Arial"/>
                <a:cs typeface="Arial"/>
              </a:defRPr>
            </a:defPPr>
            <a:lvl1pPr>
              <a:defRPr sz="1200" b="0">
                <a:solidFill>
                  <a:srgbClr val="50616A"/>
                </a:solidFill>
                <a:latin typeface="Arial"/>
                <a:ea typeface="Arial"/>
                <a:cs typeface="Arial"/>
              </a:defRPr>
            </a:lvl1pPr>
            <a:lvl2pPr>
              <a:defRPr sz="1200" b="0">
                <a:solidFill>
                  <a:srgbClr val="50616A"/>
                </a:solidFill>
                <a:latin typeface="Arial"/>
                <a:ea typeface="Arial"/>
                <a:cs typeface="Arial"/>
              </a:defRPr>
            </a:lvl2pPr>
            <a:lvl3pPr>
              <a:defRPr sz="1200" b="0">
                <a:solidFill>
                  <a:srgbClr val="50616A"/>
                </a:solidFill>
                <a:latin typeface="Arial"/>
                <a:ea typeface="Arial"/>
                <a:cs typeface="Arial"/>
              </a:defRPr>
            </a:lvl3pPr>
            <a:lvl4pPr>
              <a:defRPr sz="1200" b="0">
                <a:solidFill>
                  <a:srgbClr val="50616A"/>
                </a:solidFill>
                <a:latin typeface="Arial"/>
                <a:ea typeface="Arial"/>
                <a:cs typeface="Arial"/>
              </a:defRPr>
            </a:lvl4pPr>
            <a:lvl5pPr>
              <a:defRPr sz="1200" b="0">
                <a:solidFill>
                  <a:srgbClr val="50616A"/>
                </a:solidFill>
                <a:latin typeface="Arial"/>
                <a:ea typeface="Arial"/>
                <a:cs typeface="Arial"/>
              </a:defRPr>
            </a:lvl5pPr>
            <a:lvl6pPr>
              <a:defRPr sz="1200" b="0">
                <a:solidFill>
                  <a:srgbClr val="50616A"/>
                </a:solidFill>
                <a:latin typeface="Arial"/>
                <a:ea typeface="Arial"/>
                <a:cs typeface="Arial"/>
              </a:defRPr>
            </a:lvl6pPr>
            <a:lvl7pPr>
              <a:defRPr sz="1200" b="0">
                <a:solidFill>
                  <a:srgbClr val="50616A"/>
                </a:solidFill>
                <a:latin typeface="Arial"/>
                <a:ea typeface="Arial"/>
                <a:cs typeface="Arial"/>
              </a:defRPr>
            </a:lvl7pPr>
            <a:lvl8pPr>
              <a:defRPr sz="1200" b="0">
                <a:solidFill>
                  <a:srgbClr val="50616A"/>
                </a:solidFill>
                <a:latin typeface="Arial"/>
                <a:ea typeface="Arial"/>
                <a:cs typeface="Arial"/>
              </a:defRPr>
            </a:lvl8pPr>
            <a:lvl9pPr>
              <a:defRPr sz="1200" b="0">
                <a:solidFill>
                  <a:srgbClr val="50616A"/>
                </a:solidFill>
                <a:latin typeface="Arial"/>
                <a:ea typeface="Arial"/>
                <a:cs typeface="Arial"/>
              </a:defRPr>
            </a:lvl9pPr>
          </a:lstStyle>
          <a:p xmlns:a="http://schemas.openxmlformats.org/drawingml/2006/main">
            <a:pPr>
              <a:defRPr sz="1200" b="0">
                <a:solidFill>
                  <a:srgbClr val="50616A"/>
                </a:solidFill>
                <a:latin typeface="Arial"/>
                <a:ea typeface="Arial"/>
                <a:cs typeface="Arial"/>
              </a:defRPr>
            </a:pPr>
            <a:r>
              <a:rPr sz="1200" b="0">
                <a:solidFill>
                  <a:srgbClr val="50616A"/>
                </a:solidFill>
                <a:latin typeface="Arial"/>
                <a:ea typeface="Arial"/>
                <a:cs typeface="Arial"/>
              </a:rPr>
              <a:t>25 / 26</a:t>
            </a:r>
          </a:p>
        </p:txBody>
      </p:sp>
    </p:spTree>
    <p:extLst>
      <p:ext uri="{BB962C8B-B14F-4D97-AF65-F5344CB8AC3E}">
        <p14:creationId xmlns:p14="http://schemas.microsoft.com/office/powerpoint/2010/main" val="783863068"/>
      </p:ext>
    </p:extLst>
  </p:cSld>
</p:sld>
</file>

<file path=ppt/slides/slide26.xml><?xml version="1.0" encoding="utf-8"?>
<p:sld xmlns:p="http://schemas.openxmlformats.org/presentationml/2006/main">
  <p:cSld>
    <p:bg>
      <p:bgPr>
        <a:solidFill xmlns:a="http://schemas.openxmlformats.org/drawingml/2006/main">
          <a:srgbClr val="F5F4F0"/>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35FD96E1-2D48-48B5-8BE7-FBE98508E3FA}"/>
              </a:ext>
            </a:extLst>
          </p:cNvPr>
          <p:cNvSpPr>
            <a:spLocks xmlns:a="http://schemas.openxmlformats.org/drawingml/2006/main" noGrp="1"/>
          </p:cNvSpPr>
          <p:nvPr/>
        </p:nvSpPr>
        <p:spPr>
          <a:xfrm xmlns:a="http://schemas.openxmlformats.org/drawingml/2006/main">
            <a:off x="647700" y="49530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52E3D"/>
                </a:solidFill>
                <a:latin typeface="Arial"/>
                <a:ea typeface="Arial"/>
                <a:cs typeface="Arial"/>
              </a:defRPr>
            </a:defPPr>
            <a:lvl1pPr>
              <a:defRPr sz="3300" b="1">
                <a:solidFill>
                  <a:srgbClr val="152E3D"/>
                </a:solidFill>
                <a:latin typeface="Arial"/>
                <a:ea typeface="Arial"/>
                <a:cs typeface="Arial"/>
              </a:defRPr>
            </a:lvl1pPr>
            <a:lvl2pPr>
              <a:defRPr sz="3300" b="1">
                <a:solidFill>
                  <a:srgbClr val="152E3D"/>
                </a:solidFill>
                <a:latin typeface="Arial"/>
                <a:ea typeface="Arial"/>
                <a:cs typeface="Arial"/>
              </a:defRPr>
            </a:lvl2pPr>
            <a:lvl3pPr>
              <a:defRPr sz="3300" b="1">
                <a:solidFill>
                  <a:srgbClr val="152E3D"/>
                </a:solidFill>
                <a:latin typeface="Arial"/>
                <a:ea typeface="Arial"/>
                <a:cs typeface="Arial"/>
              </a:defRPr>
            </a:lvl3pPr>
            <a:lvl4pPr>
              <a:defRPr sz="3300" b="1">
                <a:solidFill>
                  <a:srgbClr val="152E3D"/>
                </a:solidFill>
                <a:latin typeface="Arial"/>
                <a:ea typeface="Arial"/>
                <a:cs typeface="Arial"/>
              </a:defRPr>
            </a:lvl4pPr>
            <a:lvl5pPr>
              <a:defRPr sz="3300" b="1">
                <a:solidFill>
                  <a:srgbClr val="152E3D"/>
                </a:solidFill>
                <a:latin typeface="Arial"/>
                <a:ea typeface="Arial"/>
                <a:cs typeface="Arial"/>
              </a:defRPr>
            </a:lvl5pPr>
            <a:lvl6pPr>
              <a:defRPr sz="3300" b="1">
                <a:solidFill>
                  <a:srgbClr val="152E3D"/>
                </a:solidFill>
                <a:latin typeface="Arial"/>
                <a:ea typeface="Arial"/>
                <a:cs typeface="Arial"/>
              </a:defRPr>
            </a:lvl6pPr>
            <a:lvl7pPr>
              <a:defRPr sz="3300" b="1">
                <a:solidFill>
                  <a:srgbClr val="152E3D"/>
                </a:solidFill>
                <a:latin typeface="Arial"/>
                <a:ea typeface="Arial"/>
                <a:cs typeface="Arial"/>
              </a:defRPr>
            </a:lvl7pPr>
            <a:lvl8pPr>
              <a:defRPr sz="3300" b="1">
                <a:solidFill>
                  <a:srgbClr val="152E3D"/>
                </a:solidFill>
                <a:latin typeface="Arial"/>
                <a:ea typeface="Arial"/>
                <a:cs typeface="Arial"/>
              </a:defRPr>
            </a:lvl8pPr>
            <a:lvl9pPr>
              <a:defRPr sz="3300" b="1">
                <a:solidFill>
                  <a:srgbClr val="152E3D"/>
                </a:solidFill>
                <a:latin typeface="Arial"/>
                <a:ea typeface="Arial"/>
                <a:cs typeface="Arial"/>
              </a:defRPr>
            </a:lvl9pPr>
          </a:lstStyle>
          <a:p xmlns:a="http://schemas.openxmlformats.org/drawingml/2006/main">
            <a:pPr>
              <a:defRPr sz="3300" b="1">
                <a:solidFill>
                  <a:srgbClr val="152E3D"/>
                </a:solidFill>
                <a:latin typeface="Arial"/>
                <a:ea typeface="Arial"/>
                <a:cs typeface="Arial"/>
              </a:defRPr>
            </a:pPr>
            <a:r>
              <a:rPr sz="3300" b="1">
                <a:solidFill>
                  <a:srgbClr val="152E3D"/>
                </a:solidFill>
                <a:latin typeface="Arial"/>
                <a:ea typeface="Arial"/>
                <a:cs typeface="Arial"/>
              </a:rPr>
              <a:t>Ek I · Kaynakça (2/2)</a:t>
            </a:r>
          </a:p>
        </p:txBody>
      </p:sp>
      <p:sp>
        <p:nvSpPr>
          <p:cNvPr id="2" name="">
            <a:extLst xmlns:a="http://schemas.openxmlformats.org/drawingml/2006/main">
              <a:ext uri="{FF2B5EF4-FFF2-40B4-BE49-F238E27FC236}">
                <a16:creationId xmlns:a16="http://schemas.microsoft.com/office/drawing/2014/main" id="{8473EAA1-3C93-4AF4-88E6-E827638A9D28}"/>
              </a:ext>
            </a:extLst>
          </p:cNvPr>
          <p:cNvSpPr>
            <a:spLocks xmlns:a="http://schemas.openxmlformats.org/drawingml/2006/main" noGrp="1"/>
          </p:cNvSpPr>
          <p:nvPr/>
        </p:nvSpPr>
        <p:spPr>
          <a:xfrm xmlns:a="http://schemas.openxmlformats.org/drawingml/2006/main">
            <a:off x="647700" y="1304925"/>
            <a:ext cx="10896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50616A"/>
                </a:solidFill>
                <a:latin typeface="Arial"/>
                <a:ea typeface="Arial"/>
                <a:cs typeface="Arial"/>
              </a:defRPr>
            </a:defPPr>
            <a:lvl1pPr>
              <a:defRPr sz="1875" b="0">
                <a:solidFill>
                  <a:srgbClr val="50616A"/>
                </a:solidFill>
                <a:latin typeface="Arial"/>
                <a:ea typeface="Arial"/>
                <a:cs typeface="Arial"/>
              </a:defRPr>
            </a:lvl1pPr>
            <a:lvl2pPr>
              <a:defRPr sz="1875" b="0">
                <a:solidFill>
                  <a:srgbClr val="50616A"/>
                </a:solidFill>
                <a:latin typeface="Arial"/>
                <a:ea typeface="Arial"/>
                <a:cs typeface="Arial"/>
              </a:defRPr>
            </a:lvl2pPr>
            <a:lvl3pPr>
              <a:defRPr sz="1875" b="0">
                <a:solidFill>
                  <a:srgbClr val="50616A"/>
                </a:solidFill>
                <a:latin typeface="Arial"/>
                <a:ea typeface="Arial"/>
                <a:cs typeface="Arial"/>
              </a:defRPr>
            </a:lvl3pPr>
            <a:lvl4pPr>
              <a:defRPr sz="1875" b="0">
                <a:solidFill>
                  <a:srgbClr val="50616A"/>
                </a:solidFill>
                <a:latin typeface="Arial"/>
                <a:ea typeface="Arial"/>
                <a:cs typeface="Arial"/>
              </a:defRPr>
            </a:lvl4pPr>
            <a:lvl5pPr>
              <a:defRPr sz="1875" b="0">
                <a:solidFill>
                  <a:srgbClr val="50616A"/>
                </a:solidFill>
                <a:latin typeface="Arial"/>
                <a:ea typeface="Arial"/>
                <a:cs typeface="Arial"/>
              </a:defRPr>
            </a:lvl5pPr>
            <a:lvl6pPr>
              <a:defRPr sz="1875" b="0">
                <a:solidFill>
                  <a:srgbClr val="50616A"/>
                </a:solidFill>
                <a:latin typeface="Arial"/>
                <a:ea typeface="Arial"/>
                <a:cs typeface="Arial"/>
              </a:defRPr>
            </a:lvl6pPr>
            <a:lvl7pPr>
              <a:defRPr sz="1875" b="0">
                <a:solidFill>
                  <a:srgbClr val="50616A"/>
                </a:solidFill>
                <a:latin typeface="Arial"/>
                <a:ea typeface="Arial"/>
                <a:cs typeface="Arial"/>
              </a:defRPr>
            </a:lvl7pPr>
            <a:lvl8pPr>
              <a:defRPr sz="1875" b="0">
                <a:solidFill>
                  <a:srgbClr val="50616A"/>
                </a:solidFill>
                <a:latin typeface="Arial"/>
                <a:ea typeface="Arial"/>
                <a:cs typeface="Arial"/>
              </a:defRPr>
            </a:lvl8pPr>
            <a:lvl9pPr>
              <a:defRPr sz="1875" b="0">
                <a:solidFill>
                  <a:srgbClr val="50616A"/>
                </a:solidFill>
                <a:latin typeface="Arial"/>
                <a:ea typeface="Arial"/>
                <a:cs typeface="Arial"/>
              </a:defRPr>
            </a:lvl9pPr>
          </a:lstStyle>
          <a:p xmlns:a="http://schemas.openxmlformats.org/drawingml/2006/main">
            <a:pPr>
              <a:defRPr sz="1875" b="0">
                <a:solidFill>
                  <a:srgbClr val="50616A"/>
                </a:solidFill>
                <a:latin typeface="Arial"/>
                <a:ea typeface="Arial"/>
                <a:cs typeface="Arial"/>
              </a:defRPr>
            </a:pPr>
            <a:r>
              <a:rPr sz="1875" b="0">
                <a:solidFill>
                  <a:srgbClr val="50616A"/>
                </a:solidFill>
                <a:latin typeface="Arial"/>
                <a:ea typeface="Arial"/>
                <a:cs typeface="Arial"/>
              </a:rPr>
              <a:t>Birincil kaynaklar. Başlıklar tıklanabilir. Erişim: 29 Ekim 2026.</a:t>
            </a:r>
          </a:p>
        </p:txBody>
      </p:sp>
      <p:sp>
        <p:nvSpPr>
          <p:cNvPr id="3" name="">
            <a:extLst xmlns:a="http://schemas.openxmlformats.org/drawingml/2006/main">
              <a:ext uri="{FF2B5EF4-FFF2-40B4-BE49-F238E27FC236}">
                <a16:creationId xmlns:a16="http://schemas.microsoft.com/office/drawing/2014/main" id="{55D25EC5-8970-4CDC-959B-3FDD2FA8614F}"/>
              </a:ext>
            </a:extLst>
          </p:cNvPr>
          <p:cNvSpPr>
            <a:spLocks xmlns:a="http://schemas.openxmlformats.org/drawingml/2006/main" noGrp="1"/>
          </p:cNvSpPr>
          <p:nvPr/>
        </p:nvSpPr>
        <p:spPr>
          <a:xfrm xmlns:a="http://schemas.openxmlformats.org/drawingml/2006/main">
            <a:off x="647700" y="2009775"/>
            <a:ext cx="5143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007F83"/>
                </a:solidFill>
                <a:latin typeface="Arial"/>
                <a:ea typeface="Arial"/>
                <a:cs typeface="Arial"/>
              </a:defRPr>
            </a:defPPr>
            <a:lvl1pPr>
              <a:defRPr sz="1650" b="0">
                <a:solidFill>
                  <a:srgbClr val="007F83"/>
                </a:solidFill>
                <a:latin typeface="Arial"/>
                <a:ea typeface="Arial"/>
                <a:cs typeface="Arial"/>
              </a:defRPr>
            </a:lvl1pPr>
            <a:lvl2pPr>
              <a:defRPr sz="1650" b="0">
                <a:solidFill>
                  <a:srgbClr val="007F83"/>
                </a:solidFill>
                <a:latin typeface="Arial"/>
                <a:ea typeface="Arial"/>
                <a:cs typeface="Arial"/>
              </a:defRPr>
            </a:lvl2pPr>
            <a:lvl3pPr>
              <a:defRPr sz="1650" b="0">
                <a:solidFill>
                  <a:srgbClr val="007F83"/>
                </a:solidFill>
                <a:latin typeface="Arial"/>
                <a:ea typeface="Arial"/>
                <a:cs typeface="Arial"/>
              </a:defRPr>
            </a:lvl3pPr>
            <a:lvl4pPr>
              <a:defRPr sz="1650" b="0">
                <a:solidFill>
                  <a:srgbClr val="007F83"/>
                </a:solidFill>
                <a:latin typeface="Arial"/>
                <a:ea typeface="Arial"/>
                <a:cs typeface="Arial"/>
              </a:defRPr>
            </a:lvl4pPr>
            <a:lvl5pPr>
              <a:defRPr sz="1650" b="0">
                <a:solidFill>
                  <a:srgbClr val="007F83"/>
                </a:solidFill>
                <a:latin typeface="Arial"/>
                <a:ea typeface="Arial"/>
                <a:cs typeface="Arial"/>
              </a:defRPr>
            </a:lvl5pPr>
            <a:lvl6pPr>
              <a:defRPr sz="1650" b="0">
                <a:solidFill>
                  <a:srgbClr val="007F83"/>
                </a:solidFill>
                <a:latin typeface="Arial"/>
                <a:ea typeface="Arial"/>
                <a:cs typeface="Arial"/>
              </a:defRPr>
            </a:lvl6pPr>
            <a:lvl7pPr>
              <a:defRPr sz="1650" b="0">
                <a:solidFill>
                  <a:srgbClr val="007F83"/>
                </a:solidFill>
                <a:latin typeface="Arial"/>
                <a:ea typeface="Arial"/>
                <a:cs typeface="Arial"/>
              </a:defRPr>
            </a:lvl7pPr>
            <a:lvl8pPr>
              <a:defRPr sz="1650" b="0">
                <a:solidFill>
                  <a:srgbClr val="007F83"/>
                </a:solidFill>
                <a:latin typeface="Arial"/>
                <a:ea typeface="Arial"/>
                <a:cs typeface="Arial"/>
              </a:defRPr>
            </a:lvl8pPr>
            <a:lvl9pPr>
              <a:defRPr sz="1650" b="0">
                <a:solidFill>
                  <a:srgbClr val="007F83"/>
                </a:solidFill>
                <a:latin typeface="Arial"/>
                <a:ea typeface="Arial"/>
                <a:cs typeface="Arial"/>
              </a:defRPr>
            </a:lvl9pPr>
          </a:lstStyle>
          <a:p xmlns:a="http://schemas.openxmlformats.org/drawingml/2006/main">
            <a:pPr>
              <a:defRPr sz="1650" b="0">
                <a:solidFill>
                  <a:srgbClr val="007F83"/>
                </a:solidFill>
                <a:latin typeface="Arial"/>
                <a:ea typeface="Arial"/>
                <a:cs typeface="Arial"/>
              </a:defRPr>
            </a:pPr>
            <a:r>
              <a:rPr sz="1650" b="0">
                <a:solidFill>
                  <a:srgbClr val="007F83"/>
                </a:solidFill>
                <a:latin typeface="Arial"/>
                <a:ea typeface="Arial"/>
                <a:cs typeface="Arial"/>
                <a:hlinkClick xmlns:r="http://schemas.openxmlformats.org/officeDocument/2006/relationships" r:id="R2d7d220c4a134c5b"/>
              </a:rPr>
              <a:t>S17  Profile API</a:t>
            </a:r>
          </a:p>
        </p:txBody>
      </p:sp>
      <p:sp>
        <p:nvSpPr>
          <p:cNvPr id="4" name="">
            <a:extLst xmlns:a="http://schemas.openxmlformats.org/drawingml/2006/main">
              <a:ext uri="{FF2B5EF4-FFF2-40B4-BE49-F238E27FC236}">
                <a16:creationId xmlns:a16="http://schemas.microsoft.com/office/drawing/2014/main" id="{6AD116B4-2CE9-477B-9974-71F13FA2C3CB}"/>
              </a:ext>
            </a:extLst>
          </p:cNvPr>
          <p:cNvSpPr>
            <a:spLocks xmlns:a="http://schemas.openxmlformats.org/drawingml/2006/main" noGrp="1"/>
          </p:cNvSpPr>
          <p:nvPr/>
        </p:nvSpPr>
        <p:spPr>
          <a:xfrm xmlns:a="http://schemas.openxmlformats.org/drawingml/2006/main">
            <a:off x="647700" y="2505075"/>
            <a:ext cx="5143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007F83"/>
                </a:solidFill>
                <a:latin typeface="Arial"/>
                <a:ea typeface="Arial"/>
                <a:cs typeface="Arial"/>
              </a:defRPr>
            </a:defPPr>
            <a:lvl1pPr>
              <a:defRPr sz="1650" b="0">
                <a:solidFill>
                  <a:srgbClr val="007F83"/>
                </a:solidFill>
                <a:latin typeface="Arial"/>
                <a:ea typeface="Arial"/>
                <a:cs typeface="Arial"/>
              </a:defRPr>
            </a:lvl1pPr>
            <a:lvl2pPr>
              <a:defRPr sz="1650" b="0">
                <a:solidFill>
                  <a:srgbClr val="007F83"/>
                </a:solidFill>
                <a:latin typeface="Arial"/>
                <a:ea typeface="Arial"/>
                <a:cs typeface="Arial"/>
              </a:defRPr>
            </a:lvl2pPr>
            <a:lvl3pPr>
              <a:defRPr sz="1650" b="0">
                <a:solidFill>
                  <a:srgbClr val="007F83"/>
                </a:solidFill>
                <a:latin typeface="Arial"/>
                <a:ea typeface="Arial"/>
                <a:cs typeface="Arial"/>
              </a:defRPr>
            </a:lvl3pPr>
            <a:lvl4pPr>
              <a:defRPr sz="1650" b="0">
                <a:solidFill>
                  <a:srgbClr val="007F83"/>
                </a:solidFill>
                <a:latin typeface="Arial"/>
                <a:ea typeface="Arial"/>
                <a:cs typeface="Arial"/>
              </a:defRPr>
            </a:lvl4pPr>
            <a:lvl5pPr>
              <a:defRPr sz="1650" b="0">
                <a:solidFill>
                  <a:srgbClr val="007F83"/>
                </a:solidFill>
                <a:latin typeface="Arial"/>
                <a:ea typeface="Arial"/>
                <a:cs typeface="Arial"/>
              </a:defRPr>
            </a:lvl5pPr>
            <a:lvl6pPr>
              <a:defRPr sz="1650" b="0">
                <a:solidFill>
                  <a:srgbClr val="007F83"/>
                </a:solidFill>
                <a:latin typeface="Arial"/>
                <a:ea typeface="Arial"/>
                <a:cs typeface="Arial"/>
              </a:defRPr>
            </a:lvl6pPr>
            <a:lvl7pPr>
              <a:defRPr sz="1650" b="0">
                <a:solidFill>
                  <a:srgbClr val="007F83"/>
                </a:solidFill>
                <a:latin typeface="Arial"/>
                <a:ea typeface="Arial"/>
                <a:cs typeface="Arial"/>
              </a:defRPr>
            </a:lvl7pPr>
            <a:lvl8pPr>
              <a:defRPr sz="1650" b="0">
                <a:solidFill>
                  <a:srgbClr val="007F83"/>
                </a:solidFill>
                <a:latin typeface="Arial"/>
                <a:ea typeface="Arial"/>
                <a:cs typeface="Arial"/>
              </a:defRPr>
            </a:lvl8pPr>
            <a:lvl9pPr>
              <a:defRPr sz="1650" b="0">
                <a:solidFill>
                  <a:srgbClr val="007F83"/>
                </a:solidFill>
                <a:latin typeface="Arial"/>
                <a:ea typeface="Arial"/>
                <a:cs typeface="Arial"/>
              </a:defRPr>
            </a:lvl9pPr>
          </a:lstStyle>
          <a:p xmlns:a="http://schemas.openxmlformats.org/drawingml/2006/main">
            <a:pPr>
              <a:defRPr sz="1650" b="0">
                <a:solidFill>
                  <a:srgbClr val="007F83"/>
                </a:solidFill>
                <a:latin typeface="Arial"/>
                <a:ea typeface="Arial"/>
                <a:cs typeface="Arial"/>
              </a:defRPr>
            </a:pPr>
            <a:r>
              <a:rPr sz="1650" b="0">
                <a:solidFill>
                  <a:srgbClr val="007F83"/>
                </a:solidFill>
                <a:latin typeface="Arial"/>
                <a:ea typeface="Arial"/>
                <a:cs typeface="Arial"/>
                <a:hlinkClick xmlns:r="http://schemas.openxmlformats.org/officeDocument/2006/relationships" r:id="Rbde6dfc730f24654"/>
              </a:rPr>
              <a:t>S18  Data Prepper obfuscate</a:t>
            </a:r>
          </a:p>
        </p:txBody>
      </p:sp>
      <p:sp>
        <p:nvSpPr>
          <p:cNvPr id="5" name="">
            <a:extLst xmlns:a="http://schemas.openxmlformats.org/drawingml/2006/main">
              <a:ext uri="{FF2B5EF4-FFF2-40B4-BE49-F238E27FC236}">
                <a16:creationId xmlns:a16="http://schemas.microsoft.com/office/drawing/2014/main" id="{CA8682E9-16F1-43FC-91B3-CDE7F20E0A77}"/>
              </a:ext>
            </a:extLst>
          </p:cNvPr>
          <p:cNvSpPr>
            <a:spLocks xmlns:a="http://schemas.openxmlformats.org/drawingml/2006/main" noGrp="1"/>
          </p:cNvSpPr>
          <p:nvPr/>
        </p:nvSpPr>
        <p:spPr>
          <a:xfrm xmlns:a="http://schemas.openxmlformats.org/drawingml/2006/main">
            <a:off x="647700" y="3000375"/>
            <a:ext cx="5143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007F83"/>
                </a:solidFill>
                <a:latin typeface="Arial"/>
                <a:ea typeface="Arial"/>
                <a:cs typeface="Arial"/>
              </a:defRPr>
            </a:defPPr>
            <a:lvl1pPr>
              <a:defRPr sz="1650" b="0">
                <a:solidFill>
                  <a:srgbClr val="007F83"/>
                </a:solidFill>
                <a:latin typeface="Arial"/>
                <a:ea typeface="Arial"/>
                <a:cs typeface="Arial"/>
              </a:defRPr>
            </a:lvl1pPr>
            <a:lvl2pPr>
              <a:defRPr sz="1650" b="0">
                <a:solidFill>
                  <a:srgbClr val="007F83"/>
                </a:solidFill>
                <a:latin typeface="Arial"/>
                <a:ea typeface="Arial"/>
                <a:cs typeface="Arial"/>
              </a:defRPr>
            </a:lvl2pPr>
            <a:lvl3pPr>
              <a:defRPr sz="1650" b="0">
                <a:solidFill>
                  <a:srgbClr val="007F83"/>
                </a:solidFill>
                <a:latin typeface="Arial"/>
                <a:ea typeface="Arial"/>
                <a:cs typeface="Arial"/>
              </a:defRPr>
            </a:lvl3pPr>
            <a:lvl4pPr>
              <a:defRPr sz="1650" b="0">
                <a:solidFill>
                  <a:srgbClr val="007F83"/>
                </a:solidFill>
                <a:latin typeface="Arial"/>
                <a:ea typeface="Arial"/>
                <a:cs typeface="Arial"/>
              </a:defRPr>
            </a:lvl4pPr>
            <a:lvl5pPr>
              <a:defRPr sz="1650" b="0">
                <a:solidFill>
                  <a:srgbClr val="007F83"/>
                </a:solidFill>
                <a:latin typeface="Arial"/>
                <a:ea typeface="Arial"/>
                <a:cs typeface="Arial"/>
              </a:defRPr>
            </a:lvl5pPr>
            <a:lvl6pPr>
              <a:defRPr sz="1650" b="0">
                <a:solidFill>
                  <a:srgbClr val="007F83"/>
                </a:solidFill>
                <a:latin typeface="Arial"/>
                <a:ea typeface="Arial"/>
                <a:cs typeface="Arial"/>
              </a:defRPr>
            </a:lvl6pPr>
            <a:lvl7pPr>
              <a:defRPr sz="1650" b="0">
                <a:solidFill>
                  <a:srgbClr val="007F83"/>
                </a:solidFill>
                <a:latin typeface="Arial"/>
                <a:ea typeface="Arial"/>
                <a:cs typeface="Arial"/>
              </a:defRPr>
            </a:lvl7pPr>
            <a:lvl8pPr>
              <a:defRPr sz="1650" b="0">
                <a:solidFill>
                  <a:srgbClr val="007F83"/>
                </a:solidFill>
                <a:latin typeface="Arial"/>
                <a:ea typeface="Arial"/>
                <a:cs typeface="Arial"/>
              </a:defRPr>
            </a:lvl8pPr>
            <a:lvl9pPr>
              <a:defRPr sz="1650" b="0">
                <a:solidFill>
                  <a:srgbClr val="007F83"/>
                </a:solidFill>
                <a:latin typeface="Arial"/>
                <a:ea typeface="Arial"/>
                <a:cs typeface="Arial"/>
              </a:defRPr>
            </a:lvl9pPr>
          </a:lstStyle>
          <a:p xmlns:a="http://schemas.openxmlformats.org/drawingml/2006/main">
            <a:pPr>
              <a:defRPr sz="1650" b="0">
                <a:solidFill>
                  <a:srgbClr val="007F83"/>
                </a:solidFill>
                <a:latin typeface="Arial"/>
                <a:ea typeface="Arial"/>
                <a:cs typeface="Arial"/>
              </a:defRPr>
            </a:pPr>
            <a:r>
              <a:rPr sz="1650" b="0">
                <a:solidFill>
                  <a:srgbClr val="007F83"/>
                </a:solidFill>
                <a:latin typeface="Arial"/>
                <a:ea typeface="Arial"/>
                <a:cs typeface="Arial"/>
                <a:hlinkClick xmlns:r="http://schemas.openxmlformats.org/officeDocument/2006/relationships" r:id="R2052769c9aeb47ad"/>
              </a:rPr>
              <a:t>S19  OpenTelemetry Logs Data Model</a:t>
            </a:r>
          </a:p>
        </p:txBody>
      </p:sp>
      <p:sp>
        <p:nvSpPr>
          <p:cNvPr id="6" name="">
            <a:extLst xmlns:a="http://schemas.openxmlformats.org/drawingml/2006/main">
              <a:ext uri="{FF2B5EF4-FFF2-40B4-BE49-F238E27FC236}">
                <a16:creationId xmlns:a16="http://schemas.microsoft.com/office/drawing/2014/main" id="{FAC67BAA-39FD-4C2F-A613-01F3CCCB92F9}"/>
              </a:ext>
            </a:extLst>
          </p:cNvPr>
          <p:cNvSpPr>
            <a:spLocks xmlns:a="http://schemas.openxmlformats.org/drawingml/2006/main" noGrp="1"/>
          </p:cNvSpPr>
          <p:nvPr/>
        </p:nvSpPr>
        <p:spPr>
          <a:xfrm xmlns:a="http://schemas.openxmlformats.org/drawingml/2006/main">
            <a:off x="647700" y="3495675"/>
            <a:ext cx="5143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007F83"/>
                </a:solidFill>
                <a:latin typeface="Arial"/>
                <a:ea typeface="Arial"/>
                <a:cs typeface="Arial"/>
              </a:defRPr>
            </a:defPPr>
            <a:lvl1pPr>
              <a:defRPr sz="1650" b="0">
                <a:solidFill>
                  <a:srgbClr val="007F83"/>
                </a:solidFill>
                <a:latin typeface="Arial"/>
                <a:ea typeface="Arial"/>
                <a:cs typeface="Arial"/>
              </a:defRPr>
            </a:lvl1pPr>
            <a:lvl2pPr>
              <a:defRPr sz="1650" b="0">
                <a:solidFill>
                  <a:srgbClr val="007F83"/>
                </a:solidFill>
                <a:latin typeface="Arial"/>
                <a:ea typeface="Arial"/>
                <a:cs typeface="Arial"/>
              </a:defRPr>
            </a:lvl2pPr>
            <a:lvl3pPr>
              <a:defRPr sz="1650" b="0">
                <a:solidFill>
                  <a:srgbClr val="007F83"/>
                </a:solidFill>
                <a:latin typeface="Arial"/>
                <a:ea typeface="Arial"/>
                <a:cs typeface="Arial"/>
              </a:defRPr>
            </a:lvl3pPr>
            <a:lvl4pPr>
              <a:defRPr sz="1650" b="0">
                <a:solidFill>
                  <a:srgbClr val="007F83"/>
                </a:solidFill>
                <a:latin typeface="Arial"/>
                <a:ea typeface="Arial"/>
                <a:cs typeface="Arial"/>
              </a:defRPr>
            </a:lvl4pPr>
            <a:lvl5pPr>
              <a:defRPr sz="1650" b="0">
                <a:solidFill>
                  <a:srgbClr val="007F83"/>
                </a:solidFill>
                <a:latin typeface="Arial"/>
                <a:ea typeface="Arial"/>
                <a:cs typeface="Arial"/>
              </a:defRPr>
            </a:lvl5pPr>
            <a:lvl6pPr>
              <a:defRPr sz="1650" b="0">
                <a:solidFill>
                  <a:srgbClr val="007F83"/>
                </a:solidFill>
                <a:latin typeface="Arial"/>
                <a:ea typeface="Arial"/>
                <a:cs typeface="Arial"/>
              </a:defRPr>
            </a:lvl6pPr>
            <a:lvl7pPr>
              <a:defRPr sz="1650" b="0">
                <a:solidFill>
                  <a:srgbClr val="007F83"/>
                </a:solidFill>
                <a:latin typeface="Arial"/>
                <a:ea typeface="Arial"/>
                <a:cs typeface="Arial"/>
              </a:defRPr>
            </a:lvl7pPr>
            <a:lvl8pPr>
              <a:defRPr sz="1650" b="0">
                <a:solidFill>
                  <a:srgbClr val="007F83"/>
                </a:solidFill>
                <a:latin typeface="Arial"/>
                <a:ea typeface="Arial"/>
                <a:cs typeface="Arial"/>
              </a:defRPr>
            </a:lvl8pPr>
            <a:lvl9pPr>
              <a:defRPr sz="1650" b="0">
                <a:solidFill>
                  <a:srgbClr val="007F83"/>
                </a:solidFill>
                <a:latin typeface="Arial"/>
                <a:ea typeface="Arial"/>
                <a:cs typeface="Arial"/>
              </a:defRPr>
            </a:lvl9pPr>
          </a:lstStyle>
          <a:p xmlns:a="http://schemas.openxmlformats.org/drawingml/2006/main">
            <a:pPr>
              <a:defRPr sz="1650" b="0">
                <a:solidFill>
                  <a:srgbClr val="007F83"/>
                </a:solidFill>
                <a:latin typeface="Arial"/>
                <a:ea typeface="Arial"/>
                <a:cs typeface="Arial"/>
              </a:defRPr>
            </a:pPr>
            <a:r>
              <a:rPr sz="1650" b="0">
                <a:solidFill>
                  <a:srgbClr val="007F83"/>
                </a:solidFill>
                <a:latin typeface="Arial"/>
                <a:ea typeface="Arial"/>
                <a:cs typeface="Arial"/>
                <a:hlinkClick xmlns:r="http://schemas.openxmlformats.org/officeDocument/2006/relationships" r:id="R21d05173467b429b"/>
              </a:rPr>
              <a:t>S20  SQL/PPL veri türleri</a:t>
            </a:r>
          </a:p>
        </p:txBody>
      </p:sp>
      <p:sp>
        <p:nvSpPr>
          <p:cNvPr id="7" name="">
            <a:extLst xmlns:a="http://schemas.openxmlformats.org/drawingml/2006/main">
              <a:ext uri="{FF2B5EF4-FFF2-40B4-BE49-F238E27FC236}">
                <a16:creationId xmlns:a16="http://schemas.microsoft.com/office/drawing/2014/main" id="{8FA32F5B-0719-4068-9CC5-DAE112BD0B7E}"/>
              </a:ext>
            </a:extLst>
          </p:cNvPr>
          <p:cNvSpPr>
            <a:spLocks xmlns:a="http://schemas.openxmlformats.org/drawingml/2006/main" noGrp="1"/>
          </p:cNvSpPr>
          <p:nvPr/>
        </p:nvSpPr>
        <p:spPr>
          <a:xfrm xmlns:a="http://schemas.openxmlformats.org/drawingml/2006/main">
            <a:off x="647700" y="3990975"/>
            <a:ext cx="5143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007F83"/>
                </a:solidFill>
                <a:latin typeface="Arial"/>
                <a:ea typeface="Arial"/>
                <a:cs typeface="Arial"/>
              </a:defRPr>
            </a:defPPr>
            <a:lvl1pPr>
              <a:defRPr sz="1650" b="0">
                <a:solidFill>
                  <a:srgbClr val="007F83"/>
                </a:solidFill>
                <a:latin typeface="Arial"/>
                <a:ea typeface="Arial"/>
                <a:cs typeface="Arial"/>
              </a:defRPr>
            </a:lvl1pPr>
            <a:lvl2pPr>
              <a:defRPr sz="1650" b="0">
                <a:solidFill>
                  <a:srgbClr val="007F83"/>
                </a:solidFill>
                <a:latin typeface="Arial"/>
                <a:ea typeface="Arial"/>
                <a:cs typeface="Arial"/>
              </a:defRPr>
            </a:lvl2pPr>
            <a:lvl3pPr>
              <a:defRPr sz="1650" b="0">
                <a:solidFill>
                  <a:srgbClr val="007F83"/>
                </a:solidFill>
                <a:latin typeface="Arial"/>
                <a:ea typeface="Arial"/>
                <a:cs typeface="Arial"/>
              </a:defRPr>
            </a:lvl3pPr>
            <a:lvl4pPr>
              <a:defRPr sz="1650" b="0">
                <a:solidFill>
                  <a:srgbClr val="007F83"/>
                </a:solidFill>
                <a:latin typeface="Arial"/>
                <a:ea typeface="Arial"/>
                <a:cs typeface="Arial"/>
              </a:defRPr>
            </a:lvl4pPr>
            <a:lvl5pPr>
              <a:defRPr sz="1650" b="0">
                <a:solidFill>
                  <a:srgbClr val="007F83"/>
                </a:solidFill>
                <a:latin typeface="Arial"/>
                <a:ea typeface="Arial"/>
                <a:cs typeface="Arial"/>
              </a:defRPr>
            </a:lvl5pPr>
            <a:lvl6pPr>
              <a:defRPr sz="1650" b="0">
                <a:solidFill>
                  <a:srgbClr val="007F83"/>
                </a:solidFill>
                <a:latin typeface="Arial"/>
                <a:ea typeface="Arial"/>
                <a:cs typeface="Arial"/>
              </a:defRPr>
            </a:lvl6pPr>
            <a:lvl7pPr>
              <a:defRPr sz="1650" b="0">
                <a:solidFill>
                  <a:srgbClr val="007F83"/>
                </a:solidFill>
                <a:latin typeface="Arial"/>
                <a:ea typeface="Arial"/>
                <a:cs typeface="Arial"/>
              </a:defRPr>
            </a:lvl7pPr>
            <a:lvl8pPr>
              <a:defRPr sz="1650" b="0">
                <a:solidFill>
                  <a:srgbClr val="007F83"/>
                </a:solidFill>
                <a:latin typeface="Arial"/>
                <a:ea typeface="Arial"/>
                <a:cs typeface="Arial"/>
              </a:defRPr>
            </a:lvl8pPr>
            <a:lvl9pPr>
              <a:defRPr sz="1650" b="0">
                <a:solidFill>
                  <a:srgbClr val="007F83"/>
                </a:solidFill>
                <a:latin typeface="Arial"/>
                <a:ea typeface="Arial"/>
                <a:cs typeface="Arial"/>
              </a:defRPr>
            </a:lvl9pPr>
          </a:lstStyle>
          <a:p xmlns:a="http://schemas.openxmlformats.org/drawingml/2006/main">
            <a:pPr>
              <a:defRPr sz="1650" b="0">
                <a:solidFill>
                  <a:srgbClr val="007F83"/>
                </a:solidFill>
                <a:latin typeface="Arial"/>
                <a:ea typeface="Arial"/>
                <a:cs typeface="Arial"/>
              </a:defRPr>
            </a:pPr>
            <a:r>
              <a:rPr sz="1650" b="0">
                <a:solidFill>
                  <a:srgbClr val="007F83"/>
                </a:solidFill>
                <a:latin typeface="Arial"/>
                <a:ea typeface="Arial"/>
                <a:cs typeface="Arial"/>
                <a:hlinkClick xmlns:r="http://schemas.openxmlformats.org/officeDocument/2006/relationships" r:id="R1a461125a55d4215"/>
              </a:rPr>
              <a:t>S21  SQL/PPL ortak fonksiyonları</a:t>
            </a:r>
          </a:p>
        </p:txBody>
      </p:sp>
      <p:sp>
        <p:nvSpPr>
          <p:cNvPr id="8" name="">
            <a:extLst xmlns:a="http://schemas.openxmlformats.org/drawingml/2006/main">
              <a:ext uri="{FF2B5EF4-FFF2-40B4-BE49-F238E27FC236}">
                <a16:creationId xmlns:a16="http://schemas.microsoft.com/office/drawing/2014/main" id="{BA3027AA-ABBA-4DD7-995E-540DBD73F7D6}"/>
              </a:ext>
            </a:extLst>
          </p:cNvPr>
          <p:cNvSpPr>
            <a:spLocks xmlns:a="http://schemas.openxmlformats.org/drawingml/2006/main" noGrp="1"/>
          </p:cNvSpPr>
          <p:nvPr/>
        </p:nvSpPr>
        <p:spPr>
          <a:xfrm xmlns:a="http://schemas.openxmlformats.org/drawingml/2006/main">
            <a:off x="647700" y="4486275"/>
            <a:ext cx="5143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007F83"/>
                </a:solidFill>
                <a:latin typeface="Arial"/>
                <a:ea typeface="Arial"/>
                <a:cs typeface="Arial"/>
              </a:defRPr>
            </a:defPPr>
            <a:lvl1pPr>
              <a:defRPr sz="1650" b="0">
                <a:solidFill>
                  <a:srgbClr val="007F83"/>
                </a:solidFill>
                <a:latin typeface="Arial"/>
                <a:ea typeface="Arial"/>
                <a:cs typeface="Arial"/>
              </a:defRPr>
            </a:lvl1pPr>
            <a:lvl2pPr>
              <a:defRPr sz="1650" b="0">
                <a:solidFill>
                  <a:srgbClr val="007F83"/>
                </a:solidFill>
                <a:latin typeface="Arial"/>
                <a:ea typeface="Arial"/>
                <a:cs typeface="Arial"/>
              </a:defRPr>
            </a:lvl2pPr>
            <a:lvl3pPr>
              <a:defRPr sz="1650" b="0">
                <a:solidFill>
                  <a:srgbClr val="007F83"/>
                </a:solidFill>
                <a:latin typeface="Arial"/>
                <a:ea typeface="Arial"/>
                <a:cs typeface="Arial"/>
              </a:defRPr>
            </a:lvl3pPr>
            <a:lvl4pPr>
              <a:defRPr sz="1650" b="0">
                <a:solidFill>
                  <a:srgbClr val="007F83"/>
                </a:solidFill>
                <a:latin typeface="Arial"/>
                <a:ea typeface="Arial"/>
                <a:cs typeface="Arial"/>
              </a:defRPr>
            </a:lvl4pPr>
            <a:lvl5pPr>
              <a:defRPr sz="1650" b="0">
                <a:solidFill>
                  <a:srgbClr val="007F83"/>
                </a:solidFill>
                <a:latin typeface="Arial"/>
                <a:ea typeface="Arial"/>
                <a:cs typeface="Arial"/>
              </a:defRPr>
            </a:lvl5pPr>
            <a:lvl6pPr>
              <a:defRPr sz="1650" b="0">
                <a:solidFill>
                  <a:srgbClr val="007F83"/>
                </a:solidFill>
                <a:latin typeface="Arial"/>
                <a:ea typeface="Arial"/>
                <a:cs typeface="Arial"/>
              </a:defRPr>
            </a:lvl6pPr>
            <a:lvl7pPr>
              <a:defRPr sz="1650" b="0">
                <a:solidFill>
                  <a:srgbClr val="007F83"/>
                </a:solidFill>
                <a:latin typeface="Arial"/>
                <a:ea typeface="Arial"/>
                <a:cs typeface="Arial"/>
              </a:defRPr>
            </a:lvl7pPr>
            <a:lvl8pPr>
              <a:defRPr sz="1650" b="0">
                <a:solidFill>
                  <a:srgbClr val="007F83"/>
                </a:solidFill>
                <a:latin typeface="Arial"/>
                <a:ea typeface="Arial"/>
                <a:cs typeface="Arial"/>
              </a:defRPr>
            </a:lvl8pPr>
            <a:lvl9pPr>
              <a:defRPr sz="1650" b="0">
                <a:solidFill>
                  <a:srgbClr val="007F83"/>
                </a:solidFill>
                <a:latin typeface="Arial"/>
                <a:ea typeface="Arial"/>
                <a:cs typeface="Arial"/>
              </a:defRPr>
            </a:lvl9pPr>
          </a:lstStyle>
          <a:p xmlns:a="http://schemas.openxmlformats.org/drawingml/2006/main">
            <a:pPr>
              <a:defRPr sz="1650" b="0">
                <a:solidFill>
                  <a:srgbClr val="007F83"/>
                </a:solidFill>
                <a:latin typeface="Arial"/>
                <a:ea typeface="Arial"/>
                <a:cs typeface="Arial"/>
              </a:defRPr>
            </a:pPr>
            <a:r>
              <a:rPr sz="1650" b="0">
                <a:solidFill>
                  <a:srgbClr val="007F83"/>
                </a:solidFill>
                <a:latin typeface="Arial"/>
                <a:ea typeface="Arial"/>
                <a:cs typeface="Arial"/>
                <a:hlinkClick xmlns:r="http://schemas.openxmlformats.org/officeDocument/2006/relationships" r:id="R092d3a9fb7ed4e59"/>
              </a:rPr>
              <a:t>S22  Field masking</a:t>
            </a:r>
          </a:p>
        </p:txBody>
      </p:sp>
      <p:sp>
        <p:nvSpPr>
          <p:cNvPr id="9" name="">
            <a:extLst xmlns:a="http://schemas.openxmlformats.org/drawingml/2006/main">
              <a:ext uri="{FF2B5EF4-FFF2-40B4-BE49-F238E27FC236}">
                <a16:creationId xmlns:a16="http://schemas.microsoft.com/office/drawing/2014/main" id="{6B65A71B-FE54-4625-9E81-E2CB64E92783}"/>
              </a:ext>
            </a:extLst>
          </p:cNvPr>
          <p:cNvSpPr>
            <a:spLocks xmlns:a="http://schemas.openxmlformats.org/drawingml/2006/main" noGrp="1"/>
          </p:cNvSpPr>
          <p:nvPr/>
        </p:nvSpPr>
        <p:spPr>
          <a:xfrm xmlns:a="http://schemas.openxmlformats.org/drawingml/2006/main">
            <a:off x="647700" y="4981575"/>
            <a:ext cx="5143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007F83"/>
                </a:solidFill>
                <a:latin typeface="Arial"/>
                <a:ea typeface="Arial"/>
                <a:cs typeface="Arial"/>
              </a:defRPr>
            </a:defPPr>
            <a:lvl1pPr>
              <a:defRPr sz="1650" b="0">
                <a:solidFill>
                  <a:srgbClr val="007F83"/>
                </a:solidFill>
                <a:latin typeface="Arial"/>
                <a:ea typeface="Arial"/>
                <a:cs typeface="Arial"/>
              </a:defRPr>
            </a:lvl1pPr>
            <a:lvl2pPr>
              <a:defRPr sz="1650" b="0">
                <a:solidFill>
                  <a:srgbClr val="007F83"/>
                </a:solidFill>
                <a:latin typeface="Arial"/>
                <a:ea typeface="Arial"/>
                <a:cs typeface="Arial"/>
              </a:defRPr>
            </a:lvl2pPr>
            <a:lvl3pPr>
              <a:defRPr sz="1650" b="0">
                <a:solidFill>
                  <a:srgbClr val="007F83"/>
                </a:solidFill>
                <a:latin typeface="Arial"/>
                <a:ea typeface="Arial"/>
                <a:cs typeface="Arial"/>
              </a:defRPr>
            </a:lvl3pPr>
            <a:lvl4pPr>
              <a:defRPr sz="1650" b="0">
                <a:solidFill>
                  <a:srgbClr val="007F83"/>
                </a:solidFill>
                <a:latin typeface="Arial"/>
                <a:ea typeface="Arial"/>
                <a:cs typeface="Arial"/>
              </a:defRPr>
            </a:lvl4pPr>
            <a:lvl5pPr>
              <a:defRPr sz="1650" b="0">
                <a:solidFill>
                  <a:srgbClr val="007F83"/>
                </a:solidFill>
                <a:latin typeface="Arial"/>
                <a:ea typeface="Arial"/>
                <a:cs typeface="Arial"/>
              </a:defRPr>
            </a:lvl5pPr>
            <a:lvl6pPr>
              <a:defRPr sz="1650" b="0">
                <a:solidFill>
                  <a:srgbClr val="007F83"/>
                </a:solidFill>
                <a:latin typeface="Arial"/>
                <a:ea typeface="Arial"/>
                <a:cs typeface="Arial"/>
              </a:defRPr>
            </a:lvl6pPr>
            <a:lvl7pPr>
              <a:defRPr sz="1650" b="0">
                <a:solidFill>
                  <a:srgbClr val="007F83"/>
                </a:solidFill>
                <a:latin typeface="Arial"/>
                <a:ea typeface="Arial"/>
                <a:cs typeface="Arial"/>
              </a:defRPr>
            </a:lvl7pPr>
            <a:lvl8pPr>
              <a:defRPr sz="1650" b="0">
                <a:solidFill>
                  <a:srgbClr val="007F83"/>
                </a:solidFill>
                <a:latin typeface="Arial"/>
                <a:ea typeface="Arial"/>
                <a:cs typeface="Arial"/>
              </a:defRPr>
            </a:lvl8pPr>
            <a:lvl9pPr>
              <a:defRPr sz="1650" b="0">
                <a:solidFill>
                  <a:srgbClr val="007F83"/>
                </a:solidFill>
                <a:latin typeface="Arial"/>
                <a:ea typeface="Arial"/>
                <a:cs typeface="Arial"/>
              </a:defRPr>
            </a:lvl9pPr>
          </a:lstStyle>
          <a:p xmlns:a="http://schemas.openxmlformats.org/drawingml/2006/main">
            <a:pPr>
              <a:defRPr sz="1650" b="0">
                <a:solidFill>
                  <a:srgbClr val="007F83"/>
                </a:solidFill>
                <a:latin typeface="Arial"/>
                <a:ea typeface="Arial"/>
                <a:cs typeface="Arial"/>
              </a:defRPr>
            </a:pPr>
            <a:r>
              <a:rPr sz="1650" b="0">
                <a:solidFill>
                  <a:srgbClr val="007F83"/>
                </a:solidFill>
                <a:latin typeface="Arial"/>
                <a:ea typeface="Arial"/>
                <a:cs typeface="Arial"/>
                <a:hlinkClick xmlns:r="http://schemas.openxmlformats.org/officeDocument/2006/relationships" r:id="Ra5a869fbb33f48cb"/>
              </a:rPr>
              <a:t>S23  SQL ve PPL API</a:t>
            </a:r>
          </a:p>
        </p:txBody>
      </p:sp>
      <p:sp>
        <p:nvSpPr>
          <p:cNvPr id="10" name="">
            <a:extLst xmlns:a="http://schemas.openxmlformats.org/drawingml/2006/main">
              <a:ext uri="{FF2B5EF4-FFF2-40B4-BE49-F238E27FC236}">
                <a16:creationId xmlns:a16="http://schemas.microsoft.com/office/drawing/2014/main" id="{BA579F7D-2A30-450F-BC47-DBDFB11379BD}"/>
              </a:ext>
            </a:extLst>
          </p:cNvPr>
          <p:cNvSpPr>
            <a:spLocks xmlns:a="http://schemas.openxmlformats.org/drawingml/2006/main" noGrp="1"/>
          </p:cNvSpPr>
          <p:nvPr/>
        </p:nvSpPr>
        <p:spPr>
          <a:xfrm xmlns:a="http://schemas.openxmlformats.org/drawingml/2006/main">
            <a:off x="647700" y="5476875"/>
            <a:ext cx="5143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007F83"/>
                </a:solidFill>
                <a:latin typeface="Arial"/>
                <a:ea typeface="Arial"/>
                <a:cs typeface="Arial"/>
              </a:defRPr>
            </a:defPPr>
            <a:lvl1pPr>
              <a:defRPr sz="1650" b="0">
                <a:solidFill>
                  <a:srgbClr val="007F83"/>
                </a:solidFill>
                <a:latin typeface="Arial"/>
                <a:ea typeface="Arial"/>
                <a:cs typeface="Arial"/>
              </a:defRPr>
            </a:lvl1pPr>
            <a:lvl2pPr>
              <a:defRPr sz="1650" b="0">
                <a:solidFill>
                  <a:srgbClr val="007F83"/>
                </a:solidFill>
                <a:latin typeface="Arial"/>
                <a:ea typeface="Arial"/>
                <a:cs typeface="Arial"/>
              </a:defRPr>
            </a:lvl2pPr>
            <a:lvl3pPr>
              <a:defRPr sz="1650" b="0">
                <a:solidFill>
                  <a:srgbClr val="007F83"/>
                </a:solidFill>
                <a:latin typeface="Arial"/>
                <a:ea typeface="Arial"/>
                <a:cs typeface="Arial"/>
              </a:defRPr>
            </a:lvl3pPr>
            <a:lvl4pPr>
              <a:defRPr sz="1650" b="0">
                <a:solidFill>
                  <a:srgbClr val="007F83"/>
                </a:solidFill>
                <a:latin typeface="Arial"/>
                <a:ea typeface="Arial"/>
                <a:cs typeface="Arial"/>
              </a:defRPr>
            </a:lvl4pPr>
            <a:lvl5pPr>
              <a:defRPr sz="1650" b="0">
                <a:solidFill>
                  <a:srgbClr val="007F83"/>
                </a:solidFill>
                <a:latin typeface="Arial"/>
                <a:ea typeface="Arial"/>
                <a:cs typeface="Arial"/>
              </a:defRPr>
            </a:lvl5pPr>
            <a:lvl6pPr>
              <a:defRPr sz="1650" b="0">
                <a:solidFill>
                  <a:srgbClr val="007F83"/>
                </a:solidFill>
                <a:latin typeface="Arial"/>
                <a:ea typeface="Arial"/>
                <a:cs typeface="Arial"/>
              </a:defRPr>
            </a:lvl6pPr>
            <a:lvl7pPr>
              <a:defRPr sz="1650" b="0">
                <a:solidFill>
                  <a:srgbClr val="007F83"/>
                </a:solidFill>
                <a:latin typeface="Arial"/>
                <a:ea typeface="Arial"/>
                <a:cs typeface="Arial"/>
              </a:defRPr>
            </a:lvl7pPr>
            <a:lvl8pPr>
              <a:defRPr sz="1650" b="0">
                <a:solidFill>
                  <a:srgbClr val="007F83"/>
                </a:solidFill>
                <a:latin typeface="Arial"/>
                <a:ea typeface="Arial"/>
                <a:cs typeface="Arial"/>
              </a:defRPr>
            </a:lvl8pPr>
            <a:lvl9pPr>
              <a:defRPr sz="1650" b="0">
                <a:solidFill>
                  <a:srgbClr val="007F83"/>
                </a:solidFill>
                <a:latin typeface="Arial"/>
                <a:ea typeface="Arial"/>
                <a:cs typeface="Arial"/>
              </a:defRPr>
            </a:lvl9pPr>
          </a:lstStyle>
          <a:p xmlns:a="http://schemas.openxmlformats.org/drawingml/2006/main">
            <a:pPr>
              <a:defRPr sz="1650" b="0">
                <a:solidFill>
                  <a:srgbClr val="007F83"/>
                </a:solidFill>
                <a:latin typeface="Arial"/>
                <a:ea typeface="Arial"/>
                <a:cs typeface="Arial"/>
              </a:defRPr>
            </a:pPr>
            <a:r>
              <a:rPr sz="1650" b="0">
                <a:solidFill>
                  <a:srgbClr val="007F83"/>
                </a:solidFill>
                <a:latin typeface="Arial"/>
                <a:ea typeface="Arial"/>
                <a:cs typeface="Arial"/>
                <a:hlinkClick xmlns:r="http://schemas.openxmlformats.org/officeDocument/2006/relationships" r:id="R108d61cecd0c4088"/>
              </a:rPr>
              <a:t>S24  Query Workbench</a:t>
            </a:r>
          </a:p>
        </p:txBody>
      </p:sp>
      <p:sp>
        <p:nvSpPr>
          <p:cNvPr id="11" name="">
            <a:extLst xmlns:a="http://schemas.openxmlformats.org/drawingml/2006/main">
              <a:ext uri="{FF2B5EF4-FFF2-40B4-BE49-F238E27FC236}">
                <a16:creationId xmlns:a16="http://schemas.microsoft.com/office/drawing/2014/main" id="{42266081-6810-49B1-89AD-22FB0D3C8F83}"/>
              </a:ext>
            </a:extLst>
          </p:cNvPr>
          <p:cNvSpPr>
            <a:spLocks xmlns:a="http://schemas.openxmlformats.org/drawingml/2006/main" noGrp="1"/>
          </p:cNvSpPr>
          <p:nvPr/>
        </p:nvSpPr>
        <p:spPr>
          <a:xfrm xmlns:a="http://schemas.openxmlformats.org/drawingml/2006/main">
            <a:off x="6400800" y="2009775"/>
            <a:ext cx="5143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007F83"/>
                </a:solidFill>
                <a:latin typeface="Arial"/>
                <a:ea typeface="Arial"/>
                <a:cs typeface="Arial"/>
              </a:defRPr>
            </a:defPPr>
            <a:lvl1pPr>
              <a:defRPr sz="1650" b="0">
                <a:solidFill>
                  <a:srgbClr val="007F83"/>
                </a:solidFill>
                <a:latin typeface="Arial"/>
                <a:ea typeface="Arial"/>
                <a:cs typeface="Arial"/>
              </a:defRPr>
            </a:lvl1pPr>
            <a:lvl2pPr>
              <a:defRPr sz="1650" b="0">
                <a:solidFill>
                  <a:srgbClr val="007F83"/>
                </a:solidFill>
                <a:latin typeface="Arial"/>
                <a:ea typeface="Arial"/>
                <a:cs typeface="Arial"/>
              </a:defRPr>
            </a:lvl2pPr>
            <a:lvl3pPr>
              <a:defRPr sz="1650" b="0">
                <a:solidFill>
                  <a:srgbClr val="007F83"/>
                </a:solidFill>
                <a:latin typeface="Arial"/>
                <a:ea typeface="Arial"/>
                <a:cs typeface="Arial"/>
              </a:defRPr>
            </a:lvl3pPr>
            <a:lvl4pPr>
              <a:defRPr sz="1650" b="0">
                <a:solidFill>
                  <a:srgbClr val="007F83"/>
                </a:solidFill>
                <a:latin typeface="Arial"/>
                <a:ea typeface="Arial"/>
                <a:cs typeface="Arial"/>
              </a:defRPr>
            </a:lvl4pPr>
            <a:lvl5pPr>
              <a:defRPr sz="1650" b="0">
                <a:solidFill>
                  <a:srgbClr val="007F83"/>
                </a:solidFill>
                <a:latin typeface="Arial"/>
                <a:ea typeface="Arial"/>
                <a:cs typeface="Arial"/>
              </a:defRPr>
            </a:lvl5pPr>
            <a:lvl6pPr>
              <a:defRPr sz="1650" b="0">
                <a:solidFill>
                  <a:srgbClr val="007F83"/>
                </a:solidFill>
                <a:latin typeface="Arial"/>
                <a:ea typeface="Arial"/>
                <a:cs typeface="Arial"/>
              </a:defRPr>
            </a:lvl6pPr>
            <a:lvl7pPr>
              <a:defRPr sz="1650" b="0">
                <a:solidFill>
                  <a:srgbClr val="007F83"/>
                </a:solidFill>
                <a:latin typeface="Arial"/>
                <a:ea typeface="Arial"/>
                <a:cs typeface="Arial"/>
              </a:defRPr>
            </a:lvl7pPr>
            <a:lvl8pPr>
              <a:defRPr sz="1650" b="0">
                <a:solidFill>
                  <a:srgbClr val="007F83"/>
                </a:solidFill>
                <a:latin typeface="Arial"/>
                <a:ea typeface="Arial"/>
                <a:cs typeface="Arial"/>
              </a:defRPr>
            </a:lvl8pPr>
            <a:lvl9pPr>
              <a:defRPr sz="1650" b="0">
                <a:solidFill>
                  <a:srgbClr val="007F83"/>
                </a:solidFill>
                <a:latin typeface="Arial"/>
                <a:ea typeface="Arial"/>
                <a:cs typeface="Arial"/>
              </a:defRPr>
            </a:lvl9pPr>
          </a:lstStyle>
          <a:p xmlns:a="http://schemas.openxmlformats.org/drawingml/2006/main">
            <a:pPr>
              <a:defRPr sz="1650" b="0">
                <a:solidFill>
                  <a:srgbClr val="007F83"/>
                </a:solidFill>
                <a:latin typeface="Arial"/>
                <a:ea typeface="Arial"/>
                <a:cs typeface="Arial"/>
              </a:defRPr>
            </a:pPr>
            <a:r>
              <a:rPr sz="1650" b="0">
                <a:solidFill>
                  <a:srgbClr val="007F83"/>
                </a:solidFill>
                <a:latin typeface="Arial"/>
                <a:ea typeface="Arial"/>
                <a:cs typeface="Arial"/>
                <a:hlinkClick xmlns:r="http://schemas.openxmlformats.org/officeDocument/2006/relationships" r:id="R8d922b7d34ef46d0"/>
              </a:rPr>
              <a:t>S25  Discover Logs</a:t>
            </a:r>
          </a:p>
        </p:txBody>
      </p:sp>
      <p:sp>
        <p:nvSpPr>
          <p:cNvPr id="12" name="">
            <a:extLst xmlns:a="http://schemas.openxmlformats.org/drawingml/2006/main">
              <a:ext uri="{FF2B5EF4-FFF2-40B4-BE49-F238E27FC236}">
                <a16:creationId xmlns:a16="http://schemas.microsoft.com/office/drawing/2014/main" id="{CDDE384B-F4FE-48B4-BA32-DD91A1007E30}"/>
              </a:ext>
            </a:extLst>
          </p:cNvPr>
          <p:cNvSpPr>
            <a:spLocks xmlns:a="http://schemas.openxmlformats.org/drawingml/2006/main" noGrp="1"/>
          </p:cNvSpPr>
          <p:nvPr/>
        </p:nvSpPr>
        <p:spPr>
          <a:xfrm xmlns:a="http://schemas.openxmlformats.org/drawingml/2006/main">
            <a:off x="6400800" y="2505075"/>
            <a:ext cx="5143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007F83"/>
                </a:solidFill>
                <a:latin typeface="Arial"/>
                <a:ea typeface="Arial"/>
                <a:cs typeface="Arial"/>
              </a:defRPr>
            </a:defPPr>
            <a:lvl1pPr>
              <a:defRPr sz="1650" b="0">
                <a:solidFill>
                  <a:srgbClr val="007F83"/>
                </a:solidFill>
                <a:latin typeface="Arial"/>
                <a:ea typeface="Arial"/>
                <a:cs typeface="Arial"/>
              </a:defRPr>
            </a:lvl1pPr>
            <a:lvl2pPr>
              <a:defRPr sz="1650" b="0">
                <a:solidFill>
                  <a:srgbClr val="007F83"/>
                </a:solidFill>
                <a:latin typeface="Arial"/>
                <a:ea typeface="Arial"/>
                <a:cs typeface="Arial"/>
              </a:defRPr>
            </a:lvl2pPr>
            <a:lvl3pPr>
              <a:defRPr sz="1650" b="0">
                <a:solidFill>
                  <a:srgbClr val="007F83"/>
                </a:solidFill>
                <a:latin typeface="Arial"/>
                <a:ea typeface="Arial"/>
                <a:cs typeface="Arial"/>
              </a:defRPr>
            </a:lvl3pPr>
            <a:lvl4pPr>
              <a:defRPr sz="1650" b="0">
                <a:solidFill>
                  <a:srgbClr val="007F83"/>
                </a:solidFill>
                <a:latin typeface="Arial"/>
                <a:ea typeface="Arial"/>
                <a:cs typeface="Arial"/>
              </a:defRPr>
            </a:lvl4pPr>
            <a:lvl5pPr>
              <a:defRPr sz="1650" b="0">
                <a:solidFill>
                  <a:srgbClr val="007F83"/>
                </a:solidFill>
                <a:latin typeface="Arial"/>
                <a:ea typeface="Arial"/>
                <a:cs typeface="Arial"/>
              </a:defRPr>
            </a:lvl5pPr>
            <a:lvl6pPr>
              <a:defRPr sz="1650" b="0">
                <a:solidFill>
                  <a:srgbClr val="007F83"/>
                </a:solidFill>
                <a:latin typeface="Arial"/>
                <a:ea typeface="Arial"/>
                <a:cs typeface="Arial"/>
              </a:defRPr>
            </a:lvl6pPr>
            <a:lvl7pPr>
              <a:defRPr sz="1650" b="0">
                <a:solidFill>
                  <a:srgbClr val="007F83"/>
                </a:solidFill>
                <a:latin typeface="Arial"/>
                <a:ea typeface="Arial"/>
                <a:cs typeface="Arial"/>
              </a:defRPr>
            </a:lvl7pPr>
            <a:lvl8pPr>
              <a:defRPr sz="1650" b="0">
                <a:solidFill>
                  <a:srgbClr val="007F83"/>
                </a:solidFill>
                <a:latin typeface="Arial"/>
                <a:ea typeface="Arial"/>
                <a:cs typeface="Arial"/>
              </a:defRPr>
            </a:lvl8pPr>
            <a:lvl9pPr>
              <a:defRPr sz="1650" b="0">
                <a:solidFill>
                  <a:srgbClr val="007F83"/>
                </a:solidFill>
                <a:latin typeface="Arial"/>
                <a:ea typeface="Arial"/>
                <a:cs typeface="Arial"/>
              </a:defRPr>
            </a:lvl9pPr>
          </a:lstStyle>
          <a:p xmlns:a="http://schemas.openxmlformats.org/drawingml/2006/main">
            <a:pPr>
              <a:defRPr sz="1650" b="0">
                <a:solidFill>
                  <a:srgbClr val="007F83"/>
                </a:solidFill>
                <a:latin typeface="Arial"/>
                <a:ea typeface="Arial"/>
                <a:cs typeface="Arial"/>
              </a:defRPr>
            </a:pPr>
            <a:r>
              <a:rPr sz="1650" b="0">
                <a:solidFill>
                  <a:srgbClr val="007F83"/>
                </a:solidFill>
                <a:latin typeface="Arial"/>
                <a:ea typeface="Arial"/>
                <a:cs typeface="Arial"/>
                <a:hlinkClick xmlns:r="http://schemas.openxmlformats.org/officeDocument/2006/relationships" r:id="Red65f3f9580844ab"/>
              </a:rPr>
              <a:t>S26  Agentic query</a:t>
            </a:r>
          </a:p>
        </p:txBody>
      </p:sp>
      <p:sp>
        <p:nvSpPr>
          <p:cNvPr id="13" name="">
            <a:extLst xmlns:a="http://schemas.openxmlformats.org/drawingml/2006/main">
              <a:ext uri="{FF2B5EF4-FFF2-40B4-BE49-F238E27FC236}">
                <a16:creationId xmlns:a16="http://schemas.microsoft.com/office/drawing/2014/main" id="{3D8494DF-A21E-4B70-A29C-38CB662D6648}"/>
              </a:ext>
            </a:extLst>
          </p:cNvPr>
          <p:cNvSpPr>
            <a:spLocks xmlns:a="http://schemas.openxmlformats.org/drawingml/2006/main" noGrp="1"/>
          </p:cNvSpPr>
          <p:nvPr/>
        </p:nvSpPr>
        <p:spPr>
          <a:xfrm xmlns:a="http://schemas.openxmlformats.org/drawingml/2006/main">
            <a:off x="6400800" y="3000375"/>
            <a:ext cx="5143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007F83"/>
                </a:solidFill>
                <a:latin typeface="Arial"/>
                <a:ea typeface="Arial"/>
                <a:cs typeface="Arial"/>
              </a:defRPr>
            </a:defPPr>
            <a:lvl1pPr>
              <a:defRPr sz="1650" b="0">
                <a:solidFill>
                  <a:srgbClr val="007F83"/>
                </a:solidFill>
                <a:latin typeface="Arial"/>
                <a:ea typeface="Arial"/>
                <a:cs typeface="Arial"/>
              </a:defRPr>
            </a:lvl1pPr>
            <a:lvl2pPr>
              <a:defRPr sz="1650" b="0">
                <a:solidFill>
                  <a:srgbClr val="007F83"/>
                </a:solidFill>
                <a:latin typeface="Arial"/>
                <a:ea typeface="Arial"/>
                <a:cs typeface="Arial"/>
              </a:defRPr>
            </a:lvl2pPr>
            <a:lvl3pPr>
              <a:defRPr sz="1650" b="0">
                <a:solidFill>
                  <a:srgbClr val="007F83"/>
                </a:solidFill>
                <a:latin typeface="Arial"/>
                <a:ea typeface="Arial"/>
                <a:cs typeface="Arial"/>
              </a:defRPr>
            </a:lvl3pPr>
            <a:lvl4pPr>
              <a:defRPr sz="1650" b="0">
                <a:solidFill>
                  <a:srgbClr val="007F83"/>
                </a:solidFill>
                <a:latin typeface="Arial"/>
                <a:ea typeface="Arial"/>
                <a:cs typeface="Arial"/>
              </a:defRPr>
            </a:lvl4pPr>
            <a:lvl5pPr>
              <a:defRPr sz="1650" b="0">
                <a:solidFill>
                  <a:srgbClr val="007F83"/>
                </a:solidFill>
                <a:latin typeface="Arial"/>
                <a:ea typeface="Arial"/>
                <a:cs typeface="Arial"/>
              </a:defRPr>
            </a:lvl5pPr>
            <a:lvl6pPr>
              <a:defRPr sz="1650" b="0">
                <a:solidFill>
                  <a:srgbClr val="007F83"/>
                </a:solidFill>
                <a:latin typeface="Arial"/>
                <a:ea typeface="Arial"/>
                <a:cs typeface="Arial"/>
              </a:defRPr>
            </a:lvl6pPr>
            <a:lvl7pPr>
              <a:defRPr sz="1650" b="0">
                <a:solidFill>
                  <a:srgbClr val="007F83"/>
                </a:solidFill>
                <a:latin typeface="Arial"/>
                <a:ea typeface="Arial"/>
                <a:cs typeface="Arial"/>
              </a:defRPr>
            </a:lvl7pPr>
            <a:lvl8pPr>
              <a:defRPr sz="1650" b="0">
                <a:solidFill>
                  <a:srgbClr val="007F83"/>
                </a:solidFill>
                <a:latin typeface="Arial"/>
                <a:ea typeface="Arial"/>
                <a:cs typeface="Arial"/>
              </a:defRPr>
            </a:lvl8pPr>
            <a:lvl9pPr>
              <a:defRPr sz="1650" b="0">
                <a:solidFill>
                  <a:srgbClr val="007F83"/>
                </a:solidFill>
                <a:latin typeface="Arial"/>
                <a:ea typeface="Arial"/>
                <a:cs typeface="Arial"/>
              </a:defRPr>
            </a:lvl9pPr>
          </a:lstStyle>
          <a:p xmlns:a="http://schemas.openxmlformats.org/drawingml/2006/main">
            <a:pPr>
              <a:defRPr sz="1650" b="0">
                <a:solidFill>
                  <a:srgbClr val="007F83"/>
                </a:solidFill>
                <a:latin typeface="Arial"/>
                <a:ea typeface="Arial"/>
                <a:cs typeface="Arial"/>
              </a:defRPr>
            </a:pPr>
            <a:r>
              <a:rPr sz="1650" b="0">
                <a:solidFill>
                  <a:srgbClr val="007F83"/>
                </a:solidFill>
                <a:latin typeface="Arial"/>
                <a:ea typeface="Arial"/>
                <a:cs typeface="Arial"/>
                <a:hlinkClick xmlns:r="http://schemas.openxmlformats.org/officeDocument/2006/relationships" r:id="R19c494a1c4244088"/>
              </a:rPr>
              <a:t>S27  Agentic search kurulumu</a:t>
            </a:r>
          </a:p>
        </p:txBody>
      </p:sp>
      <p:sp>
        <p:nvSpPr>
          <p:cNvPr id="14" name="">
            <a:extLst xmlns:a="http://schemas.openxmlformats.org/drawingml/2006/main">
              <a:ext uri="{FF2B5EF4-FFF2-40B4-BE49-F238E27FC236}">
                <a16:creationId xmlns:a16="http://schemas.microsoft.com/office/drawing/2014/main" id="{46F810D3-B355-46BB-B55B-1CD7E6D23883}"/>
              </a:ext>
            </a:extLst>
          </p:cNvPr>
          <p:cNvSpPr>
            <a:spLocks xmlns:a="http://schemas.openxmlformats.org/drawingml/2006/main" noGrp="1"/>
          </p:cNvSpPr>
          <p:nvPr/>
        </p:nvSpPr>
        <p:spPr>
          <a:xfrm xmlns:a="http://schemas.openxmlformats.org/drawingml/2006/main">
            <a:off x="6400800" y="3495675"/>
            <a:ext cx="5143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007F83"/>
                </a:solidFill>
                <a:latin typeface="Arial"/>
                <a:ea typeface="Arial"/>
                <a:cs typeface="Arial"/>
              </a:defRPr>
            </a:defPPr>
            <a:lvl1pPr>
              <a:defRPr sz="1650" b="0">
                <a:solidFill>
                  <a:srgbClr val="007F83"/>
                </a:solidFill>
                <a:latin typeface="Arial"/>
                <a:ea typeface="Arial"/>
                <a:cs typeface="Arial"/>
              </a:defRPr>
            </a:lvl1pPr>
            <a:lvl2pPr>
              <a:defRPr sz="1650" b="0">
                <a:solidFill>
                  <a:srgbClr val="007F83"/>
                </a:solidFill>
                <a:latin typeface="Arial"/>
                <a:ea typeface="Arial"/>
                <a:cs typeface="Arial"/>
              </a:defRPr>
            </a:lvl2pPr>
            <a:lvl3pPr>
              <a:defRPr sz="1650" b="0">
                <a:solidFill>
                  <a:srgbClr val="007F83"/>
                </a:solidFill>
                <a:latin typeface="Arial"/>
                <a:ea typeface="Arial"/>
                <a:cs typeface="Arial"/>
              </a:defRPr>
            </a:lvl3pPr>
            <a:lvl4pPr>
              <a:defRPr sz="1650" b="0">
                <a:solidFill>
                  <a:srgbClr val="007F83"/>
                </a:solidFill>
                <a:latin typeface="Arial"/>
                <a:ea typeface="Arial"/>
                <a:cs typeface="Arial"/>
              </a:defRPr>
            </a:lvl4pPr>
            <a:lvl5pPr>
              <a:defRPr sz="1650" b="0">
                <a:solidFill>
                  <a:srgbClr val="007F83"/>
                </a:solidFill>
                <a:latin typeface="Arial"/>
                <a:ea typeface="Arial"/>
                <a:cs typeface="Arial"/>
              </a:defRPr>
            </a:lvl5pPr>
            <a:lvl6pPr>
              <a:defRPr sz="1650" b="0">
                <a:solidFill>
                  <a:srgbClr val="007F83"/>
                </a:solidFill>
                <a:latin typeface="Arial"/>
                <a:ea typeface="Arial"/>
                <a:cs typeface="Arial"/>
              </a:defRPr>
            </a:lvl6pPr>
            <a:lvl7pPr>
              <a:defRPr sz="1650" b="0">
                <a:solidFill>
                  <a:srgbClr val="007F83"/>
                </a:solidFill>
                <a:latin typeface="Arial"/>
                <a:ea typeface="Arial"/>
                <a:cs typeface="Arial"/>
              </a:defRPr>
            </a:lvl7pPr>
            <a:lvl8pPr>
              <a:defRPr sz="1650" b="0">
                <a:solidFill>
                  <a:srgbClr val="007F83"/>
                </a:solidFill>
                <a:latin typeface="Arial"/>
                <a:ea typeface="Arial"/>
                <a:cs typeface="Arial"/>
              </a:defRPr>
            </a:lvl8pPr>
            <a:lvl9pPr>
              <a:defRPr sz="1650" b="0">
                <a:solidFill>
                  <a:srgbClr val="007F83"/>
                </a:solidFill>
                <a:latin typeface="Arial"/>
                <a:ea typeface="Arial"/>
                <a:cs typeface="Arial"/>
              </a:defRPr>
            </a:lvl9pPr>
          </a:lstStyle>
          <a:p xmlns:a="http://schemas.openxmlformats.org/drawingml/2006/main">
            <a:pPr>
              <a:defRPr sz="1650" b="0">
                <a:solidFill>
                  <a:srgbClr val="007F83"/>
                </a:solidFill>
                <a:latin typeface="Arial"/>
                <a:ea typeface="Arial"/>
                <a:cs typeface="Arial"/>
              </a:defRPr>
            </a:pPr>
            <a:r>
              <a:rPr sz="1650" b="0">
                <a:solidFill>
                  <a:srgbClr val="007F83"/>
                </a:solidFill>
                <a:latin typeface="Arial"/>
                <a:ea typeface="Arial"/>
                <a:cs typeface="Arial"/>
                <a:hlinkClick xmlns:r="http://schemas.openxmlformats.org/officeDocument/2006/relationships" r:id="Ra03604c9efa84bbd"/>
              </a:rPr>
              <a:t>S28  QueryPlanningTool</a:t>
            </a:r>
          </a:p>
        </p:txBody>
      </p:sp>
      <p:sp>
        <p:nvSpPr>
          <p:cNvPr id="15" name="">
            <a:extLst xmlns:a="http://schemas.openxmlformats.org/drawingml/2006/main">
              <a:ext uri="{FF2B5EF4-FFF2-40B4-BE49-F238E27FC236}">
                <a16:creationId xmlns:a16="http://schemas.microsoft.com/office/drawing/2014/main" id="{93902D6F-0B0D-4B96-AE7E-2EA6FC971AAA}"/>
              </a:ext>
            </a:extLst>
          </p:cNvPr>
          <p:cNvSpPr>
            <a:spLocks xmlns:a="http://schemas.openxmlformats.org/drawingml/2006/main" noGrp="1"/>
          </p:cNvSpPr>
          <p:nvPr/>
        </p:nvSpPr>
        <p:spPr>
          <a:xfrm xmlns:a="http://schemas.openxmlformats.org/drawingml/2006/main">
            <a:off x="6400800" y="3990975"/>
            <a:ext cx="5143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007F83"/>
                </a:solidFill>
                <a:latin typeface="Arial"/>
                <a:ea typeface="Arial"/>
                <a:cs typeface="Arial"/>
              </a:defRPr>
            </a:defPPr>
            <a:lvl1pPr>
              <a:defRPr sz="1650" b="0">
                <a:solidFill>
                  <a:srgbClr val="007F83"/>
                </a:solidFill>
                <a:latin typeface="Arial"/>
                <a:ea typeface="Arial"/>
                <a:cs typeface="Arial"/>
              </a:defRPr>
            </a:lvl1pPr>
            <a:lvl2pPr>
              <a:defRPr sz="1650" b="0">
                <a:solidFill>
                  <a:srgbClr val="007F83"/>
                </a:solidFill>
                <a:latin typeface="Arial"/>
                <a:ea typeface="Arial"/>
                <a:cs typeface="Arial"/>
              </a:defRPr>
            </a:lvl2pPr>
            <a:lvl3pPr>
              <a:defRPr sz="1650" b="0">
                <a:solidFill>
                  <a:srgbClr val="007F83"/>
                </a:solidFill>
                <a:latin typeface="Arial"/>
                <a:ea typeface="Arial"/>
                <a:cs typeface="Arial"/>
              </a:defRPr>
            </a:lvl3pPr>
            <a:lvl4pPr>
              <a:defRPr sz="1650" b="0">
                <a:solidFill>
                  <a:srgbClr val="007F83"/>
                </a:solidFill>
                <a:latin typeface="Arial"/>
                <a:ea typeface="Arial"/>
                <a:cs typeface="Arial"/>
              </a:defRPr>
            </a:lvl4pPr>
            <a:lvl5pPr>
              <a:defRPr sz="1650" b="0">
                <a:solidFill>
                  <a:srgbClr val="007F83"/>
                </a:solidFill>
                <a:latin typeface="Arial"/>
                <a:ea typeface="Arial"/>
                <a:cs typeface="Arial"/>
              </a:defRPr>
            </a:lvl5pPr>
            <a:lvl6pPr>
              <a:defRPr sz="1650" b="0">
                <a:solidFill>
                  <a:srgbClr val="007F83"/>
                </a:solidFill>
                <a:latin typeface="Arial"/>
                <a:ea typeface="Arial"/>
                <a:cs typeface="Arial"/>
              </a:defRPr>
            </a:lvl6pPr>
            <a:lvl7pPr>
              <a:defRPr sz="1650" b="0">
                <a:solidFill>
                  <a:srgbClr val="007F83"/>
                </a:solidFill>
                <a:latin typeface="Arial"/>
                <a:ea typeface="Arial"/>
                <a:cs typeface="Arial"/>
              </a:defRPr>
            </a:lvl7pPr>
            <a:lvl8pPr>
              <a:defRPr sz="1650" b="0">
                <a:solidFill>
                  <a:srgbClr val="007F83"/>
                </a:solidFill>
                <a:latin typeface="Arial"/>
                <a:ea typeface="Arial"/>
                <a:cs typeface="Arial"/>
              </a:defRPr>
            </a:lvl8pPr>
            <a:lvl9pPr>
              <a:defRPr sz="1650" b="0">
                <a:solidFill>
                  <a:srgbClr val="007F83"/>
                </a:solidFill>
                <a:latin typeface="Arial"/>
                <a:ea typeface="Arial"/>
                <a:cs typeface="Arial"/>
              </a:defRPr>
            </a:lvl9pPr>
          </a:lstStyle>
          <a:p xmlns:a="http://schemas.openxmlformats.org/drawingml/2006/main">
            <a:pPr>
              <a:defRPr sz="1650" b="0">
                <a:solidFill>
                  <a:srgbClr val="007F83"/>
                </a:solidFill>
                <a:latin typeface="Arial"/>
                <a:ea typeface="Arial"/>
                <a:cs typeface="Arial"/>
              </a:defRPr>
            </a:pPr>
            <a:r>
              <a:rPr sz="1650" b="0">
                <a:solidFill>
                  <a:srgbClr val="007F83"/>
                </a:solidFill>
                <a:latin typeface="Arial"/>
                <a:ea typeface="Arial"/>
                <a:cs typeface="Arial"/>
                <a:hlinkClick xmlns:r="http://schemas.openxmlformats.org/officeDocument/2006/relationships" r:id="R1a5c9143e4cc4f62"/>
              </a:rPr>
              <a:t>S29  PPLTool</a:t>
            </a:r>
          </a:p>
        </p:txBody>
      </p:sp>
      <p:sp>
        <p:nvSpPr>
          <p:cNvPr id="16" name="">
            <a:extLst xmlns:a="http://schemas.openxmlformats.org/drawingml/2006/main">
              <a:ext uri="{FF2B5EF4-FFF2-40B4-BE49-F238E27FC236}">
                <a16:creationId xmlns:a16="http://schemas.microsoft.com/office/drawing/2014/main" id="{19A24C62-B49C-4B6C-9E03-F7129C837B88}"/>
              </a:ext>
            </a:extLst>
          </p:cNvPr>
          <p:cNvSpPr>
            <a:spLocks xmlns:a="http://schemas.openxmlformats.org/drawingml/2006/main" noGrp="1"/>
          </p:cNvSpPr>
          <p:nvPr/>
        </p:nvSpPr>
        <p:spPr>
          <a:xfrm xmlns:a="http://schemas.openxmlformats.org/drawingml/2006/main">
            <a:off x="6400800" y="4486275"/>
            <a:ext cx="5143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007F83"/>
                </a:solidFill>
                <a:latin typeface="Arial"/>
                <a:ea typeface="Arial"/>
                <a:cs typeface="Arial"/>
              </a:defRPr>
            </a:defPPr>
            <a:lvl1pPr>
              <a:defRPr sz="1650" b="0">
                <a:solidFill>
                  <a:srgbClr val="007F83"/>
                </a:solidFill>
                <a:latin typeface="Arial"/>
                <a:ea typeface="Arial"/>
                <a:cs typeface="Arial"/>
              </a:defRPr>
            </a:lvl1pPr>
            <a:lvl2pPr>
              <a:defRPr sz="1650" b="0">
                <a:solidFill>
                  <a:srgbClr val="007F83"/>
                </a:solidFill>
                <a:latin typeface="Arial"/>
                <a:ea typeface="Arial"/>
                <a:cs typeface="Arial"/>
              </a:defRPr>
            </a:lvl2pPr>
            <a:lvl3pPr>
              <a:defRPr sz="1650" b="0">
                <a:solidFill>
                  <a:srgbClr val="007F83"/>
                </a:solidFill>
                <a:latin typeface="Arial"/>
                <a:ea typeface="Arial"/>
                <a:cs typeface="Arial"/>
              </a:defRPr>
            </a:lvl3pPr>
            <a:lvl4pPr>
              <a:defRPr sz="1650" b="0">
                <a:solidFill>
                  <a:srgbClr val="007F83"/>
                </a:solidFill>
                <a:latin typeface="Arial"/>
                <a:ea typeface="Arial"/>
                <a:cs typeface="Arial"/>
              </a:defRPr>
            </a:lvl4pPr>
            <a:lvl5pPr>
              <a:defRPr sz="1650" b="0">
                <a:solidFill>
                  <a:srgbClr val="007F83"/>
                </a:solidFill>
                <a:latin typeface="Arial"/>
                <a:ea typeface="Arial"/>
                <a:cs typeface="Arial"/>
              </a:defRPr>
            </a:lvl5pPr>
            <a:lvl6pPr>
              <a:defRPr sz="1650" b="0">
                <a:solidFill>
                  <a:srgbClr val="007F83"/>
                </a:solidFill>
                <a:latin typeface="Arial"/>
                <a:ea typeface="Arial"/>
                <a:cs typeface="Arial"/>
              </a:defRPr>
            </a:lvl6pPr>
            <a:lvl7pPr>
              <a:defRPr sz="1650" b="0">
                <a:solidFill>
                  <a:srgbClr val="007F83"/>
                </a:solidFill>
                <a:latin typeface="Arial"/>
                <a:ea typeface="Arial"/>
                <a:cs typeface="Arial"/>
              </a:defRPr>
            </a:lvl7pPr>
            <a:lvl8pPr>
              <a:defRPr sz="1650" b="0">
                <a:solidFill>
                  <a:srgbClr val="007F83"/>
                </a:solidFill>
                <a:latin typeface="Arial"/>
                <a:ea typeface="Arial"/>
                <a:cs typeface="Arial"/>
              </a:defRPr>
            </a:lvl8pPr>
            <a:lvl9pPr>
              <a:defRPr sz="1650" b="0">
                <a:solidFill>
                  <a:srgbClr val="007F83"/>
                </a:solidFill>
                <a:latin typeface="Arial"/>
                <a:ea typeface="Arial"/>
                <a:cs typeface="Arial"/>
              </a:defRPr>
            </a:lvl9pPr>
          </a:lstStyle>
          <a:p xmlns:a="http://schemas.openxmlformats.org/drawingml/2006/main">
            <a:pPr>
              <a:defRPr sz="1650" b="0">
                <a:solidFill>
                  <a:srgbClr val="007F83"/>
                </a:solidFill>
                <a:latin typeface="Arial"/>
                <a:ea typeface="Arial"/>
                <a:cs typeface="Arial"/>
              </a:defRPr>
            </a:pPr>
            <a:r>
              <a:rPr sz="1650" b="0">
                <a:solidFill>
                  <a:srgbClr val="007F83"/>
                </a:solidFill>
                <a:latin typeface="Arial"/>
                <a:ea typeface="Arial"/>
                <a:cs typeface="Arial"/>
                <a:hlinkClick xmlns:r="http://schemas.openxmlformats.org/officeDocument/2006/relationships" r:id="R66a8d70f8e37463c"/>
              </a:rPr>
              <a:t>S30  SQL/PPL settings</a:t>
            </a:r>
          </a:p>
        </p:txBody>
      </p:sp>
      <p:sp>
        <p:nvSpPr>
          <p:cNvPr id="17" name="">
            <a:extLst xmlns:a="http://schemas.openxmlformats.org/drawingml/2006/main">
              <a:ext uri="{FF2B5EF4-FFF2-40B4-BE49-F238E27FC236}">
                <a16:creationId xmlns:a16="http://schemas.microsoft.com/office/drawing/2014/main" id="{8E123952-9B96-4C0A-A8E6-D37BD1B9D0FE}"/>
              </a:ext>
            </a:extLst>
          </p:cNvPr>
          <p:cNvSpPr>
            <a:spLocks xmlns:a="http://schemas.openxmlformats.org/drawingml/2006/main" noGrp="1"/>
          </p:cNvSpPr>
          <p:nvPr/>
        </p:nvSpPr>
        <p:spPr>
          <a:xfrm xmlns:a="http://schemas.openxmlformats.org/drawingml/2006/main">
            <a:off x="6400800" y="4981575"/>
            <a:ext cx="5143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007F83"/>
                </a:solidFill>
                <a:latin typeface="Arial"/>
                <a:ea typeface="Arial"/>
                <a:cs typeface="Arial"/>
              </a:defRPr>
            </a:defPPr>
            <a:lvl1pPr>
              <a:defRPr sz="1650" b="0">
                <a:solidFill>
                  <a:srgbClr val="007F83"/>
                </a:solidFill>
                <a:latin typeface="Arial"/>
                <a:ea typeface="Arial"/>
                <a:cs typeface="Arial"/>
              </a:defRPr>
            </a:lvl1pPr>
            <a:lvl2pPr>
              <a:defRPr sz="1650" b="0">
                <a:solidFill>
                  <a:srgbClr val="007F83"/>
                </a:solidFill>
                <a:latin typeface="Arial"/>
                <a:ea typeface="Arial"/>
                <a:cs typeface="Arial"/>
              </a:defRPr>
            </a:lvl2pPr>
            <a:lvl3pPr>
              <a:defRPr sz="1650" b="0">
                <a:solidFill>
                  <a:srgbClr val="007F83"/>
                </a:solidFill>
                <a:latin typeface="Arial"/>
                <a:ea typeface="Arial"/>
                <a:cs typeface="Arial"/>
              </a:defRPr>
            </a:lvl3pPr>
            <a:lvl4pPr>
              <a:defRPr sz="1650" b="0">
                <a:solidFill>
                  <a:srgbClr val="007F83"/>
                </a:solidFill>
                <a:latin typeface="Arial"/>
                <a:ea typeface="Arial"/>
                <a:cs typeface="Arial"/>
              </a:defRPr>
            </a:lvl4pPr>
            <a:lvl5pPr>
              <a:defRPr sz="1650" b="0">
                <a:solidFill>
                  <a:srgbClr val="007F83"/>
                </a:solidFill>
                <a:latin typeface="Arial"/>
                <a:ea typeface="Arial"/>
                <a:cs typeface="Arial"/>
              </a:defRPr>
            </a:lvl5pPr>
            <a:lvl6pPr>
              <a:defRPr sz="1650" b="0">
                <a:solidFill>
                  <a:srgbClr val="007F83"/>
                </a:solidFill>
                <a:latin typeface="Arial"/>
                <a:ea typeface="Arial"/>
                <a:cs typeface="Arial"/>
              </a:defRPr>
            </a:lvl6pPr>
            <a:lvl7pPr>
              <a:defRPr sz="1650" b="0">
                <a:solidFill>
                  <a:srgbClr val="007F83"/>
                </a:solidFill>
                <a:latin typeface="Arial"/>
                <a:ea typeface="Arial"/>
                <a:cs typeface="Arial"/>
              </a:defRPr>
            </a:lvl7pPr>
            <a:lvl8pPr>
              <a:defRPr sz="1650" b="0">
                <a:solidFill>
                  <a:srgbClr val="007F83"/>
                </a:solidFill>
                <a:latin typeface="Arial"/>
                <a:ea typeface="Arial"/>
                <a:cs typeface="Arial"/>
              </a:defRPr>
            </a:lvl8pPr>
            <a:lvl9pPr>
              <a:defRPr sz="1650" b="0">
                <a:solidFill>
                  <a:srgbClr val="007F83"/>
                </a:solidFill>
                <a:latin typeface="Arial"/>
                <a:ea typeface="Arial"/>
                <a:cs typeface="Arial"/>
              </a:defRPr>
            </a:lvl9pPr>
          </a:lstStyle>
          <a:p xmlns:a="http://schemas.openxmlformats.org/drawingml/2006/main">
            <a:pPr>
              <a:defRPr sz="1650" b="0">
                <a:solidFill>
                  <a:srgbClr val="007F83"/>
                </a:solidFill>
                <a:latin typeface="Arial"/>
                <a:ea typeface="Arial"/>
                <a:cs typeface="Arial"/>
              </a:defRPr>
            </a:pPr>
            <a:r>
              <a:rPr sz="1650" b="0">
                <a:solidFill>
                  <a:srgbClr val="007F83"/>
                </a:solidFill>
                <a:latin typeface="Arial"/>
                <a:ea typeface="Arial"/>
                <a:cs typeface="Arial"/>
                <a:hlinkClick xmlns:r="http://schemas.openxmlformats.org/officeDocument/2006/relationships" r:id="R82d91069b1ea435e"/>
              </a:rPr>
              <a:t>S31  OWASP LLM Prompt Injection Prevention</a:t>
            </a:r>
          </a:p>
        </p:txBody>
      </p:sp>
      <p:sp>
        <p:nvSpPr>
          <p:cNvPr id="18" name="">
            <a:extLst xmlns:a="http://schemas.openxmlformats.org/drawingml/2006/main">
              <a:ext uri="{FF2B5EF4-FFF2-40B4-BE49-F238E27FC236}">
                <a16:creationId xmlns:a16="http://schemas.microsoft.com/office/drawing/2014/main" id="{21B06F14-11E8-48DC-94FA-25071563EB5E}"/>
              </a:ext>
            </a:extLst>
          </p:cNvPr>
          <p:cNvSpPr>
            <a:spLocks xmlns:a="http://schemas.openxmlformats.org/drawingml/2006/main" noGrp="1"/>
          </p:cNvSpPr>
          <p:nvPr/>
        </p:nvSpPr>
        <p:spPr>
          <a:xfrm xmlns:a="http://schemas.openxmlformats.org/drawingml/2006/main">
            <a:off x="10858500" y="6429375"/>
            <a:ext cx="714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0616A"/>
                </a:solidFill>
                <a:latin typeface="Arial"/>
                <a:ea typeface="Arial"/>
                <a:cs typeface="Arial"/>
              </a:defRPr>
            </a:defPPr>
            <a:lvl1pPr>
              <a:defRPr sz="1200" b="0">
                <a:solidFill>
                  <a:srgbClr val="50616A"/>
                </a:solidFill>
                <a:latin typeface="Arial"/>
                <a:ea typeface="Arial"/>
                <a:cs typeface="Arial"/>
              </a:defRPr>
            </a:lvl1pPr>
            <a:lvl2pPr>
              <a:defRPr sz="1200" b="0">
                <a:solidFill>
                  <a:srgbClr val="50616A"/>
                </a:solidFill>
                <a:latin typeface="Arial"/>
                <a:ea typeface="Arial"/>
                <a:cs typeface="Arial"/>
              </a:defRPr>
            </a:lvl2pPr>
            <a:lvl3pPr>
              <a:defRPr sz="1200" b="0">
                <a:solidFill>
                  <a:srgbClr val="50616A"/>
                </a:solidFill>
                <a:latin typeface="Arial"/>
                <a:ea typeface="Arial"/>
                <a:cs typeface="Arial"/>
              </a:defRPr>
            </a:lvl3pPr>
            <a:lvl4pPr>
              <a:defRPr sz="1200" b="0">
                <a:solidFill>
                  <a:srgbClr val="50616A"/>
                </a:solidFill>
                <a:latin typeface="Arial"/>
                <a:ea typeface="Arial"/>
                <a:cs typeface="Arial"/>
              </a:defRPr>
            </a:lvl4pPr>
            <a:lvl5pPr>
              <a:defRPr sz="1200" b="0">
                <a:solidFill>
                  <a:srgbClr val="50616A"/>
                </a:solidFill>
                <a:latin typeface="Arial"/>
                <a:ea typeface="Arial"/>
                <a:cs typeface="Arial"/>
              </a:defRPr>
            </a:lvl5pPr>
            <a:lvl6pPr>
              <a:defRPr sz="1200" b="0">
                <a:solidFill>
                  <a:srgbClr val="50616A"/>
                </a:solidFill>
                <a:latin typeface="Arial"/>
                <a:ea typeface="Arial"/>
                <a:cs typeface="Arial"/>
              </a:defRPr>
            </a:lvl6pPr>
            <a:lvl7pPr>
              <a:defRPr sz="1200" b="0">
                <a:solidFill>
                  <a:srgbClr val="50616A"/>
                </a:solidFill>
                <a:latin typeface="Arial"/>
                <a:ea typeface="Arial"/>
                <a:cs typeface="Arial"/>
              </a:defRPr>
            </a:lvl7pPr>
            <a:lvl8pPr>
              <a:defRPr sz="1200" b="0">
                <a:solidFill>
                  <a:srgbClr val="50616A"/>
                </a:solidFill>
                <a:latin typeface="Arial"/>
                <a:ea typeface="Arial"/>
                <a:cs typeface="Arial"/>
              </a:defRPr>
            </a:lvl8pPr>
            <a:lvl9pPr>
              <a:defRPr sz="1200" b="0">
                <a:solidFill>
                  <a:srgbClr val="50616A"/>
                </a:solidFill>
                <a:latin typeface="Arial"/>
                <a:ea typeface="Arial"/>
                <a:cs typeface="Arial"/>
              </a:defRPr>
            </a:lvl9pPr>
          </a:lstStyle>
          <a:p xmlns:a="http://schemas.openxmlformats.org/drawingml/2006/main">
            <a:pPr>
              <a:defRPr sz="1200" b="0">
                <a:solidFill>
                  <a:srgbClr val="50616A"/>
                </a:solidFill>
                <a:latin typeface="Arial"/>
                <a:ea typeface="Arial"/>
                <a:cs typeface="Arial"/>
              </a:defRPr>
            </a:pPr>
            <a:r>
              <a:rPr sz="1200" b="0">
                <a:solidFill>
                  <a:srgbClr val="50616A"/>
                </a:solidFill>
                <a:latin typeface="Arial"/>
                <a:ea typeface="Arial"/>
                <a:cs typeface="Arial"/>
              </a:rPr>
              <a:t>26 / 26</a:t>
            </a:r>
          </a:p>
        </p:txBody>
      </p:sp>
    </p:spTree>
    <p:extLst>
      <p:ext uri="{BB962C8B-B14F-4D97-AF65-F5344CB8AC3E}">
        <p14:creationId xmlns:p14="http://schemas.microsoft.com/office/powerpoint/2010/main" val="86925180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2026-10-29T07:58:53.7710000Z</dcterms:created>
  <dcterms:modified xsi:type="dcterms:W3CDTF">2026-10-29T07:58:53.7710000Z</dcterms:modified>
</coreProperties>
</file>